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3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4.xml" ContentType="application/vnd.openxmlformats-officedocument.presentationml.tags+xml"/>
  <Override PartName="/ppt/notesSlides/notesSlide13.xml" ContentType="application/vnd.openxmlformats-officedocument.presentationml.notesSlide+xml"/>
  <Override PartName="/ppt/tags/tag5.xml" ContentType="application/vnd.openxmlformats-officedocument.presentationml.tags+xml"/>
  <Override PartName="/ppt/notesSlides/notesSlide14.xml" ContentType="application/vnd.openxmlformats-officedocument.presentationml.notesSlide+xml"/>
  <Override PartName="/ppt/tags/tag6.xml" ContentType="application/vnd.openxmlformats-officedocument.presentationml.tags+xml"/>
  <Override PartName="/ppt/notesSlides/notesSlide15.xml" ContentType="application/vnd.openxmlformats-officedocument.presentationml.notesSlide+xml"/>
  <Override PartName="/ppt/tags/tag7.xml" ContentType="application/vnd.openxmlformats-officedocument.presentationml.tags+xml"/>
  <Override PartName="/ppt/notesSlides/notesSlide16.xml" ContentType="application/vnd.openxmlformats-officedocument.presentationml.notesSlide+xml"/>
  <Override PartName="/ppt/tags/tag8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4"/>
    <p:sldMasterId id="2147483903" r:id="rId5"/>
  </p:sldMasterIdLst>
  <p:notesMasterIdLst>
    <p:notesMasterId r:id="rId31"/>
  </p:notesMasterIdLst>
  <p:handoutMasterIdLst>
    <p:handoutMasterId r:id="rId32"/>
  </p:handoutMasterIdLst>
  <p:sldIdLst>
    <p:sldId id="256" r:id="rId6"/>
    <p:sldId id="257" r:id="rId7"/>
    <p:sldId id="276" r:id="rId8"/>
    <p:sldId id="277" r:id="rId9"/>
    <p:sldId id="261" r:id="rId10"/>
    <p:sldId id="262" r:id="rId11"/>
    <p:sldId id="267" r:id="rId12"/>
    <p:sldId id="264" r:id="rId13"/>
    <p:sldId id="263" r:id="rId14"/>
    <p:sldId id="278" r:id="rId15"/>
    <p:sldId id="266" r:id="rId16"/>
    <p:sldId id="284" r:id="rId17"/>
    <p:sldId id="279" r:id="rId18"/>
    <p:sldId id="280" r:id="rId19"/>
    <p:sldId id="281" r:id="rId20"/>
    <p:sldId id="282" r:id="rId21"/>
    <p:sldId id="283" r:id="rId22"/>
    <p:sldId id="268" r:id="rId23"/>
    <p:sldId id="265" r:id="rId24"/>
    <p:sldId id="269" r:id="rId25"/>
    <p:sldId id="270" r:id="rId26"/>
    <p:sldId id="271" r:id="rId27"/>
    <p:sldId id="273" r:id="rId28"/>
    <p:sldId id="274" r:id="rId29"/>
    <p:sldId id="27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" userDrawn="1">
          <p15:clr>
            <a:srgbClr val="A4A3A4"/>
          </p15:clr>
        </p15:guide>
        <p15:guide id="2" pos="5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C152"/>
    <a:srgbClr val="FAB54D"/>
    <a:srgbClr val="232120"/>
    <a:srgbClr val="197FC0"/>
    <a:srgbClr val="183264"/>
    <a:srgbClr val="F37163"/>
    <a:srgbClr val="C3C6E5"/>
    <a:srgbClr val="004899"/>
    <a:srgbClr val="50535A"/>
    <a:srgbClr val="ED6A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A831A3-9F2A-4A35-BC4E-5BAE48754FF0}" v="29" dt="2022-09-02T12:54:36.2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4" autoAdjust="0"/>
    <p:restoredTop sz="92965" autoAdjust="0"/>
  </p:normalViewPr>
  <p:slideViewPr>
    <p:cSldViewPr snapToGrid="0" snapToObjects="1">
      <p:cViewPr varScale="1">
        <p:scale>
          <a:sx n="80" d="100"/>
          <a:sy n="80" d="100"/>
        </p:scale>
        <p:origin x="754" y="48"/>
      </p:cViewPr>
      <p:guideLst>
        <p:guide orient="horz" pos="436"/>
        <p:guide pos="57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 Visser" userId="113a6582-e6bf-4e81-ae2c-82fb1229eb82" providerId="ADAL" clId="{81A831A3-9F2A-4A35-BC4E-5BAE48754FF0}"/>
    <pc:docChg chg="undo custSel addSld delSld modSld sldOrd">
      <pc:chgData name="Lizeth Visser" userId="113a6582-e6bf-4e81-ae2c-82fb1229eb82" providerId="ADAL" clId="{81A831A3-9F2A-4A35-BC4E-5BAE48754FF0}" dt="2022-09-02T13:00:59.563" v="490" actId="1076"/>
      <pc:docMkLst>
        <pc:docMk/>
      </pc:docMkLst>
      <pc:sldChg chg="modSp mod modNotesTx">
        <pc:chgData name="Lizeth Visser" userId="113a6582-e6bf-4e81-ae2c-82fb1229eb82" providerId="ADAL" clId="{81A831A3-9F2A-4A35-BC4E-5BAE48754FF0}" dt="2022-09-02T12:54:36.281" v="418"/>
        <pc:sldMkLst>
          <pc:docMk/>
          <pc:sldMk cId="2018325585" sldId="256"/>
        </pc:sldMkLst>
        <pc:spChg chg="mod">
          <ac:chgData name="Lizeth Visser" userId="113a6582-e6bf-4e81-ae2c-82fb1229eb82" providerId="ADAL" clId="{81A831A3-9F2A-4A35-BC4E-5BAE48754FF0}" dt="2022-09-02T12:54:36.281" v="418"/>
          <ac:spMkLst>
            <pc:docMk/>
            <pc:sldMk cId="2018325585" sldId="256"/>
            <ac:spMk id="2" creationId="{2C431B49-7C81-46A5-A8C6-D77C799C3EEF}"/>
          </ac:spMkLst>
        </pc:spChg>
        <pc:spChg chg="mod">
          <ac:chgData name="Lizeth Visser" userId="113a6582-e6bf-4e81-ae2c-82fb1229eb82" providerId="ADAL" clId="{81A831A3-9F2A-4A35-BC4E-5BAE48754FF0}" dt="2022-09-02T12:54:36.281" v="418"/>
          <ac:spMkLst>
            <pc:docMk/>
            <pc:sldMk cId="2018325585" sldId="256"/>
            <ac:spMk id="3" creationId="{5E4014A3-B3E7-4DCF-83F3-B1A043DE126A}"/>
          </ac:spMkLst>
        </pc:spChg>
      </pc:sldChg>
      <pc:sldChg chg="modSp">
        <pc:chgData name="Lizeth Visser" userId="113a6582-e6bf-4e81-ae2c-82fb1229eb82" providerId="ADAL" clId="{81A831A3-9F2A-4A35-BC4E-5BAE48754FF0}" dt="2022-09-02T12:54:36.281" v="418"/>
        <pc:sldMkLst>
          <pc:docMk/>
          <pc:sldMk cId="2486653690" sldId="257"/>
        </pc:sldMkLst>
        <pc:spChg chg="mod">
          <ac:chgData name="Lizeth Visser" userId="113a6582-e6bf-4e81-ae2c-82fb1229eb82" providerId="ADAL" clId="{81A831A3-9F2A-4A35-BC4E-5BAE48754FF0}" dt="2022-09-02T12:54:36.281" v="418"/>
          <ac:spMkLst>
            <pc:docMk/>
            <pc:sldMk cId="2486653690" sldId="257"/>
            <ac:spMk id="2" creationId="{5C8648A2-9D15-D30D-D00D-F6A8AC1A225D}"/>
          </ac:spMkLst>
        </pc:spChg>
        <pc:spChg chg="mod">
          <ac:chgData name="Lizeth Visser" userId="113a6582-e6bf-4e81-ae2c-82fb1229eb82" providerId="ADAL" clId="{81A831A3-9F2A-4A35-BC4E-5BAE48754FF0}" dt="2022-09-02T12:54:36.281" v="418"/>
          <ac:spMkLst>
            <pc:docMk/>
            <pc:sldMk cId="2486653690" sldId="257"/>
            <ac:spMk id="3" creationId="{A603F7F3-CF6E-8040-D66F-6CE11CA211E8}"/>
          </ac:spMkLst>
        </pc:spChg>
      </pc:sldChg>
      <pc:sldChg chg="addSp delSp modSp del mod">
        <pc:chgData name="Lizeth Visser" userId="113a6582-e6bf-4e81-ae2c-82fb1229eb82" providerId="ADAL" clId="{81A831A3-9F2A-4A35-BC4E-5BAE48754FF0}" dt="2022-09-02T12:38:36.044" v="13" actId="47"/>
        <pc:sldMkLst>
          <pc:docMk/>
          <pc:sldMk cId="1216389857" sldId="259"/>
        </pc:sldMkLst>
        <pc:spChg chg="del">
          <ac:chgData name="Lizeth Visser" userId="113a6582-e6bf-4e81-ae2c-82fb1229eb82" providerId="ADAL" clId="{81A831A3-9F2A-4A35-BC4E-5BAE48754FF0}" dt="2022-09-02T12:38:28.526" v="12" actId="478"/>
          <ac:spMkLst>
            <pc:docMk/>
            <pc:sldMk cId="1216389857" sldId="259"/>
            <ac:spMk id="4" creationId="{B1FAE6EF-2CF7-3F55-904E-2A1D657DE546}"/>
          </ac:spMkLst>
        </pc:spChg>
        <pc:spChg chg="del">
          <ac:chgData name="Lizeth Visser" userId="113a6582-e6bf-4e81-ae2c-82fb1229eb82" providerId="ADAL" clId="{81A831A3-9F2A-4A35-BC4E-5BAE48754FF0}" dt="2022-09-02T12:38:24.424" v="10" actId="478"/>
          <ac:spMkLst>
            <pc:docMk/>
            <pc:sldMk cId="1216389857" sldId="259"/>
            <ac:spMk id="5" creationId="{4401D652-0AD8-E153-2A1F-A9D86ADE033E}"/>
          </ac:spMkLst>
        </pc:spChg>
        <pc:spChg chg="add del mod">
          <ac:chgData name="Lizeth Visser" userId="113a6582-e6bf-4e81-ae2c-82fb1229eb82" providerId="ADAL" clId="{81A831A3-9F2A-4A35-BC4E-5BAE48754FF0}" dt="2022-09-02T12:38:25.970" v="11" actId="478"/>
          <ac:spMkLst>
            <pc:docMk/>
            <pc:sldMk cId="1216389857" sldId="259"/>
            <ac:spMk id="8" creationId="{80EC7357-4CF2-9C9E-410A-AA8CC982CBD8}"/>
          </ac:spMkLst>
        </pc:spChg>
      </pc:sldChg>
      <pc:sldChg chg="del">
        <pc:chgData name="Lizeth Visser" userId="113a6582-e6bf-4e81-ae2c-82fb1229eb82" providerId="ADAL" clId="{81A831A3-9F2A-4A35-BC4E-5BAE48754FF0}" dt="2022-09-02T12:38:36.044" v="13" actId="47"/>
        <pc:sldMkLst>
          <pc:docMk/>
          <pc:sldMk cId="706583322" sldId="260"/>
        </pc:sldMkLst>
      </pc:sldChg>
      <pc:sldChg chg="modSp mod modNotesTx">
        <pc:chgData name="Lizeth Visser" userId="113a6582-e6bf-4e81-ae2c-82fb1229eb82" providerId="ADAL" clId="{81A831A3-9F2A-4A35-BC4E-5BAE48754FF0}" dt="2022-09-02T12:44:14.197" v="79"/>
        <pc:sldMkLst>
          <pc:docMk/>
          <pc:sldMk cId="1465607253" sldId="261"/>
        </pc:sldMkLst>
        <pc:spChg chg="mod">
          <ac:chgData name="Lizeth Visser" userId="113a6582-e6bf-4e81-ae2c-82fb1229eb82" providerId="ADAL" clId="{81A831A3-9F2A-4A35-BC4E-5BAE48754FF0}" dt="2022-09-02T12:43:17.564" v="54" actId="20577"/>
          <ac:spMkLst>
            <pc:docMk/>
            <pc:sldMk cId="1465607253" sldId="261"/>
            <ac:spMk id="4" creationId="{C5C205D2-320F-632E-1B93-D402B051608E}"/>
          </ac:spMkLst>
        </pc:spChg>
        <pc:graphicFrameChg chg="mod modGraphic">
          <ac:chgData name="Lizeth Visser" userId="113a6582-e6bf-4e81-ae2c-82fb1229eb82" providerId="ADAL" clId="{81A831A3-9F2A-4A35-BC4E-5BAE48754FF0}" dt="2022-09-02T12:44:04.705" v="78" actId="255"/>
          <ac:graphicFrameMkLst>
            <pc:docMk/>
            <pc:sldMk cId="1465607253" sldId="261"/>
            <ac:graphicFrameMk id="5" creationId="{B76DB3FB-8F9F-D8B4-754B-3E5B32DE6F93}"/>
          </ac:graphicFrameMkLst>
        </pc:graphicFrameChg>
      </pc:sldChg>
      <pc:sldChg chg="modSp mod modNotesTx">
        <pc:chgData name="Lizeth Visser" userId="113a6582-e6bf-4e81-ae2c-82fb1229eb82" providerId="ADAL" clId="{81A831A3-9F2A-4A35-BC4E-5BAE48754FF0}" dt="2022-09-02T12:46:47.379" v="223"/>
        <pc:sldMkLst>
          <pc:docMk/>
          <pc:sldMk cId="1932910131" sldId="262"/>
        </pc:sldMkLst>
        <pc:spChg chg="mod">
          <ac:chgData name="Lizeth Visser" userId="113a6582-e6bf-4e81-ae2c-82fb1229eb82" providerId="ADAL" clId="{81A831A3-9F2A-4A35-BC4E-5BAE48754FF0}" dt="2022-09-02T12:44:50.894" v="86" actId="1076"/>
          <ac:spMkLst>
            <pc:docMk/>
            <pc:sldMk cId="1932910131" sldId="262"/>
            <ac:spMk id="4" creationId="{C5C205D2-320F-632E-1B93-D402B051608E}"/>
          </ac:spMkLst>
        </pc:spChg>
        <pc:graphicFrameChg chg="modGraphic">
          <ac:chgData name="Lizeth Visser" userId="113a6582-e6bf-4e81-ae2c-82fb1229eb82" providerId="ADAL" clId="{81A831A3-9F2A-4A35-BC4E-5BAE48754FF0}" dt="2022-09-02T12:45:11.684" v="136" actId="20577"/>
          <ac:graphicFrameMkLst>
            <pc:docMk/>
            <pc:sldMk cId="1932910131" sldId="262"/>
            <ac:graphicFrameMk id="5" creationId="{B76DB3FB-8F9F-D8B4-754B-3E5B32DE6F93}"/>
          </ac:graphicFrameMkLst>
        </pc:graphicFrameChg>
      </pc:sldChg>
      <pc:sldChg chg="modNotesTx">
        <pc:chgData name="Lizeth Visser" userId="113a6582-e6bf-4e81-ae2c-82fb1229eb82" providerId="ADAL" clId="{81A831A3-9F2A-4A35-BC4E-5BAE48754FF0}" dt="2022-09-02T12:47:25.502" v="224"/>
        <pc:sldMkLst>
          <pc:docMk/>
          <pc:sldMk cId="1965354002" sldId="263"/>
        </pc:sldMkLst>
      </pc:sldChg>
      <pc:sldChg chg="modSp">
        <pc:chgData name="Lizeth Visser" userId="113a6582-e6bf-4e81-ae2c-82fb1229eb82" providerId="ADAL" clId="{81A831A3-9F2A-4A35-BC4E-5BAE48754FF0}" dt="2022-09-02T12:54:36.281" v="418"/>
        <pc:sldMkLst>
          <pc:docMk/>
          <pc:sldMk cId="1155286421" sldId="264"/>
        </pc:sldMkLst>
        <pc:spChg chg="mod">
          <ac:chgData name="Lizeth Visser" userId="113a6582-e6bf-4e81-ae2c-82fb1229eb82" providerId="ADAL" clId="{81A831A3-9F2A-4A35-BC4E-5BAE48754FF0}" dt="2022-09-02T12:54:36.281" v="418"/>
          <ac:spMkLst>
            <pc:docMk/>
            <pc:sldMk cId="1155286421" sldId="264"/>
            <ac:spMk id="3" creationId="{72A4AB66-06C8-3191-9E22-7090AE9AE25B}"/>
          </ac:spMkLst>
        </pc:spChg>
      </pc:sldChg>
      <pc:sldChg chg="modSp mod">
        <pc:chgData name="Lizeth Visser" userId="113a6582-e6bf-4e81-ae2c-82fb1229eb82" providerId="ADAL" clId="{81A831A3-9F2A-4A35-BC4E-5BAE48754FF0}" dt="2022-09-02T12:59:46.784" v="480" actId="20577"/>
        <pc:sldMkLst>
          <pc:docMk/>
          <pc:sldMk cId="537762735" sldId="265"/>
        </pc:sldMkLst>
        <pc:spChg chg="mod">
          <ac:chgData name="Lizeth Visser" userId="113a6582-e6bf-4e81-ae2c-82fb1229eb82" providerId="ADAL" clId="{81A831A3-9F2A-4A35-BC4E-5BAE48754FF0}" dt="2022-09-02T12:59:46.784" v="480" actId="20577"/>
          <ac:spMkLst>
            <pc:docMk/>
            <pc:sldMk cId="537762735" sldId="265"/>
            <ac:spMk id="5" creationId="{939D60EF-9EBC-B9A8-966E-844E1935A960}"/>
          </ac:spMkLst>
        </pc:spChg>
      </pc:sldChg>
      <pc:sldChg chg="modSp">
        <pc:chgData name="Lizeth Visser" userId="113a6582-e6bf-4e81-ae2c-82fb1229eb82" providerId="ADAL" clId="{81A831A3-9F2A-4A35-BC4E-5BAE48754FF0}" dt="2022-09-02T12:54:36.281" v="418"/>
        <pc:sldMkLst>
          <pc:docMk/>
          <pc:sldMk cId="654440886" sldId="266"/>
        </pc:sldMkLst>
        <pc:spChg chg="mod">
          <ac:chgData name="Lizeth Visser" userId="113a6582-e6bf-4e81-ae2c-82fb1229eb82" providerId="ADAL" clId="{81A831A3-9F2A-4A35-BC4E-5BAE48754FF0}" dt="2022-09-02T12:54:36.281" v="418"/>
          <ac:spMkLst>
            <pc:docMk/>
            <pc:sldMk cId="654440886" sldId="266"/>
            <ac:spMk id="2" creationId="{70939255-BEBB-493B-B543-9FE53C6AE575}"/>
          </ac:spMkLst>
        </pc:spChg>
        <pc:picChg chg="mod">
          <ac:chgData name="Lizeth Visser" userId="113a6582-e6bf-4e81-ae2c-82fb1229eb82" providerId="ADAL" clId="{81A831A3-9F2A-4A35-BC4E-5BAE48754FF0}" dt="2022-09-02T12:54:36.281" v="418"/>
          <ac:picMkLst>
            <pc:docMk/>
            <pc:sldMk cId="654440886" sldId="266"/>
            <ac:picMk id="5" creationId="{204658DA-F76D-4FA4-A63D-60FD241E847C}"/>
          </ac:picMkLst>
        </pc:picChg>
      </pc:sldChg>
      <pc:sldChg chg="modSp mod ord modNotesTx">
        <pc:chgData name="Lizeth Visser" userId="113a6582-e6bf-4e81-ae2c-82fb1229eb82" providerId="ADAL" clId="{81A831A3-9F2A-4A35-BC4E-5BAE48754FF0}" dt="2022-09-02T12:46:32.950" v="222"/>
        <pc:sldMkLst>
          <pc:docMk/>
          <pc:sldMk cId="2923493191" sldId="267"/>
        </pc:sldMkLst>
        <pc:spChg chg="mod">
          <ac:chgData name="Lizeth Visser" userId="113a6582-e6bf-4e81-ae2c-82fb1229eb82" providerId="ADAL" clId="{81A831A3-9F2A-4A35-BC4E-5BAE48754FF0}" dt="2022-09-02T12:45:46.138" v="191" actId="20577"/>
          <ac:spMkLst>
            <pc:docMk/>
            <pc:sldMk cId="2923493191" sldId="267"/>
            <ac:spMk id="2" creationId="{26B88374-C490-3B23-EDEA-9BF602485230}"/>
          </ac:spMkLst>
        </pc:spChg>
        <pc:graphicFrameChg chg="modGraphic">
          <ac:chgData name="Lizeth Visser" userId="113a6582-e6bf-4e81-ae2c-82fb1229eb82" providerId="ADAL" clId="{81A831A3-9F2A-4A35-BC4E-5BAE48754FF0}" dt="2022-09-02T12:46:26.567" v="221" actId="6549"/>
          <ac:graphicFrameMkLst>
            <pc:docMk/>
            <pc:sldMk cId="2923493191" sldId="267"/>
            <ac:graphicFrameMk id="3" creationId="{25D1C75F-17C8-3935-B0F2-A40CBB1F8F9E}"/>
          </ac:graphicFrameMkLst>
        </pc:graphicFrameChg>
      </pc:sldChg>
      <pc:sldChg chg="modSp mod">
        <pc:chgData name="Lizeth Visser" userId="113a6582-e6bf-4e81-ae2c-82fb1229eb82" providerId="ADAL" clId="{81A831A3-9F2A-4A35-BC4E-5BAE48754FF0}" dt="2022-09-02T12:56:40.030" v="470" actId="313"/>
        <pc:sldMkLst>
          <pc:docMk/>
          <pc:sldMk cId="3337458397" sldId="268"/>
        </pc:sldMkLst>
        <pc:spChg chg="mod">
          <ac:chgData name="Lizeth Visser" userId="113a6582-e6bf-4e81-ae2c-82fb1229eb82" providerId="ADAL" clId="{81A831A3-9F2A-4A35-BC4E-5BAE48754FF0}" dt="2022-09-02T12:56:30.190" v="449" actId="313"/>
          <ac:spMkLst>
            <pc:docMk/>
            <pc:sldMk cId="3337458397" sldId="268"/>
            <ac:spMk id="2" creationId="{5C8648A2-9D15-D30D-D00D-F6A8AC1A225D}"/>
          </ac:spMkLst>
        </pc:spChg>
        <pc:spChg chg="mod">
          <ac:chgData name="Lizeth Visser" userId="113a6582-e6bf-4e81-ae2c-82fb1229eb82" providerId="ADAL" clId="{81A831A3-9F2A-4A35-BC4E-5BAE48754FF0}" dt="2022-09-02T12:56:40.030" v="470" actId="313"/>
          <ac:spMkLst>
            <pc:docMk/>
            <pc:sldMk cId="3337458397" sldId="268"/>
            <ac:spMk id="3" creationId="{A603F7F3-CF6E-8040-D66F-6CE11CA211E8}"/>
          </ac:spMkLst>
        </pc:spChg>
      </pc:sldChg>
      <pc:sldChg chg="modSp">
        <pc:chgData name="Lizeth Visser" userId="113a6582-e6bf-4e81-ae2c-82fb1229eb82" providerId="ADAL" clId="{81A831A3-9F2A-4A35-BC4E-5BAE48754FF0}" dt="2022-09-02T12:54:36.281" v="418"/>
        <pc:sldMkLst>
          <pc:docMk/>
          <pc:sldMk cId="2215672875" sldId="271"/>
        </pc:sldMkLst>
        <pc:spChg chg="mod">
          <ac:chgData name="Lizeth Visser" userId="113a6582-e6bf-4e81-ae2c-82fb1229eb82" providerId="ADAL" clId="{81A831A3-9F2A-4A35-BC4E-5BAE48754FF0}" dt="2022-09-02T12:54:36.281" v="418"/>
          <ac:spMkLst>
            <pc:docMk/>
            <pc:sldMk cId="2215672875" sldId="271"/>
            <ac:spMk id="2" creationId="{5C8648A2-9D15-D30D-D00D-F6A8AC1A225D}"/>
          </ac:spMkLst>
        </pc:spChg>
        <pc:spChg chg="mod">
          <ac:chgData name="Lizeth Visser" userId="113a6582-e6bf-4e81-ae2c-82fb1229eb82" providerId="ADAL" clId="{81A831A3-9F2A-4A35-BC4E-5BAE48754FF0}" dt="2022-09-02T12:54:36.281" v="418"/>
          <ac:spMkLst>
            <pc:docMk/>
            <pc:sldMk cId="2215672875" sldId="271"/>
            <ac:spMk id="3" creationId="{A603F7F3-CF6E-8040-D66F-6CE11CA211E8}"/>
          </ac:spMkLst>
        </pc:spChg>
      </pc:sldChg>
      <pc:sldChg chg="modSp">
        <pc:chgData name="Lizeth Visser" userId="113a6582-e6bf-4e81-ae2c-82fb1229eb82" providerId="ADAL" clId="{81A831A3-9F2A-4A35-BC4E-5BAE48754FF0}" dt="2022-09-02T12:54:36.281" v="418"/>
        <pc:sldMkLst>
          <pc:docMk/>
          <pc:sldMk cId="2792250494" sldId="274"/>
        </pc:sldMkLst>
        <pc:spChg chg="mod">
          <ac:chgData name="Lizeth Visser" userId="113a6582-e6bf-4e81-ae2c-82fb1229eb82" providerId="ADAL" clId="{81A831A3-9F2A-4A35-BC4E-5BAE48754FF0}" dt="2022-09-02T12:54:36.281" v="418"/>
          <ac:spMkLst>
            <pc:docMk/>
            <pc:sldMk cId="2792250494" sldId="274"/>
            <ac:spMk id="2" creationId="{06CFD5B0-93C0-C8E3-476C-0FDA73D1EDEC}"/>
          </ac:spMkLst>
        </pc:spChg>
      </pc:sldChg>
      <pc:sldChg chg="modSp mod">
        <pc:chgData name="Lizeth Visser" userId="113a6582-e6bf-4e81-ae2c-82fb1229eb82" providerId="ADAL" clId="{81A831A3-9F2A-4A35-BC4E-5BAE48754FF0}" dt="2022-09-02T13:00:59.563" v="490" actId="1076"/>
        <pc:sldMkLst>
          <pc:docMk/>
          <pc:sldMk cId="2430694163" sldId="275"/>
        </pc:sldMkLst>
        <pc:spChg chg="mod">
          <ac:chgData name="Lizeth Visser" userId="113a6582-e6bf-4e81-ae2c-82fb1229eb82" providerId="ADAL" clId="{81A831A3-9F2A-4A35-BC4E-5BAE48754FF0}" dt="2022-09-02T13:00:59.563" v="490" actId="1076"/>
          <ac:spMkLst>
            <pc:docMk/>
            <pc:sldMk cId="2430694163" sldId="275"/>
            <ac:spMk id="2" creationId="{BD099E6F-1729-0419-6623-8D7737FEB0FC}"/>
          </ac:spMkLst>
        </pc:spChg>
        <pc:spChg chg="mod">
          <ac:chgData name="Lizeth Visser" userId="113a6582-e6bf-4e81-ae2c-82fb1229eb82" providerId="ADAL" clId="{81A831A3-9F2A-4A35-BC4E-5BAE48754FF0}" dt="2022-09-02T13:00:45.963" v="488" actId="114"/>
          <ac:spMkLst>
            <pc:docMk/>
            <pc:sldMk cId="2430694163" sldId="275"/>
            <ac:spMk id="3" creationId="{F7C770D3-A64A-A086-0AF1-64B2AA8AEFD3}"/>
          </ac:spMkLst>
        </pc:spChg>
      </pc:sldChg>
      <pc:sldChg chg="modSp add mod modNotesTx">
        <pc:chgData name="Lizeth Visser" userId="113a6582-e6bf-4e81-ae2c-82fb1229eb82" providerId="ADAL" clId="{81A831A3-9F2A-4A35-BC4E-5BAE48754FF0}" dt="2022-09-02T12:44:30.058" v="81"/>
        <pc:sldMkLst>
          <pc:docMk/>
          <pc:sldMk cId="1394737555" sldId="276"/>
        </pc:sldMkLst>
        <pc:spChg chg="mod">
          <ac:chgData name="Lizeth Visser" userId="113a6582-e6bf-4e81-ae2c-82fb1229eb82" providerId="ADAL" clId="{81A831A3-9F2A-4A35-BC4E-5BAE48754FF0}" dt="2022-09-02T12:39:10.971" v="19" actId="255"/>
          <ac:spMkLst>
            <pc:docMk/>
            <pc:sldMk cId="1394737555" sldId="276"/>
            <ac:spMk id="5" creationId="{939D60EF-9EBC-B9A8-966E-844E1935A960}"/>
          </ac:spMkLst>
        </pc:spChg>
      </pc:sldChg>
      <pc:sldChg chg="modSp add mod modNotesTx">
        <pc:chgData name="Lizeth Visser" userId="113a6582-e6bf-4e81-ae2c-82fb1229eb82" providerId="ADAL" clId="{81A831A3-9F2A-4A35-BC4E-5BAE48754FF0}" dt="2022-09-02T12:44:21.304" v="80"/>
        <pc:sldMkLst>
          <pc:docMk/>
          <pc:sldMk cId="782352147" sldId="277"/>
        </pc:sldMkLst>
        <pc:spChg chg="mod">
          <ac:chgData name="Lizeth Visser" userId="113a6582-e6bf-4e81-ae2c-82fb1229eb82" providerId="ADAL" clId="{81A831A3-9F2A-4A35-BC4E-5BAE48754FF0}" dt="2022-09-02T12:43:00.028" v="23" actId="2711"/>
          <ac:spMkLst>
            <pc:docMk/>
            <pc:sldMk cId="782352147" sldId="277"/>
            <ac:spMk id="5" creationId="{939D60EF-9EBC-B9A8-966E-844E1935A960}"/>
          </ac:spMkLst>
        </pc:spChg>
      </pc:sldChg>
      <pc:sldChg chg="addSp delSp modSp add mod modNotesTx">
        <pc:chgData name="Lizeth Visser" userId="113a6582-e6bf-4e81-ae2c-82fb1229eb82" providerId="ADAL" clId="{81A831A3-9F2A-4A35-BC4E-5BAE48754FF0}" dt="2022-09-02T12:50:13.585" v="354"/>
        <pc:sldMkLst>
          <pc:docMk/>
          <pc:sldMk cId="1737775302" sldId="278"/>
        </pc:sldMkLst>
        <pc:spChg chg="mod">
          <ac:chgData name="Lizeth Visser" userId="113a6582-e6bf-4e81-ae2c-82fb1229eb82" providerId="ADAL" clId="{81A831A3-9F2A-4A35-BC4E-5BAE48754FF0}" dt="2022-09-02T12:47:48.143" v="251" actId="20577"/>
          <ac:spMkLst>
            <pc:docMk/>
            <pc:sldMk cId="1737775302" sldId="278"/>
            <ac:spMk id="4" creationId="{C5C205D2-320F-632E-1B93-D402B051608E}"/>
          </ac:spMkLst>
        </pc:spChg>
        <pc:graphicFrameChg chg="del mod modGraphic">
          <ac:chgData name="Lizeth Visser" userId="113a6582-e6bf-4e81-ae2c-82fb1229eb82" providerId="ADAL" clId="{81A831A3-9F2A-4A35-BC4E-5BAE48754FF0}" dt="2022-09-02T12:48:17.662" v="270" actId="478"/>
          <ac:graphicFrameMkLst>
            <pc:docMk/>
            <pc:sldMk cId="1737775302" sldId="278"/>
            <ac:graphicFrameMk id="5" creationId="{B76DB3FB-8F9F-D8B4-754B-3E5B32DE6F93}"/>
          </ac:graphicFrameMkLst>
        </pc:graphicFrameChg>
        <pc:graphicFrameChg chg="add del">
          <ac:chgData name="Lizeth Visser" userId="113a6582-e6bf-4e81-ae2c-82fb1229eb82" providerId="ADAL" clId="{81A831A3-9F2A-4A35-BC4E-5BAE48754FF0}" dt="2022-09-02T12:48:15.086" v="269"/>
          <ac:graphicFrameMkLst>
            <pc:docMk/>
            <pc:sldMk cId="1737775302" sldId="278"/>
            <ac:graphicFrameMk id="6" creationId="{3F07ABE0-5925-75FF-4371-3CDCC85A6BCC}"/>
          </ac:graphicFrameMkLst>
        </pc:graphicFrameChg>
        <pc:graphicFrameChg chg="add del">
          <ac:chgData name="Lizeth Visser" userId="113a6582-e6bf-4e81-ae2c-82fb1229eb82" providerId="ADAL" clId="{81A831A3-9F2A-4A35-BC4E-5BAE48754FF0}" dt="2022-09-02T12:48:36.309" v="272" actId="3680"/>
          <ac:graphicFrameMkLst>
            <pc:docMk/>
            <pc:sldMk cId="1737775302" sldId="278"/>
            <ac:graphicFrameMk id="7" creationId="{59DB7D3D-D4F8-35A5-9D2E-30BCBBBD683A}"/>
          </ac:graphicFrameMkLst>
        </pc:graphicFrameChg>
        <pc:graphicFrameChg chg="add mod modGraphic">
          <ac:chgData name="Lizeth Visser" userId="113a6582-e6bf-4e81-ae2c-82fb1229eb82" providerId="ADAL" clId="{81A831A3-9F2A-4A35-BC4E-5BAE48754FF0}" dt="2022-09-02T12:50:02.692" v="353" actId="255"/>
          <ac:graphicFrameMkLst>
            <pc:docMk/>
            <pc:sldMk cId="1737775302" sldId="278"/>
            <ac:graphicFrameMk id="8" creationId="{7CBD4BDC-5609-B4A7-77C5-59EE584296AA}"/>
          </ac:graphicFrameMkLst>
        </pc:graphicFrameChg>
      </pc:sldChg>
      <pc:sldChg chg="modSp add mod modClrScheme chgLayout">
        <pc:chgData name="Lizeth Visser" userId="113a6582-e6bf-4e81-ae2c-82fb1229eb82" providerId="ADAL" clId="{81A831A3-9F2A-4A35-BC4E-5BAE48754FF0}" dt="2022-09-02T12:52:11.794" v="394" actId="14734"/>
        <pc:sldMkLst>
          <pc:docMk/>
          <pc:sldMk cId="3197928373" sldId="279"/>
        </pc:sldMkLst>
        <pc:spChg chg="mod">
          <ac:chgData name="Lizeth Visser" userId="113a6582-e6bf-4e81-ae2c-82fb1229eb82" providerId="ADAL" clId="{81A831A3-9F2A-4A35-BC4E-5BAE48754FF0}" dt="2022-09-02T12:51:59.914" v="391" actId="1076"/>
          <ac:spMkLst>
            <pc:docMk/>
            <pc:sldMk cId="3197928373" sldId="279"/>
            <ac:spMk id="2" creationId="{704679C0-980B-4A82-B82D-37B4A7F9372D}"/>
          </ac:spMkLst>
        </pc:spChg>
        <pc:graphicFrameChg chg="mod modGraphic">
          <ac:chgData name="Lizeth Visser" userId="113a6582-e6bf-4e81-ae2c-82fb1229eb82" providerId="ADAL" clId="{81A831A3-9F2A-4A35-BC4E-5BAE48754FF0}" dt="2022-09-02T12:52:11.794" v="394" actId="14734"/>
          <ac:graphicFrameMkLst>
            <pc:docMk/>
            <pc:sldMk cId="3197928373" sldId="279"/>
            <ac:graphicFrameMk id="5" creationId="{7F39E5DD-C87C-42D1-B744-C9DF31094446}"/>
          </ac:graphicFrameMkLst>
        </pc:graphicFrameChg>
      </pc:sldChg>
      <pc:sldChg chg="modSp add mod modClrScheme chgLayout">
        <pc:chgData name="Lizeth Visser" userId="113a6582-e6bf-4e81-ae2c-82fb1229eb82" providerId="ADAL" clId="{81A831A3-9F2A-4A35-BC4E-5BAE48754FF0}" dt="2022-09-02T12:55:58.733" v="437" actId="255"/>
        <pc:sldMkLst>
          <pc:docMk/>
          <pc:sldMk cId="1324716194" sldId="280"/>
        </pc:sldMkLst>
        <pc:spChg chg="mod">
          <ac:chgData name="Lizeth Visser" userId="113a6582-e6bf-4e81-ae2c-82fb1229eb82" providerId="ADAL" clId="{81A831A3-9F2A-4A35-BC4E-5BAE48754FF0}" dt="2022-09-02T12:52:58.918" v="401" actId="14100"/>
          <ac:spMkLst>
            <pc:docMk/>
            <pc:sldMk cId="1324716194" sldId="280"/>
            <ac:spMk id="2" creationId="{C337D36B-0D8C-4CD7-89D6-54C25A72A42C}"/>
          </ac:spMkLst>
        </pc:spChg>
        <pc:graphicFrameChg chg="add mod modGraphic">
          <ac:chgData name="Lizeth Visser" userId="113a6582-e6bf-4e81-ae2c-82fb1229eb82" providerId="ADAL" clId="{81A831A3-9F2A-4A35-BC4E-5BAE48754FF0}" dt="2022-09-02T12:55:58.733" v="437" actId="255"/>
          <ac:graphicFrameMkLst>
            <pc:docMk/>
            <pc:sldMk cId="1324716194" sldId="280"/>
            <ac:graphicFrameMk id="4" creationId="{C0EDCD51-0EDD-40F2-8C19-1A2381BD96F1}"/>
          </ac:graphicFrameMkLst>
        </pc:graphicFrameChg>
      </pc:sldChg>
      <pc:sldChg chg="modSp add mod modClrScheme chgLayout">
        <pc:chgData name="Lizeth Visser" userId="113a6582-e6bf-4e81-ae2c-82fb1229eb82" providerId="ADAL" clId="{81A831A3-9F2A-4A35-BC4E-5BAE48754FF0}" dt="2022-09-02T12:55:46.625" v="436" actId="14100"/>
        <pc:sldMkLst>
          <pc:docMk/>
          <pc:sldMk cId="1658053885" sldId="281"/>
        </pc:sldMkLst>
        <pc:spChg chg="mod">
          <ac:chgData name="Lizeth Visser" userId="113a6582-e6bf-4e81-ae2c-82fb1229eb82" providerId="ADAL" clId="{81A831A3-9F2A-4A35-BC4E-5BAE48754FF0}" dt="2022-09-02T12:55:40.370" v="434" actId="14100"/>
          <ac:spMkLst>
            <pc:docMk/>
            <pc:sldMk cId="1658053885" sldId="281"/>
            <ac:spMk id="2" creationId="{867D8CEB-5D2B-4D98-B622-77945FE82A40}"/>
          </ac:spMkLst>
        </pc:spChg>
        <pc:graphicFrameChg chg="mod modGraphic">
          <ac:chgData name="Lizeth Visser" userId="113a6582-e6bf-4e81-ae2c-82fb1229eb82" providerId="ADAL" clId="{81A831A3-9F2A-4A35-BC4E-5BAE48754FF0}" dt="2022-09-02T12:55:46.625" v="436" actId="14100"/>
          <ac:graphicFrameMkLst>
            <pc:docMk/>
            <pc:sldMk cId="1658053885" sldId="281"/>
            <ac:graphicFrameMk id="4" creationId="{61A899CA-66EF-4ED7-8BD8-DCCA911C26DB}"/>
          </ac:graphicFrameMkLst>
        </pc:graphicFrameChg>
      </pc:sldChg>
      <pc:sldChg chg="modSp add mod chgLayout">
        <pc:chgData name="Lizeth Visser" userId="113a6582-e6bf-4e81-ae2c-82fb1229eb82" providerId="ADAL" clId="{81A831A3-9F2A-4A35-BC4E-5BAE48754FF0}" dt="2022-09-02T12:56:06.626" v="438" actId="255"/>
        <pc:sldMkLst>
          <pc:docMk/>
          <pc:sldMk cId="3268874349" sldId="282"/>
        </pc:sldMkLst>
        <pc:spChg chg="mod">
          <ac:chgData name="Lizeth Visser" userId="113a6582-e6bf-4e81-ae2c-82fb1229eb82" providerId="ADAL" clId="{81A831A3-9F2A-4A35-BC4E-5BAE48754FF0}" dt="2022-09-02T12:55:24.550" v="429" actId="14100"/>
          <ac:spMkLst>
            <pc:docMk/>
            <pc:sldMk cId="3268874349" sldId="282"/>
            <ac:spMk id="2" creationId="{E39A16B5-1960-47B6-9D67-8E00531530D3}"/>
          </ac:spMkLst>
        </pc:spChg>
        <pc:graphicFrameChg chg="add mod modGraphic">
          <ac:chgData name="Lizeth Visser" userId="113a6582-e6bf-4e81-ae2c-82fb1229eb82" providerId="ADAL" clId="{81A831A3-9F2A-4A35-BC4E-5BAE48754FF0}" dt="2022-09-02T12:56:06.626" v="438" actId="255"/>
          <ac:graphicFrameMkLst>
            <pc:docMk/>
            <pc:sldMk cId="3268874349" sldId="282"/>
            <ac:graphicFrameMk id="4" creationId="{ADCBC9C8-A147-4A83-ACFE-A8FBBFC06116}"/>
          </ac:graphicFrameMkLst>
        </pc:graphicFrameChg>
      </pc:sldChg>
      <pc:sldChg chg="modSp add mod chgLayout">
        <pc:chgData name="Lizeth Visser" userId="113a6582-e6bf-4e81-ae2c-82fb1229eb82" providerId="ADAL" clId="{81A831A3-9F2A-4A35-BC4E-5BAE48754FF0}" dt="2022-09-02T12:55:16.442" v="427" actId="14734"/>
        <pc:sldMkLst>
          <pc:docMk/>
          <pc:sldMk cId="963691598" sldId="283"/>
        </pc:sldMkLst>
        <pc:spChg chg="mod">
          <ac:chgData name="Lizeth Visser" userId="113a6582-e6bf-4e81-ae2c-82fb1229eb82" providerId="ADAL" clId="{81A831A3-9F2A-4A35-BC4E-5BAE48754FF0}" dt="2022-09-02T12:55:03.422" v="423" actId="14100"/>
          <ac:spMkLst>
            <pc:docMk/>
            <pc:sldMk cId="963691598" sldId="283"/>
            <ac:spMk id="2" creationId="{15111583-63FD-4FED-A262-A290F5360806}"/>
          </ac:spMkLst>
        </pc:spChg>
        <pc:graphicFrameChg chg="mod modGraphic">
          <ac:chgData name="Lizeth Visser" userId="113a6582-e6bf-4e81-ae2c-82fb1229eb82" providerId="ADAL" clId="{81A831A3-9F2A-4A35-BC4E-5BAE48754FF0}" dt="2022-09-02T12:55:16.442" v="427" actId="14734"/>
          <ac:graphicFrameMkLst>
            <pc:docMk/>
            <pc:sldMk cId="963691598" sldId="283"/>
            <ac:graphicFrameMk id="4" creationId="{058C74E0-D284-4A6D-BFF0-DAC4198C61EE}"/>
          </ac:graphicFrameMkLst>
        </pc:graphicFrameChg>
      </pc:sldChg>
      <pc:sldChg chg="modSp add">
        <pc:chgData name="Lizeth Visser" userId="113a6582-e6bf-4e81-ae2c-82fb1229eb82" providerId="ADAL" clId="{81A831A3-9F2A-4A35-BC4E-5BAE48754FF0}" dt="2022-09-02T12:54:36.281" v="418"/>
        <pc:sldMkLst>
          <pc:docMk/>
          <pc:sldMk cId="1395501934" sldId="284"/>
        </pc:sldMkLst>
        <pc:spChg chg="mod">
          <ac:chgData name="Lizeth Visser" userId="113a6582-e6bf-4e81-ae2c-82fb1229eb82" providerId="ADAL" clId="{81A831A3-9F2A-4A35-BC4E-5BAE48754FF0}" dt="2022-09-02T12:54:36.281" v="418"/>
          <ac:spMkLst>
            <pc:docMk/>
            <pc:sldMk cId="1395501934" sldId="284"/>
            <ac:spMk id="2" creationId="{5C8648A2-9D15-D30D-D00D-F6A8AC1A225D}"/>
          </ac:spMkLst>
        </pc:spChg>
        <pc:spChg chg="mod">
          <ac:chgData name="Lizeth Visser" userId="113a6582-e6bf-4e81-ae2c-82fb1229eb82" providerId="ADAL" clId="{81A831A3-9F2A-4A35-BC4E-5BAE48754FF0}" dt="2022-09-02T12:54:36.281" v="418"/>
          <ac:spMkLst>
            <pc:docMk/>
            <pc:sldMk cId="1395501934" sldId="284"/>
            <ac:spMk id="3" creationId="{A603F7F3-CF6E-8040-D66F-6CE11CA211E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C2E5DB-240A-446B-AA28-F57DCD5CA8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8D21BD-88C9-4D4D-99A9-5751B68BE68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EF65E1-3E59-4D1F-A0AC-D846ECCF1D0E}" type="datetimeFigureOut">
              <a:rPr lang="en-ZA" smtClean="0"/>
              <a:t>2022/09/02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C26EA-8B43-48DF-880C-205C372A1BE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DAF458-C772-46E7-A52D-E95F468D54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E040E-4AE5-434F-880A-C807B6700EF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895117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07BF86-7734-6C4B-8FF0-1655ED0828B0}" type="datetimeFigureOut">
              <a:rPr lang="en-US" smtClean="0"/>
              <a:t>9/2/2022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50786-E69E-4245-9002-129851F75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06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This is the title slide for your presentation.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chemeClr val="tx1"/>
                </a:solidFill>
              </a:rPr>
              <a:t>Remember! This an example, you can create your own presentation if you want.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300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b="1" dirty="0"/>
              <a:t>This is an example, you can changes the titles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26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ZA" b="1" dirty="0"/>
              <a:t>In this slide, indicate the strengths and opportunities for the company you are working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41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ZA" b="1" dirty="0"/>
              <a:t>What is your strengths? </a:t>
            </a:r>
          </a:p>
          <a:p>
            <a:pPr marL="457200" indent="-457200">
              <a:buAutoNum type="arabicPeriod"/>
            </a:pPr>
            <a:r>
              <a:rPr lang="en-ZA" b="1" dirty="0"/>
              <a:t>What opportunities do you have to advance your career?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7010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ZA" b="1" dirty="0"/>
              <a:t>In this slide explain what learning goals you had and indicate if you met your goals or not.</a:t>
            </a:r>
          </a:p>
          <a:p>
            <a:pPr marL="457200" indent="-457200">
              <a:buFont typeface="+mj-lt"/>
              <a:buAutoNum type="arabicPeriod"/>
            </a:pPr>
            <a:r>
              <a:rPr lang="en-ZA" b="1" dirty="0"/>
              <a:t>It can be 5 goals or 10 goals, remember it is about your personal goals you had during this programme.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38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ZA" b="1" dirty="0"/>
              <a:t>What challenges did you have in the past 12 months while on this programme?</a:t>
            </a:r>
          </a:p>
          <a:p>
            <a:pPr marL="457200" indent="-457200">
              <a:buFont typeface="+mj-lt"/>
              <a:buAutoNum type="arabicPeriod"/>
            </a:pPr>
            <a:r>
              <a:rPr lang="en-ZA" b="1" dirty="0"/>
              <a:t>How did you overcome each of these challenges?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2493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ZA" b="1" dirty="0"/>
              <a:t>You were supposed to rotate in your company and learn about other departments. What did you learn?</a:t>
            </a:r>
          </a:p>
          <a:p>
            <a:pPr marL="457200" indent="-457200">
              <a:buFont typeface="+mj-lt"/>
              <a:buAutoNum type="arabicPeriod"/>
            </a:pPr>
            <a:r>
              <a:rPr lang="en-ZA" b="1" dirty="0"/>
              <a:t>If you did not work in other departments, what did you learn about other departments interaction with your department?</a:t>
            </a:r>
          </a:p>
          <a:p>
            <a:pPr marL="457200" indent="-457200">
              <a:buFont typeface="+mj-lt"/>
              <a:buAutoNum type="arabicPeriod"/>
            </a:pPr>
            <a:r>
              <a:rPr lang="en-ZA" b="1" dirty="0"/>
              <a:t>How did this benefit you?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2275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ZA" b="1" dirty="0"/>
              <a:t>Add a picture of your reflective journal to show that you did use a reflective journal. </a:t>
            </a:r>
          </a:p>
          <a:p>
            <a:pPr marL="457200" indent="-457200">
              <a:buFont typeface="+mj-lt"/>
              <a:buAutoNum type="arabicPeriod"/>
            </a:pPr>
            <a:r>
              <a:rPr lang="en-ZA" b="1" dirty="0"/>
              <a:t>Remember: The viewers were not part of the process so they would not have seen your journal.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363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ZA" b="1" dirty="0"/>
              <a:t>You were supposed to have a project for the year.</a:t>
            </a:r>
          </a:p>
          <a:p>
            <a:pPr marL="457200" indent="-457200">
              <a:buFont typeface="+mj-lt"/>
              <a:buAutoNum type="arabicPeriod"/>
            </a:pPr>
            <a:r>
              <a:rPr lang="en-ZA" b="1" dirty="0"/>
              <a:t>What have you learned from the project and programme that you will take away/remember after this programme?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94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ZA" b="1" dirty="0"/>
              <a:t>Remember: You had monthly meetings with your mentor, but the viewer were not part of those meetings.</a:t>
            </a:r>
          </a:p>
          <a:p>
            <a:pPr marL="457200" indent="-457200">
              <a:buFont typeface="+mj-lt"/>
              <a:buAutoNum type="arabicPeriod"/>
            </a:pPr>
            <a:r>
              <a:rPr lang="en-ZA" b="1" dirty="0"/>
              <a:t>Give feedback on your progress reports. Example: Were all 12 reports done? Did you and your mentor discuss it? Did you get good feedback or poor feedback. What did you learn from your sessions with your mentor?</a:t>
            </a:r>
          </a:p>
          <a:p>
            <a:pPr marL="457200" indent="-457200">
              <a:buFont typeface="+mj-lt"/>
              <a:buAutoNum type="arabicPeriod"/>
            </a:pPr>
            <a:r>
              <a:rPr lang="en-ZA" b="1" dirty="0"/>
              <a:t>This is an example, you can change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65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ZA" b="1" dirty="0"/>
              <a:t>Remember this is an example, you can change the slide.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397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b="1" dirty="0"/>
              <a:t>This is an example, you can changes the titles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7194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ZA" b="1" dirty="0"/>
              <a:t>Remember this programme is about a process you had to go through.</a:t>
            </a:r>
          </a:p>
          <a:p>
            <a:pPr marL="457200" indent="-457200">
              <a:buAutoNum type="arabicPeriod"/>
            </a:pPr>
            <a:r>
              <a:rPr lang="en-ZA" b="1" dirty="0"/>
              <a:t>Phase 1 was about your induction into the company, your job and this programme.</a:t>
            </a:r>
          </a:p>
          <a:p>
            <a:pPr marL="457200" indent="-457200">
              <a:buAutoNum type="arabicPeriod"/>
            </a:pPr>
            <a:r>
              <a:rPr lang="en-ZA" b="1" dirty="0"/>
              <a:t>Tell the viewer how the first few months went. What did you experience? What did you learn? Did you have challenges?</a:t>
            </a:r>
          </a:p>
          <a:p>
            <a:pPr marL="457200" indent="-457200">
              <a:buAutoNum type="arabicPeriod"/>
            </a:pPr>
            <a:r>
              <a:rPr lang="en-ZA" b="1" dirty="0"/>
              <a:t>Remember this slide is just an example, you can change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2065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ZA" b="1" dirty="0"/>
              <a:t>Phase 2 was about you identifying a problem or a need in the department or company you are working in.</a:t>
            </a:r>
          </a:p>
          <a:p>
            <a:pPr marL="457200" indent="-457200">
              <a:buAutoNum type="arabicPeriod"/>
            </a:pPr>
            <a:r>
              <a:rPr lang="en-ZA" b="1" dirty="0"/>
              <a:t>You had to find solutions for the problem/need you identified.</a:t>
            </a:r>
          </a:p>
          <a:p>
            <a:pPr marL="457200" indent="-457200">
              <a:buAutoNum type="arabicPeriod"/>
            </a:pPr>
            <a:r>
              <a:rPr lang="en-ZA" b="1" dirty="0"/>
              <a:t>Tell the viewer about the problems or needs you saw. Tell them if you had solutions or not for the problem/need you identified. You must have at least one solution for one of the problems/needs.</a:t>
            </a:r>
          </a:p>
          <a:p>
            <a:pPr marL="457200" indent="-457200">
              <a:buAutoNum type="arabicPeriod"/>
            </a:pPr>
            <a:r>
              <a:rPr lang="en-ZA" b="1" dirty="0"/>
              <a:t>Remember this slide is just an example, you can change it.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6552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ZA" b="1" dirty="0"/>
              <a:t>Now take that one problem/need that you had a solution for and tell the viewer about your solution.</a:t>
            </a:r>
          </a:p>
          <a:p>
            <a:pPr marL="457200" indent="-457200">
              <a:buAutoNum type="arabicPeriod"/>
            </a:pPr>
            <a:r>
              <a:rPr lang="en-ZA" b="1" dirty="0"/>
              <a:t>What was your solution about? Then also tell the viewer if your solution worked. Were there challenges? Did it work or did you have to change your solution?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2193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ZA" b="1" dirty="0"/>
              <a:t>This is now the final Phase of your programme. You had to do a final report with your mentor.</a:t>
            </a:r>
          </a:p>
          <a:p>
            <a:pPr marL="457200" indent="-457200">
              <a:buAutoNum type="arabicPeriod"/>
            </a:pPr>
            <a:r>
              <a:rPr lang="en-ZA" b="1" dirty="0"/>
              <a:t>Tell the viewer if you and you mentor did your Final report.</a:t>
            </a:r>
          </a:p>
          <a:p>
            <a:pPr marL="457200" indent="-457200">
              <a:buAutoNum type="arabicPeriod"/>
            </a:pPr>
            <a:r>
              <a:rPr lang="en-ZA" b="1" dirty="0"/>
              <a:t>Tell the viewer about your experience while doing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8433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ZA" b="1" dirty="0"/>
              <a:t>What pass mark / result did you get for your assessments?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6BE02D-20C0-F840-AFAC-BEA99C74FDC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0096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b="1" dirty="0"/>
              <a:t>This is an example, you can changes the titles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1519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b="1" dirty="0"/>
              <a:t>1. Tell the viewer how you grew. What skills did you learn that you did not have before? 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000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ZA" b="1" dirty="0"/>
              <a:t>Tell the viewer how your qualification helped you in this phase. OR if it didn’t.</a:t>
            </a:r>
          </a:p>
          <a:p>
            <a:pPr marL="457200" indent="-457200">
              <a:buAutoNum type="arabicPeriod"/>
            </a:pPr>
            <a:r>
              <a:rPr lang="en-ZA" b="1" dirty="0"/>
              <a:t>If you don’t have a qualification, tell the viewer how what you learned in school or at a previous work place helped you in this programme. Or if it didn’t help you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254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7670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b="1" dirty="0"/>
              <a:t>This is an example, you can changes the titles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6262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ZA" b="1" dirty="0"/>
              <a:t>The last thing you need to explain is what your final report says – keep it short.</a:t>
            </a:r>
          </a:p>
          <a:p>
            <a:pPr marL="457200" indent="-457200">
              <a:buFont typeface="+mj-lt"/>
              <a:buAutoNum type="arabicPeriod"/>
            </a:pPr>
            <a:r>
              <a:rPr lang="en-ZA" b="1" dirty="0"/>
              <a:t>Tell the viewer how your team/manager would describe your attitude/passion/knowledge in the workplace. </a:t>
            </a:r>
          </a:p>
          <a:p>
            <a:pPr marL="457200" indent="-457200">
              <a:buFont typeface="+mj-lt"/>
              <a:buAutoNum type="arabicPeriod"/>
            </a:pPr>
            <a:r>
              <a:rPr lang="en-ZA" b="1" dirty="0"/>
              <a:t>Would people give you compliments? Do they find you easy to work with? 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0276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ZA" b="1" dirty="0"/>
              <a:t>This is an example of a last slide where you give a chance to ask you questions and then you answer them.</a:t>
            </a:r>
          </a:p>
          <a:p>
            <a:pPr marL="0" indent="0">
              <a:buFont typeface="+mj-lt"/>
              <a:buNone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418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You must add in your detail and can edit the background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50786-E69E-4245-9002-129851F759A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361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table, refrigerator&#10;&#10;Description automatically generated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4413" y="2061149"/>
            <a:ext cx="4794354" cy="144881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rgbClr val="183264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r>
              <a:rPr lang="en-US" dirty="0"/>
              <a:t>Cover 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94413" y="3936719"/>
            <a:ext cx="4794354" cy="101493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183264"/>
                </a:solidFill>
                <a:latin typeface="Poppins Medium" panose="02000000000000000000" pitchFamily="2" charset="0"/>
                <a:cs typeface="Poppins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Cover Sub heading</a:t>
            </a:r>
          </a:p>
        </p:txBody>
      </p:sp>
      <p:pic>
        <p:nvPicPr>
          <p:cNvPr id="10" name="Picture 9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22D55415-B81C-C440-8B22-057AB84624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413" y="1232317"/>
            <a:ext cx="2056775" cy="40207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34A4F2-3978-A642-A819-9FAD9BB8CD6A}"/>
              </a:ext>
            </a:extLst>
          </p:cNvPr>
          <p:cNvCxnSpPr>
            <a:cxnSpLocks/>
          </p:cNvCxnSpPr>
          <p:nvPr userDrawn="1"/>
        </p:nvCxnSpPr>
        <p:spPr>
          <a:xfrm>
            <a:off x="894413" y="3734345"/>
            <a:ext cx="2056775" cy="0"/>
          </a:xfrm>
          <a:prstGeom prst="line">
            <a:avLst/>
          </a:prstGeom>
          <a:ln w="28575">
            <a:solidFill>
              <a:srgbClr val="F471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22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4413" y="2061149"/>
            <a:ext cx="4794354" cy="144881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r>
              <a:rPr lang="en-US" dirty="0"/>
              <a:t>Cover 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94413" y="3936719"/>
            <a:ext cx="4794354" cy="101493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Poppins Medium" panose="02000000000000000000" pitchFamily="2" charset="0"/>
                <a:cs typeface="Poppins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Cover Sub heading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D55415-B81C-C440-8B22-057AB84624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414" y="1232317"/>
            <a:ext cx="2056773" cy="40207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34A4F2-3978-A642-A819-9FAD9BB8CD6A}"/>
              </a:ext>
            </a:extLst>
          </p:cNvPr>
          <p:cNvCxnSpPr>
            <a:cxnSpLocks/>
          </p:cNvCxnSpPr>
          <p:nvPr userDrawn="1"/>
        </p:nvCxnSpPr>
        <p:spPr>
          <a:xfrm>
            <a:off x="894413" y="3734345"/>
            <a:ext cx="2056775" cy="0"/>
          </a:xfrm>
          <a:prstGeom prst="line">
            <a:avLst/>
          </a:prstGeom>
          <a:ln w="28575">
            <a:solidFill>
              <a:srgbClr val="8DC1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9885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4413" y="2061149"/>
            <a:ext cx="4794354" cy="144881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rgbClr val="183264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r>
              <a:rPr lang="en-US" dirty="0"/>
              <a:t>Cover 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94413" y="3936719"/>
            <a:ext cx="4794354" cy="101493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183264"/>
                </a:solidFill>
                <a:latin typeface="Poppins Medium" panose="02000000000000000000" pitchFamily="2" charset="0"/>
                <a:cs typeface="Poppins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Cover Sub heading</a:t>
            </a:r>
          </a:p>
        </p:txBody>
      </p:sp>
      <p:pic>
        <p:nvPicPr>
          <p:cNvPr id="10" name="Picture 9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22D55415-B81C-C440-8B22-057AB846249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4413" y="1232317"/>
            <a:ext cx="2056775" cy="40207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34A4F2-3978-A642-A819-9FAD9BB8CD6A}"/>
              </a:ext>
            </a:extLst>
          </p:cNvPr>
          <p:cNvCxnSpPr>
            <a:cxnSpLocks/>
          </p:cNvCxnSpPr>
          <p:nvPr userDrawn="1"/>
        </p:nvCxnSpPr>
        <p:spPr>
          <a:xfrm>
            <a:off x="894413" y="3734345"/>
            <a:ext cx="2056775" cy="0"/>
          </a:xfrm>
          <a:prstGeom prst="line">
            <a:avLst/>
          </a:prstGeom>
          <a:ln w="28575">
            <a:solidFill>
              <a:srgbClr val="F471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26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DE6529B-FC3B-4141-9A78-D3E83922D7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4413" y="2061149"/>
            <a:ext cx="4794354" cy="144881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rgbClr val="F37163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r>
              <a:rPr lang="en-US" dirty="0"/>
              <a:t>Section Divider Heading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269F172-261F-AF46-8DD0-1C572E0117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413" y="3936719"/>
            <a:ext cx="4794354" cy="101493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F37163"/>
                </a:solidFill>
                <a:latin typeface="Poppins Medium" panose="02000000000000000000" pitchFamily="2" charset="0"/>
                <a:cs typeface="Poppins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Divider Sub heading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1C4320-8637-6F47-B3F1-02E0D9587F65}"/>
              </a:ext>
            </a:extLst>
          </p:cNvPr>
          <p:cNvCxnSpPr>
            <a:cxnSpLocks/>
          </p:cNvCxnSpPr>
          <p:nvPr userDrawn="1"/>
        </p:nvCxnSpPr>
        <p:spPr>
          <a:xfrm>
            <a:off x="894413" y="3734345"/>
            <a:ext cx="2056775" cy="0"/>
          </a:xfrm>
          <a:prstGeom prst="line">
            <a:avLst/>
          </a:prstGeom>
          <a:ln w="28575">
            <a:solidFill>
              <a:srgbClr val="FAB2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BB7FDE45-FEA2-9241-83F6-DE33C978CF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5601" y="194195"/>
            <a:ext cx="1304146" cy="25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039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4413" y="2061149"/>
            <a:ext cx="4794354" cy="144881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rgbClr val="183264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r>
              <a:rPr lang="en-US" dirty="0"/>
              <a:t>Section Divider 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94413" y="3936719"/>
            <a:ext cx="4794354" cy="101493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183264"/>
                </a:solidFill>
                <a:latin typeface="Poppins Medium" panose="02000000000000000000" pitchFamily="2" charset="0"/>
                <a:cs typeface="Poppins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Section Divider Sub 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34A4F2-3978-A642-A819-9FAD9BB8CD6A}"/>
              </a:ext>
            </a:extLst>
          </p:cNvPr>
          <p:cNvCxnSpPr>
            <a:cxnSpLocks/>
          </p:cNvCxnSpPr>
          <p:nvPr userDrawn="1"/>
        </p:nvCxnSpPr>
        <p:spPr>
          <a:xfrm>
            <a:off x="894413" y="3734345"/>
            <a:ext cx="2056775" cy="0"/>
          </a:xfrm>
          <a:prstGeom prst="line">
            <a:avLst/>
          </a:prstGeom>
          <a:ln w="28575">
            <a:solidFill>
              <a:srgbClr val="1178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B81D8C0-2E54-A948-B1A7-0704AF9738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344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269F172-261F-AF46-8DD0-1C572E0117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413" y="938686"/>
            <a:ext cx="3625121" cy="762679"/>
          </a:xfrm>
        </p:spPr>
        <p:txBody>
          <a:bodyPr/>
          <a:lstStyle>
            <a:lvl1pPr marL="0" indent="0" algn="l">
              <a:buNone/>
              <a:defRPr sz="2800">
                <a:solidFill>
                  <a:srgbClr val="8D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 Page Heading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A7321-4DBB-7246-B8A3-DA9BF13F35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93763" y="2090738"/>
            <a:ext cx="3625850" cy="4017962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400" b="0" i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eSTUDY is a digital training company that helps businesses to upskill and train their staff with cutting-edge technology and training innovation.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We give businesses access to world-class training technology and revolutionary training methods. As a proudly South African company with international flair and local accreditation. eSTUDY meets all the necessary BEE criteria.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9D405A-F58E-274B-B302-95999D135847}"/>
              </a:ext>
            </a:extLst>
          </p:cNvPr>
          <p:cNvCxnSpPr>
            <a:cxnSpLocks/>
          </p:cNvCxnSpPr>
          <p:nvPr userDrawn="1"/>
        </p:nvCxnSpPr>
        <p:spPr>
          <a:xfrm>
            <a:off x="893763" y="1755628"/>
            <a:ext cx="1728866" cy="0"/>
          </a:xfrm>
          <a:prstGeom prst="line">
            <a:avLst/>
          </a:prstGeom>
          <a:ln w="28575">
            <a:solidFill>
              <a:srgbClr val="8DC1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65C36DB9-7CD4-CC4D-9BFB-C201E7B57F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066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269F172-261F-AF46-8DD0-1C572E0117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01515" y="938686"/>
            <a:ext cx="4127112" cy="762679"/>
          </a:xfrm>
        </p:spPr>
        <p:txBody>
          <a:bodyPr/>
          <a:lstStyle>
            <a:lvl1pPr marL="0" indent="0" algn="l">
              <a:buNone/>
              <a:defRPr sz="2800">
                <a:solidFill>
                  <a:srgbClr val="1178B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 Page Heading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1C4320-8637-6F47-B3F1-02E0D9587F65}"/>
              </a:ext>
            </a:extLst>
          </p:cNvPr>
          <p:cNvCxnSpPr>
            <a:cxnSpLocks/>
          </p:cNvCxnSpPr>
          <p:nvPr userDrawn="1"/>
        </p:nvCxnSpPr>
        <p:spPr>
          <a:xfrm>
            <a:off x="1501515" y="1755628"/>
            <a:ext cx="1728866" cy="0"/>
          </a:xfrm>
          <a:prstGeom prst="line">
            <a:avLst/>
          </a:prstGeom>
          <a:ln w="28575">
            <a:solidFill>
              <a:srgbClr val="1178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A7321-4DBB-7246-B8A3-DA9BF13F35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0865" y="2090738"/>
            <a:ext cx="4127942" cy="4017962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400" b="0" i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eSTUDY is a digital training company that helps businesses to upskill and train their staff with cutting-edge technology and training innovation.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We give businesses access to world-class training technology and revolutionary training methods. As a proudly South African company with international flair and local accreditation. eSTUDY meets all the necessary BEE criteria.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969A04-2E6A-064C-96D4-5157FF9531AD}"/>
              </a:ext>
            </a:extLst>
          </p:cNvPr>
          <p:cNvCxnSpPr>
            <a:cxnSpLocks/>
          </p:cNvCxnSpPr>
          <p:nvPr userDrawn="1"/>
        </p:nvCxnSpPr>
        <p:spPr>
          <a:xfrm>
            <a:off x="6395804" y="1755628"/>
            <a:ext cx="1728866" cy="0"/>
          </a:xfrm>
          <a:prstGeom prst="line">
            <a:avLst/>
          </a:prstGeom>
          <a:ln w="28575">
            <a:solidFill>
              <a:srgbClr val="8DC1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C3C1BE8-386C-F14A-B1BE-5CEC01E76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5154" y="2090738"/>
            <a:ext cx="4127942" cy="4017962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400" b="0" i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eSTUDY is a digital training company that helps businesses to upskill and train their staff with cutting-edge technology and training innovation.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We give businesses access to world-class training technology and revolutionary training methods. As a proudly South African company with international flair and local accreditation. eSTUDY meets all the necessary BEE criteria.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7ABE2-5090-2C4C-BCCC-2330AE00D1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81543" y="938214"/>
            <a:ext cx="4129087" cy="703208"/>
          </a:xfrm>
        </p:spPr>
        <p:txBody>
          <a:bodyPr>
            <a:normAutofit/>
          </a:bodyPr>
          <a:lstStyle>
            <a:lvl1pPr marL="0" indent="0">
              <a:buNone/>
              <a:defRPr sz="2800" b="0" i="0">
                <a:solidFill>
                  <a:srgbClr val="8D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Content Page Heading</a:t>
            </a:r>
          </a:p>
        </p:txBody>
      </p:sp>
      <p:pic>
        <p:nvPicPr>
          <p:cNvPr id="16" name="Picture 15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CE580D01-5371-E34F-8252-6E0243FCB9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354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269F172-261F-AF46-8DD0-1C572E0117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51827" y="1883067"/>
            <a:ext cx="2688345" cy="691754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rgbClr val="1178B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 Heading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1C4320-8637-6F47-B3F1-02E0D9587F65}"/>
              </a:ext>
            </a:extLst>
          </p:cNvPr>
          <p:cNvCxnSpPr>
            <a:cxnSpLocks/>
          </p:cNvCxnSpPr>
          <p:nvPr userDrawn="1"/>
        </p:nvCxnSpPr>
        <p:spPr>
          <a:xfrm>
            <a:off x="5231566" y="2632553"/>
            <a:ext cx="1728866" cy="0"/>
          </a:xfrm>
          <a:prstGeom prst="line">
            <a:avLst/>
          </a:prstGeom>
          <a:ln w="28575">
            <a:solidFill>
              <a:srgbClr val="1178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A7321-4DBB-7246-B8A3-DA9BF13F35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51556" y="2967663"/>
            <a:ext cx="2688886" cy="3230770"/>
          </a:xfrm>
        </p:spPr>
        <p:txBody>
          <a:bodyPr>
            <a:normAutofit/>
          </a:bodyPr>
          <a:lstStyle>
            <a:lvl1pPr marL="0" indent="0" algn="ctr">
              <a:lnSpc>
                <a:spcPts val="2120"/>
              </a:lnSpc>
              <a:buNone/>
              <a:defRPr sz="1400" b="0" i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err="1"/>
              <a:t>eSTUDY</a:t>
            </a:r>
            <a:r>
              <a:rPr lang="en-US"/>
              <a:t> is a digital training company that helps businesses to upskill and train their staff with cutting-edge technology and training innovation.</a:t>
            </a:r>
          </a:p>
        </p:txBody>
      </p:sp>
      <p:pic>
        <p:nvPicPr>
          <p:cNvPr id="16" name="Picture 15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CE580D01-5371-E34F-8252-6E0243FCB9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00B5A4-E38D-FA4D-8A7C-17CF11D4B873}"/>
              </a:ext>
            </a:extLst>
          </p:cNvPr>
          <p:cNvCxnSpPr>
            <a:cxnSpLocks/>
          </p:cNvCxnSpPr>
          <p:nvPr userDrawn="1"/>
        </p:nvCxnSpPr>
        <p:spPr>
          <a:xfrm>
            <a:off x="8881671" y="2632553"/>
            <a:ext cx="1728866" cy="0"/>
          </a:xfrm>
          <a:prstGeom prst="line">
            <a:avLst/>
          </a:prstGeom>
          <a:ln w="28575">
            <a:solidFill>
              <a:srgbClr val="F471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4F6C957-1D25-1A4E-85EA-0CB3D7C954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01661" y="2967663"/>
            <a:ext cx="2688886" cy="3230770"/>
          </a:xfrm>
        </p:spPr>
        <p:txBody>
          <a:bodyPr>
            <a:normAutofit/>
          </a:bodyPr>
          <a:lstStyle>
            <a:lvl1pPr marL="0" indent="0" algn="ctr">
              <a:lnSpc>
                <a:spcPts val="2120"/>
              </a:lnSpc>
              <a:buNone/>
              <a:defRPr sz="1400" b="0" i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err="1"/>
              <a:t>eSTUDY</a:t>
            </a:r>
            <a:r>
              <a:rPr lang="en-US"/>
              <a:t> is a digital training company that helps businesses to upskill and train their staff with cutting-edge technology and training innovation.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CD5B1FF-AE88-214C-B5A5-31C6C18EB338}"/>
              </a:ext>
            </a:extLst>
          </p:cNvPr>
          <p:cNvCxnSpPr>
            <a:cxnSpLocks/>
          </p:cNvCxnSpPr>
          <p:nvPr userDrawn="1"/>
        </p:nvCxnSpPr>
        <p:spPr>
          <a:xfrm>
            <a:off x="1580920" y="2632553"/>
            <a:ext cx="1728866" cy="0"/>
          </a:xfrm>
          <a:prstGeom prst="line">
            <a:avLst/>
          </a:prstGeom>
          <a:ln w="28575">
            <a:solidFill>
              <a:srgbClr val="F471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300579FD-F42C-064D-AC43-49940DDB7C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0910" y="2967663"/>
            <a:ext cx="2688886" cy="3230770"/>
          </a:xfrm>
        </p:spPr>
        <p:txBody>
          <a:bodyPr>
            <a:normAutofit/>
          </a:bodyPr>
          <a:lstStyle>
            <a:lvl1pPr marL="0" indent="0" algn="ctr">
              <a:lnSpc>
                <a:spcPts val="2120"/>
              </a:lnSpc>
              <a:buNone/>
              <a:defRPr sz="1400" b="0" i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eSTUDY is a digital training company that helps businesses to upskill and train their staff with cutting-edge technology and training innovation.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2710EE-522F-2140-A27B-C24381AED3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0138" y="1883066"/>
            <a:ext cx="2689225" cy="691751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rgbClr val="F47163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Content Heading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2A5C4C7C-5FA5-8B4D-A641-EF3651C23B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01322" y="1883066"/>
            <a:ext cx="2689225" cy="691751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rgbClr val="F47163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Content Heading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78F496-A010-4919-8357-B385E4158CE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050256" y="814532"/>
            <a:ext cx="788987" cy="7334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9A8F9595-F8DC-4179-A1E7-165387CFA85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701505" y="814532"/>
            <a:ext cx="788987" cy="7334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2E4BE365-E41F-4DE5-A426-5FB781D936D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52757" y="814532"/>
            <a:ext cx="788987" cy="7334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39183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Picture 15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CE580D01-5371-E34F-8252-6E0243FCB9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CD5B1FF-AE88-214C-B5A5-31C6C18EB338}"/>
              </a:ext>
            </a:extLst>
          </p:cNvPr>
          <p:cNvCxnSpPr>
            <a:cxnSpLocks/>
          </p:cNvCxnSpPr>
          <p:nvPr userDrawn="1"/>
        </p:nvCxnSpPr>
        <p:spPr>
          <a:xfrm>
            <a:off x="801792" y="2632553"/>
            <a:ext cx="1181331" cy="0"/>
          </a:xfrm>
          <a:prstGeom prst="line">
            <a:avLst/>
          </a:prstGeom>
          <a:ln w="28575">
            <a:solidFill>
              <a:srgbClr val="F471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300579FD-F42C-064D-AC43-49940DDB7C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14" y="2967663"/>
            <a:ext cx="2688886" cy="3230770"/>
          </a:xfrm>
        </p:spPr>
        <p:txBody>
          <a:bodyPr>
            <a:normAutofit/>
          </a:bodyPr>
          <a:lstStyle>
            <a:lvl1pPr marL="0" indent="0" algn="ctr">
              <a:lnSpc>
                <a:spcPts val="2120"/>
              </a:lnSpc>
              <a:buNone/>
              <a:defRPr sz="1400" b="0" i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eSTUDY is a digital training company that helps businesses to upskill and train their staff with cutting-edge technology and training innovation.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2710EE-522F-2140-A27B-C24381AED3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9002" y="1883067"/>
            <a:ext cx="1966912" cy="675688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rgbClr val="F47163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Content Heading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78F496-A010-4919-8357-B385E4158CE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36461" y="814533"/>
            <a:ext cx="711994" cy="675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4672B96-1F06-4296-9AFD-75B926588C2B}"/>
              </a:ext>
            </a:extLst>
          </p:cNvPr>
          <p:cNvCxnSpPr>
            <a:cxnSpLocks/>
          </p:cNvCxnSpPr>
          <p:nvPr userDrawn="1"/>
        </p:nvCxnSpPr>
        <p:spPr>
          <a:xfrm>
            <a:off x="4004406" y="2632553"/>
            <a:ext cx="1181331" cy="0"/>
          </a:xfrm>
          <a:prstGeom prst="line">
            <a:avLst/>
          </a:prstGeom>
          <a:ln w="28575">
            <a:solidFill>
              <a:srgbClr val="1178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FB549276-23A4-4B52-8012-FAA9734D52B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50628" y="2967663"/>
            <a:ext cx="2688886" cy="3230770"/>
          </a:xfrm>
        </p:spPr>
        <p:txBody>
          <a:bodyPr>
            <a:normAutofit/>
          </a:bodyPr>
          <a:lstStyle>
            <a:lvl1pPr marL="0" indent="0" algn="ctr">
              <a:lnSpc>
                <a:spcPts val="2120"/>
              </a:lnSpc>
              <a:buNone/>
              <a:defRPr sz="1400" b="0" i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eSTUDY is a digital training company that helps businesses to upskill and train their staff with cutting-edge technology and training innovation.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F902FEB-A880-424A-B2CA-AB12BCA4D0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1616" y="1883067"/>
            <a:ext cx="1966912" cy="675688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rgbClr val="1178B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Content Heading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6A025734-A589-4D64-A870-F0AE7CD9C04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39075" y="814533"/>
            <a:ext cx="711994" cy="675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36E5512-07B5-473F-84F3-E67FB7731E21}"/>
              </a:ext>
            </a:extLst>
          </p:cNvPr>
          <p:cNvCxnSpPr>
            <a:cxnSpLocks/>
          </p:cNvCxnSpPr>
          <p:nvPr userDrawn="1"/>
        </p:nvCxnSpPr>
        <p:spPr>
          <a:xfrm>
            <a:off x="7006263" y="2632553"/>
            <a:ext cx="1181331" cy="0"/>
          </a:xfrm>
          <a:prstGeom prst="line">
            <a:avLst/>
          </a:prstGeom>
          <a:ln w="28575">
            <a:solidFill>
              <a:srgbClr val="F471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1A1F21EE-5249-4CF7-9DE9-25BE675A06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52485" y="2967663"/>
            <a:ext cx="2688886" cy="3230770"/>
          </a:xfrm>
        </p:spPr>
        <p:txBody>
          <a:bodyPr>
            <a:normAutofit/>
          </a:bodyPr>
          <a:lstStyle>
            <a:lvl1pPr marL="0" indent="0" algn="ctr">
              <a:lnSpc>
                <a:spcPts val="2120"/>
              </a:lnSpc>
              <a:buNone/>
              <a:defRPr sz="1400" b="0" i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eSTUDY is a digital training company that helps businesses to upskill and train their staff with cutting-edge technology and training innovation.</a:t>
            </a:r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C7405D16-F0FE-43F7-BE97-A100B5E66E5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13473" y="1883067"/>
            <a:ext cx="1966912" cy="675688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rgbClr val="F47163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Content Heading</a:t>
            </a: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6180A96F-B28C-4248-9C3C-B632EC558467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240932" y="814533"/>
            <a:ext cx="711994" cy="675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B5561B4-E15E-4A79-BA40-99FD8A162B3F}"/>
              </a:ext>
            </a:extLst>
          </p:cNvPr>
          <p:cNvCxnSpPr>
            <a:cxnSpLocks/>
          </p:cNvCxnSpPr>
          <p:nvPr userDrawn="1"/>
        </p:nvCxnSpPr>
        <p:spPr>
          <a:xfrm>
            <a:off x="10208877" y="2632553"/>
            <a:ext cx="1181331" cy="0"/>
          </a:xfrm>
          <a:prstGeom prst="line">
            <a:avLst/>
          </a:prstGeom>
          <a:ln w="28575">
            <a:solidFill>
              <a:srgbClr val="1178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FE41C712-6E5F-4581-9D77-62B27A5A03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55099" y="2967663"/>
            <a:ext cx="2688886" cy="3230770"/>
          </a:xfrm>
        </p:spPr>
        <p:txBody>
          <a:bodyPr>
            <a:normAutofit/>
          </a:bodyPr>
          <a:lstStyle>
            <a:lvl1pPr marL="0" indent="0" algn="ctr">
              <a:lnSpc>
                <a:spcPts val="2120"/>
              </a:lnSpc>
              <a:buNone/>
              <a:defRPr sz="1400" b="0" i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eSTUDY is a digital training company that helps businesses to upskill and train their staff with cutting-edge technology and training innovation.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6CF6C90B-A6EF-4847-91A9-7FE19B9B94C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16087" y="1883067"/>
            <a:ext cx="1966912" cy="675688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rgbClr val="1178B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Content Heading</a:t>
            </a: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B593B4F0-14BC-419F-BAF8-E450C298E0A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0443546" y="814533"/>
            <a:ext cx="711994" cy="675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22233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" name="Picture 15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CE580D01-5371-E34F-8252-6E0243FCB9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0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E069759-6900-274B-BFBF-6969D0F467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77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76200"/>
            <a:ext cx="12192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95548CE-1D04-8646-95D6-48BCD285A6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986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269F172-261F-AF46-8DD0-1C572E0117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51827" y="1773246"/>
            <a:ext cx="2688345" cy="691754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1178B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 Heading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1C4320-8637-6F47-B3F1-02E0D9587F65}"/>
              </a:ext>
            </a:extLst>
          </p:cNvPr>
          <p:cNvCxnSpPr>
            <a:cxnSpLocks/>
          </p:cNvCxnSpPr>
          <p:nvPr userDrawn="1"/>
        </p:nvCxnSpPr>
        <p:spPr>
          <a:xfrm>
            <a:off x="5231566" y="2632553"/>
            <a:ext cx="1728866" cy="0"/>
          </a:xfrm>
          <a:prstGeom prst="line">
            <a:avLst/>
          </a:prstGeom>
          <a:ln w="28575">
            <a:solidFill>
              <a:srgbClr val="1178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A7321-4DBB-7246-B8A3-DA9BF13F35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51556" y="2967663"/>
            <a:ext cx="2688886" cy="3230770"/>
          </a:xfrm>
        </p:spPr>
        <p:txBody>
          <a:bodyPr>
            <a:normAutofit/>
          </a:bodyPr>
          <a:lstStyle>
            <a:lvl1pPr marL="0" indent="0" algn="ctr">
              <a:lnSpc>
                <a:spcPts val="212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err="1"/>
              <a:t>eSTUDY</a:t>
            </a:r>
            <a:r>
              <a:rPr lang="en-US"/>
              <a:t> is a digital training company that helps businesses to upskill and train their staff with cutting-edge technology and training innovation.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00B5A4-E38D-FA4D-8A7C-17CF11D4B873}"/>
              </a:ext>
            </a:extLst>
          </p:cNvPr>
          <p:cNvCxnSpPr>
            <a:cxnSpLocks/>
          </p:cNvCxnSpPr>
          <p:nvPr userDrawn="1"/>
        </p:nvCxnSpPr>
        <p:spPr>
          <a:xfrm>
            <a:off x="8881671" y="2632553"/>
            <a:ext cx="1728866" cy="0"/>
          </a:xfrm>
          <a:prstGeom prst="line">
            <a:avLst/>
          </a:prstGeom>
          <a:ln w="28575">
            <a:solidFill>
              <a:srgbClr val="8DC1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4F6C957-1D25-1A4E-85EA-0CB3D7C954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01661" y="2967663"/>
            <a:ext cx="2688886" cy="3230770"/>
          </a:xfrm>
        </p:spPr>
        <p:txBody>
          <a:bodyPr>
            <a:normAutofit/>
          </a:bodyPr>
          <a:lstStyle>
            <a:lvl1pPr marL="0" indent="0" algn="ctr">
              <a:lnSpc>
                <a:spcPts val="212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err="1"/>
              <a:t>eSTUDY</a:t>
            </a:r>
            <a:r>
              <a:rPr lang="en-US"/>
              <a:t> is a digital training company that helps businesses to upskill and train their staff with cutting-edge technology and training innovation.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CD5B1FF-AE88-214C-B5A5-31C6C18EB338}"/>
              </a:ext>
            </a:extLst>
          </p:cNvPr>
          <p:cNvCxnSpPr>
            <a:cxnSpLocks/>
          </p:cNvCxnSpPr>
          <p:nvPr userDrawn="1"/>
        </p:nvCxnSpPr>
        <p:spPr>
          <a:xfrm>
            <a:off x="1580920" y="2632553"/>
            <a:ext cx="1728866" cy="0"/>
          </a:xfrm>
          <a:prstGeom prst="line">
            <a:avLst/>
          </a:prstGeom>
          <a:ln w="28575">
            <a:solidFill>
              <a:srgbClr val="8DC1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300579FD-F42C-064D-AC43-49940DDB7C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00910" y="2967663"/>
            <a:ext cx="2688886" cy="3230770"/>
          </a:xfrm>
        </p:spPr>
        <p:txBody>
          <a:bodyPr>
            <a:normAutofit/>
          </a:bodyPr>
          <a:lstStyle>
            <a:lvl1pPr marL="0" indent="0" algn="ctr">
              <a:lnSpc>
                <a:spcPts val="212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eSTUDY is a digital training company that helps businesses to upskill and train their staff with cutting-edge technology and training innovation.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2710EE-522F-2140-A27B-C24381AED3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0138" y="1773245"/>
            <a:ext cx="2689225" cy="691751"/>
          </a:xfrm>
        </p:spPr>
        <p:txBody>
          <a:bodyPr/>
          <a:lstStyle>
            <a:lvl1pPr marL="0" indent="0" algn="ctr">
              <a:buNone/>
              <a:defRPr>
                <a:solidFill>
                  <a:srgbClr val="8D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Content Heading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2A5C4C7C-5FA5-8B4D-A641-EF3651C23B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01322" y="1773245"/>
            <a:ext cx="2689225" cy="691751"/>
          </a:xfrm>
        </p:spPr>
        <p:txBody>
          <a:bodyPr/>
          <a:lstStyle>
            <a:lvl1pPr marL="0" indent="0" algn="ctr">
              <a:buNone/>
              <a:defRPr>
                <a:solidFill>
                  <a:srgbClr val="8D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Content Heading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E069759-6900-274B-BFBF-6969D0F467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7609CC1F-6841-413D-AE4D-3339C20F209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050256" y="814532"/>
            <a:ext cx="788987" cy="7334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D072F68E-A070-4F25-BFA1-53F8D5AB667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701505" y="814532"/>
            <a:ext cx="788987" cy="7334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72D40F76-ADDF-4316-B408-C4BEF1DC658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52757" y="814532"/>
            <a:ext cx="788987" cy="7334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182605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E069759-6900-274B-BFBF-6969D0F467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BC58779-7E35-4D51-8AAB-FCAB99555A29}"/>
              </a:ext>
            </a:extLst>
          </p:cNvPr>
          <p:cNvCxnSpPr>
            <a:cxnSpLocks/>
          </p:cNvCxnSpPr>
          <p:nvPr userDrawn="1"/>
        </p:nvCxnSpPr>
        <p:spPr>
          <a:xfrm>
            <a:off x="801792" y="2632553"/>
            <a:ext cx="1181331" cy="0"/>
          </a:xfrm>
          <a:prstGeom prst="line">
            <a:avLst/>
          </a:prstGeom>
          <a:ln w="28575">
            <a:solidFill>
              <a:srgbClr val="8EC1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11BA7025-9F88-442C-B6FA-CD085942AA0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014" y="2967663"/>
            <a:ext cx="2688886" cy="3230770"/>
          </a:xfrm>
        </p:spPr>
        <p:txBody>
          <a:bodyPr>
            <a:normAutofit/>
          </a:bodyPr>
          <a:lstStyle>
            <a:lvl1pPr marL="0" indent="0" algn="ctr">
              <a:lnSpc>
                <a:spcPts val="212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eSTUDY is a digital training company that helps businesses to upskill and train their staff with cutting-edge technology and training innovation.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A8DB95B5-3842-4FED-AD86-413437B84E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9002" y="1723543"/>
            <a:ext cx="1966912" cy="675688"/>
          </a:xfrm>
        </p:spPr>
        <p:txBody>
          <a:bodyPr/>
          <a:lstStyle>
            <a:lvl1pPr marL="0" indent="0" algn="ctr">
              <a:buNone/>
              <a:defRPr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Content Heading</a:t>
            </a:r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BD059352-B787-4B80-AB79-D32E9113EB5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36461" y="814533"/>
            <a:ext cx="711994" cy="675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C82966F-2FD4-442F-AFBF-819DE223836D}"/>
              </a:ext>
            </a:extLst>
          </p:cNvPr>
          <p:cNvCxnSpPr>
            <a:cxnSpLocks/>
          </p:cNvCxnSpPr>
          <p:nvPr userDrawn="1"/>
        </p:nvCxnSpPr>
        <p:spPr>
          <a:xfrm>
            <a:off x="4004406" y="2632553"/>
            <a:ext cx="1181331" cy="0"/>
          </a:xfrm>
          <a:prstGeom prst="line">
            <a:avLst/>
          </a:prstGeom>
          <a:ln w="28575">
            <a:solidFill>
              <a:srgbClr val="1178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32AF5153-9786-4325-8E5F-124538ABE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50628" y="2967663"/>
            <a:ext cx="2688886" cy="3230770"/>
          </a:xfrm>
        </p:spPr>
        <p:txBody>
          <a:bodyPr>
            <a:normAutofit/>
          </a:bodyPr>
          <a:lstStyle>
            <a:lvl1pPr marL="0" indent="0" algn="ctr">
              <a:lnSpc>
                <a:spcPts val="212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eSTUDY is a digital training company that helps businesses to upskill and train their staff with cutting-edge technology and training innovation.</a:t>
            </a:r>
          </a:p>
        </p:txBody>
      </p:sp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AA8BD6D7-FD43-4878-9F78-EA068B34CA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11616" y="1723543"/>
            <a:ext cx="1966912" cy="675688"/>
          </a:xfrm>
        </p:spPr>
        <p:txBody>
          <a:bodyPr/>
          <a:lstStyle>
            <a:lvl1pPr marL="0" indent="0" algn="ctr">
              <a:buNone/>
              <a:defRPr>
                <a:solidFill>
                  <a:srgbClr val="1178B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Content Heading</a:t>
            </a:r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55C50A54-C51A-4469-979C-CFAB007D71C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39075" y="814533"/>
            <a:ext cx="711994" cy="675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5D30716-4168-4BC1-8DDB-E010CF852EC5}"/>
              </a:ext>
            </a:extLst>
          </p:cNvPr>
          <p:cNvCxnSpPr>
            <a:cxnSpLocks/>
          </p:cNvCxnSpPr>
          <p:nvPr userDrawn="1"/>
        </p:nvCxnSpPr>
        <p:spPr>
          <a:xfrm>
            <a:off x="7006263" y="2632553"/>
            <a:ext cx="1181331" cy="0"/>
          </a:xfrm>
          <a:prstGeom prst="line">
            <a:avLst/>
          </a:prstGeom>
          <a:ln w="28575">
            <a:solidFill>
              <a:srgbClr val="8EC1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23201C64-A8DE-404D-A47A-DEDB612CE8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52485" y="2967663"/>
            <a:ext cx="2688886" cy="3230770"/>
          </a:xfrm>
        </p:spPr>
        <p:txBody>
          <a:bodyPr>
            <a:normAutofit/>
          </a:bodyPr>
          <a:lstStyle>
            <a:lvl1pPr marL="0" indent="0" algn="ctr">
              <a:lnSpc>
                <a:spcPts val="212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eSTUDY is a digital training company that helps businesses to upskill and train their staff with cutting-edge technology and training innovation.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A52C253D-995C-4530-A357-042F5FE1C53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13473" y="1723543"/>
            <a:ext cx="1966912" cy="675688"/>
          </a:xfrm>
        </p:spPr>
        <p:txBody>
          <a:bodyPr/>
          <a:lstStyle>
            <a:lvl1pPr marL="0" indent="0" algn="ctr">
              <a:buNone/>
              <a:defRPr u="none"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Content Heading</a:t>
            </a:r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BA7CD26A-1942-4837-BE5B-D144DF836F11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7240932" y="814533"/>
            <a:ext cx="711994" cy="675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2860E38-E025-48E5-94FC-87A97E986082}"/>
              </a:ext>
            </a:extLst>
          </p:cNvPr>
          <p:cNvCxnSpPr>
            <a:cxnSpLocks/>
          </p:cNvCxnSpPr>
          <p:nvPr userDrawn="1"/>
        </p:nvCxnSpPr>
        <p:spPr>
          <a:xfrm>
            <a:off x="10208877" y="2632553"/>
            <a:ext cx="1181331" cy="0"/>
          </a:xfrm>
          <a:prstGeom prst="line">
            <a:avLst/>
          </a:prstGeom>
          <a:ln w="28575">
            <a:solidFill>
              <a:srgbClr val="1178B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A73BE017-DA5C-41E4-945E-69A7B6AB40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55099" y="2967663"/>
            <a:ext cx="2688886" cy="3230770"/>
          </a:xfrm>
        </p:spPr>
        <p:txBody>
          <a:bodyPr>
            <a:normAutofit/>
          </a:bodyPr>
          <a:lstStyle>
            <a:lvl1pPr marL="0" indent="0" algn="ctr">
              <a:lnSpc>
                <a:spcPts val="212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eSTUDY is a digital training company that helps businesses to upskill and train their staff with cutting-edge technology and training innovation.</a:t>
            </a:r>
          </a:p>
        </p:txBody>
      </p:sp>
      <p:sp>
        <p:nvSpPr>
          <p:cNvPr id="41" name="Text Placeholder 8">
            <a:extLst>
              <a:ext uri="{FF2B5EF4-FFF2-40B4-BE49-F238E27FC236}">
                <a16:creationId xmlns:a16="http://schemas.microsoft.com/office/drawing/2014/main" id="{7B829D5D-B58E-47E0-9439-9259D40F3A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16087" y="1723543"/>
            <a:ext cx="1966912" cy="675688"/>
          </a:xfrm>
        </p:spPr>
        <p:txBody>
          <a:bodyPr/>
          <a:lstStyle>
            <a:lvl1pPr marL="0" indent="0" algn="ctr">
              <a:buNone/>
              <a:defRPr>
                <a:solidFill>
                  <a:srgbClr val="1178B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Content Heading</a:t>
            </a: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3F6F90BF-C616-4D28-B203-EECC0CF5B40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0443546" y="814533"/>
            <a:ext cx="711994" cy="675688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624995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269F172-261F-AF46-8DD0-1C572E0117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39187" y="884084"/>
            <a:ext cx="3407729" cy="762679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 Page Heading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1C4320-8637-6F47-B3F1-02E0D9587F65}"/>
              </a:ext>
            </a:extLst>
          </p:cNvPr>
          <p:cNvCxnSpPr>
            <a:cxnSpLocks/>
          </p:cNvCxnSpPr>
          <p:nvPr userDrawn="1"/>
        </p:nvCxnSpPr>
        <p:spPr>
          <a:xfrm>
            <a:off x="1239187" y="1755628"/>
            <a:ext cx="172886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A7321-4DBB-7246-B8A3-DA9BF13F35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8537" y="2090738"/>
            <a:ext cx="3408414" cy="4017962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eSTUDY is a digital training company that helps businesses to upskill and train their staff with cutting-edge technology and training innovation.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We give businesses access to world-class training technology and revolutionary training methods. As a proudly South African company with international flair and local accreditation. eSTUDY meets all the necessary BEE criteria.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969A04-2E6A-064C-96D4-5157FF9531AD}"/>
              </a:ext>
            </a:extLst>
          </p:cNvPr>
          <p:cNvCxnSpPr>
            <a:cxnSpLocks/>
          </p:cNvCxnSpPr>
          <p:nvPr userDrawn="1"/>
        </p:nvCxnSpPr>
        <p:spPr>
          <a:xfrm>
            <a:off x="7340184" y="1755628"/>
            <a:ext cx="1728866" cy="0"/>
          </a:xfrm>
          <a:prstGeom prst="line">
            <a:avLst/>
          </a:prstGeom>
          <a:ln w="28575">
            <a:solidFill>
              <a:srgbClr val="FAB25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C3C1BE8-386C-F14A-B1BE-5CEC01E76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39534" y="2090738"/>
            <a:ext cx="3423404" cy="4017962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400" b="0" i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err="1"/>
              <a:t>eSTUDY</a:t>
            </a:r>
            <a:r>
              <a:rPr lang="en-US"/>
              <a:t> is a digital training company that helps businesses to upskill and train their staff with cutting-edge technology and training innovation.</a:t>
            </a:r>
          </a:p>
          <a:p>
            <a:pPr lvl="0"/>
            <a:endParaRPr lang="en-US"/>
          </a:p>
          <a:p>
            <a:pPr lvl="0"/>
            <a:r>
              <a:rPr lang="en-US"/>
              <a:t>We give businesses access to world-class training technology and revolutionary training methods. As a proudly South African company with international flair and local accreditation. </a:t>
            </a:r>
            <a:r>
              <a:rPr lang="en-US" err="1"/>
              <a:t>eSTUDY</a:t>
            </a:r>
            <a:r>
              <a:rPr lang="en-US"/>
              <a:t> meets all the necessary BEE criteria.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7ABE2-5090-2C4C-BCCC-2330AE00D1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25924" y="883612"/>
            <a:ext cx="3424354" cy="703208"/>
          </a:xfrm>
        </p:spPr>
        <p:txBody>
          <a:bodyPr/>
          <a:lstStyle>
            <a:lvl1pPr marL="0" indent="0">
              <a:buNone/>
              <a:defRPr b="0" i="0">
                <a:solidFill>
                  <a:srgbClr val="F37163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Content Page Heading</a:t>
            </a:r>
          </a:p>
        </p:txBody>
      </p:sp>
      <p:pic>
        <p:nvPicPr>
          <p:cNvPr id="16" name="Picture 15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CE580D01-5371-E34F-8252-6E0243FCB9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0277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B2648321-60C6-704A-91E7-642C2882FC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01515" y="855366"/>
            <a:ext cx="4127112" cy="762679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8D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 Page Heading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527E4CF-D9A7-CB49-A8C7-93C2234FEF9A}"/>
              </a:ext>
            </a:extLst>
          </p:cNvPr>
          <p:cNvCxnSpPr>
            <a:cxnSpLocks/>
          </p:cNvCxnSpPr>
          <p:nvPr userDrawn="1"/>
        </p:nvCxnSpPr>
        <p:spPr>
          <a:xfrm>
            <a:off x="1501515" y="1755628"/>
            <a:ext cx="1728866" cy="0"/>
          </a:xfrm>
          <a:prstGeom prst="line">
            <a:avLst/>
          </a:prstGeom>
          <a:ln w="28575">
            <a:solidFill>
              <a:srgbClr val="8DC1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FE9F931-3637-3D45-AE14-5D437FD434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00865" y="2090738"/>
            <a:ext cx="4127942" cy="4017962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eSTUDY is a digital training company that helps businesses to upskill and train their staff with cutting-edge technology and training innovation.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We give businesses access to world-class training technology and revolutionary training methods. As a proudly South African company with international flair and local accreditation. eSTUDY meets all the necessary BEE criteria.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EBAE005-2B7C-CD4B-A93D-F6F4DEA3700D}"/>
              </a:ext>
            </a:extLst>
          </p:cNvPr>
          <p:cNvCxnSpPr>
            <a:cxnSpLocks/>
          </p:cNvCxnSpPr>
          <p:nvPr userDrawn="1"/>
        </p:nvCxnSpPr>
        <p:spPr>
          <a:xfrm>
            <a:off x="6395804" y="1755628"/>
            <a:ext cx="1728866" cy="0"/>
          </a:xfrm>
          <a:prstGeom prst="line">
            <a:avLst/>
          </a:prstGeom>
          <a:ln w="28575">
            <a:solidFill>
              <a:srgbClr val="8DC1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4B7CACA8-D62D-FB4D-8B02-243538063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95154" y="2090738"/>
            <a:ext cx="4127942" cy="4017962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err="1"/>
              <a:t>eSTUDY</a:t>
            </a:r>
            <a:r>
              <a:rPr lang="en-US"/>
              <a:t> is a digital training company that helps businesses to upskill and train their staff with cutting-edge technology and training innovation.</a:t>
            </a:r>
          </a:p>
          <a:p>
            <a:pPr lvl="0"/>
            <a:endParaRPr lang="en-US"/>
          </a:p>
          <a:p>
            <a:pPr lvl="0"/>
            <a:r>
              <a:rPr lang="en-US"/>
              <a:t>We give businesses access to world-class training technology and revolutionary training methods. As a proudly South African company with international flair and local accreditation. </a:t>
            </a:r>
            <a:r>
              <a:rPr lang="en-US" err="1"/>
              <a:t>eSTUDY</a:t>
            </a:r>
            <a:r>
              <a:rPr lang="en-US"/>
              <a:t> meets all the necessary BEE criteria.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128047D-5A9F-634A-8769-D1F73E3887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81543" y="854894"/>
            <a:ext cx="4129087" cy="703208"/>
          </a:xfrm>
        </p:spPr>
        <p:txBody>
          <a:bodyPr/>
          <a:lstStyle>
            <a:lvl1pPr marL="0" indent="0">
              <a:buNone/>
              <a:defRPr b="0" i="0">
                <a:solidFill>
                  <a:srgbClr val="8D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2pPr marL="45720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Content Page Heading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95548CE-1D04-8646-95D6-48BCD285A6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4310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269F172-261F-AF46-8DD0-1C572E0117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31726" y="938686"/>
            <a:ext cx="3625121" cy="762679"/>
          </a:xfrm>
        </p:spPr>
        <p:txBody>
          <a:bodyPr/>
          <a:lstStyle>
            <a:lvl1pPr marL="0" indent="0" algn="l">
              <a:buNone/>
              <a:defRPr sz="2800">
                <a:solidFill>
                  <a:srgbClr val="F47163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 Page Heading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A7321-4DBB-7246-B8A3-DA9BF13F35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31076" y="2090738"/>
            <a:ext cx="3625850" cy="4017962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400" b="0" i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err="1"/>
              <a:t>eSTUDY</a:t>
            </a:r>
            <a:r>
              <a:rPr lang="en-US"/>
              <a:t> is a digital training company that helps businesses to upskill and train their staff with cutting-edge technology and training innovation.</a:t>
            </a:r>
          </a:p>
          <a:p>
            <a:pPr lvl="0"/>
            <a:endParaRPr lang="en-US"/>
          </a:p>
          <a:p>
            <a:pPr lvl="0"/>
            <a:r>
              <a:rPr lang="en-US"/>
              <a:t>We give businesses access to world-class training technology and revolutionary training methods. As a proudly South African company with international flair and local accreditation. </a:t>
            </a:r>
            <a:r>
              <a:rPr lang="en-US" err="1"/>
              <a:t>eSTUDY</a:t>
            </a:r>
            <a:r>
              <a:rPr lang="en-US"/>
              <a:t> meets all the necessary BEE criteria.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9D405A-F58E-274B-B302-95999D135847}"/>
              </a:ext>
            </a:extLst>
          </p:cNvPr>
          <p:cNvCxnSpPr>
            <a:cxnSpLocks/>
          </p:cNvCxnSpPr>
          <p:nvPr userDrawn="1"/>
        </p:nvCxnSpPr>
        <p:spPr>
          <a:xfrm>
            <a:off x="7331076" y="1755628"/>
            <a:ext cx="1728866" cy="0"/>
          </a:xfrm>
          <a:prstGeom prst="line">
            <a:avLst/>
          </a:prstGeom>
          <a:ln w="28575">
            <a:solidFill>
              <a:srgbClr val="F471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65C36DB9-7CD4-CC4D-9BFB-C201E7B57F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0828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0F31254-7DD0-BE4F-9D4E-444D58007A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269F172-261F-AF46-8DD0-1C572E0117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01514" y="938686"/>
            <a:ext cx="4594485" cy="762679"/>
          </a:xfrm>
        </p:spPr>
        <p:txBody>
          <a:bodyPr>
            <a:normAutofit/>
          </a:bodyPr>
          <a:lstStyle>
            <a:lvl1pPr marL="0" indent="85725" algn="l">
              <a:buNone/>
              <a:defRPr sz="2800">
                <a:solidFill>
                  <a:srgbClr val="1178B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 Page Heading</a:t>
            </a:r>
          </a:p>
        </p:txBody>
      </p:sp>
      <p:pic>
        <p:nvPicPr>
          <p:cNvPr id="16" name="Picture 15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CE580D01-5371-E34F-8252-6E0243FCB9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3A1DC4B-AC08-A044-A62D-1C072329F45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501775" y="2038350"/>
            <a:ext cx="9074150" cy="38227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7478295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171732-683D-C445-8A1A-0D037D0449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A4EE034-26C6-3245-972B-AA938CA6751B}"/>
              </a:ext>
            </a:extLst>
          </p:cNvPr>
          <p:cNvSpPr txBox="1">
            <a:spLocks/>
          </p:cNvSpPr>
          <p:nvPr userDrawn="1"/>
        </p:nvSpPr>
        <p:spPr>
          <a:xfrm>
            <a:off x="914400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CDEDE77-F0C3-3F46-8854-DB071F4786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C73DCA-FE4A-FB49-8520-EF27372F56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269F172-261F-AF46-8DD0-1C572E0117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01514" y="938686"/>
            <a:ext cx="4594485" cy="762679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 Page Heading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C873D35A-C66D-8840-99DF-2A657277C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DEDE77-F0C3-3F46-8854-DB071F4786A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3A1DC4B-AC08-A044-A62D-1C072329F45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501775" y="2038350"/>
            <a:ext cx="9074150" cy="3822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329344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Cont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C873D35A-C66D-8840-99DF-2A657277C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DEDE77-F0C3-3F46-8854-DB071F4786A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E069759-6900-274B-BFBF-6969D0F467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C5FFA1E8-F655-8E4B-AC3D-5412A6233D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01514" y="938686"/>
            <a:ext cx="4594485" cy="762679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Content Page Heading</a:t>
            </a:r>
          </a:p>
        </p:txBody>
      </p:sp>
      <p:sp>
        <p:nvSpPr>
          <p:cNvPr id="25" name="Table Placeholder 4">
            <a:extLst>
              <a:ext uri="{FF2B5EF4-FFF2-40B4-BE49-F238E27FC236}">
                <a16:creationId xmlns:a16="http://schemas.microsoft.com/office/drawing/2014/main" id="{DA98C3FD-A235-F449-AAAE-791356AC3A30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501775" y="2038350"/>
            <a:ext cx="9074150" cy="382270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955482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0292AE0-3850-7B49-9290-399D936BBF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269F172-261F-AF46-8DD0-1C572E0117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31726" y="938686"/>
            <a:ext cx="3625121" cy="762679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F47163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Thank you!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BA7321-4DBB-7246-B8A3-DA9BF13F35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31076" y="2090738"/>
            <a:ext cx="3625850" cy="4017962"/>
          </a:xfrm>
        </p:spPr>
        <p:txBody>
          <a:bodyPr>
            <a:normAutofit/>
          </a:bodyPr>
          <a:lstStyle>
            <a:lvl1pPr marL="0" indent="0">
              <a:lnSpc>
                <a:spcPts val="2120"/>
              </a:lnSpc>
              <a:buNone/>
              <a:defRPr sz="1400" b="0" i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The skills you need to succeed!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trainme@estudysa.co.za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086 137 8839</a:t>
            </a:r>
          </a:p>
          <a:p>
            <a:pPr lvl="0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9D405A-F58E-274B-B302-95999D135847}"/>
              </a:ext>
            </a:extLst>
          </p:cNvPr>
          <p:cNvCxnSpPr>
            <a:cxnSpLocks/>
          </p:cNvCxnSpPr>
          <p:nvPr userDrawn="1"/>
        </p:nvCxnSpPr>
        <p:spPr>
          <a:xfrm>
            <a:off x="7331076" y="1755628"/>
            <a:ext cx="1728866" cy="0"/>
          </a:xfrm>
          <a:prstGeom prst="line">
            <a:avLst/>
          </a:prstGeom>
          <a:ln w="28575">
            <a:solidFill>
              <a:srgbClr val="F4716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65C36DB9-7CD4-CC4D-9BFB-C201E7B57F9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D5A631CE-0BC5-AE4A-81AD-FA6F0D695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1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8463366-7BDC-9747-A767-5D4A6A2B24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029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D7DA8-A3EA-40AC-A05F-324BE10AA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147" y="365126"/>
            <a:ext cx="11008654" cy="1325563"/>
          </a:xfrm>
        </p:spPr>
        <p:txBody>
          <a:bodyPr>
            <a:normAutofit/>
          </a:bodyPr>
          <a:lstStyle>
            <a:lvl1pPr>
              <a:defRPr sz="3300"/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AC6681-FFE6-47EC-B0B4-B9F6ACD2A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0BA5-2A53-4D04-BBFA-DAE7CFDDC58E}" type="datetimeFigureOut">
              <a:rPr lang="en-ZA" smtClean="0"/>
              <a:t>2022/09/02</a:t>
            </a:fld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A09E5-E043-4C35-A406-CAD3F8E72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BBA7C2-B5EE-4CA4-8B7A-FF3AFA0247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18970"/>
          <a:stretch/>
        </p:blipFill>
        <p:spPr>
          <a:xfrm>
            <a:off x="3455385" y="1624865"/>
            <a:ext cx="5281231" cy="4674451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C36BFEA-171C-443D-811D-FB47BA2AC68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25554" y="1982099"/>
            <a:ext cx="4487444" cy="2657475"/>
          </a:xfrm>
        </p:spPr>
        <p:txBody>
          <a:bodyPr/>
          <a:lstStyle/>
          <a:p>
            <a:r>
              <a:rPr lang="en-US" dirty="0"/>
              <a:t>Click icon to add picture</a:t>
            </a:r>
            <a:endParaRPr lang="en-ZA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82490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Conten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36CD9-0139-432D-B05C-EE80C2BC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890" y="365126"/>
            <a:ext cx="11025911" cy="1325563"/>
          </a:xfrm>
        </p:spPr>
        <p:txBody>
          <a:bodyPr>
            <a:normAutofit/>
          </a:bodyPr>
          <a:lstStyle>
            <a:lvl1pPr>
              <a:defRPr sz="3300"/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67300-83E2-4F67-858B-5F49E191D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890" y="1825625"/>
            <a:ext cx="11025911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869D4-491A-4D0D-AF43-90676A8F7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30BA5-2A53-4D04-BBFA-DAE7CFDDC58E}" type="datetimeFigureOut">
              <a:rPr lang="en-ZA" smtClean="0"/>
              <a:t>2022/09/02</a:t>
            </a:fld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3FE561-5270-4ACB-94B7-96FC67AAE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883BEF5-F2EB-45EB-A810-02A3F16F81F3}"/>
              </a:ext>
            </a:extLst>
          </p:cNvPr>
          <p:cNvCxnSpPr>
            <a:cxnSpLocks/>
          </p:cNvCxnSpPr>
          <p:nvPr userDrawn="1"/>
        </p:nvCxnSpPr>
        <p:spPr>
          <a:xfrm>
            <a:off x="844281" y="6309459"/>
            <a:ext cx="962715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716560633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ep_Template_V01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108">
            <a:extLst>
              <a:ext uri="{FF2B5EF4-FFF2-40B4-BE49-F238E27FC236}">
                <a16:creationId xmlns:a16="http://schemas.microsoft.com/office/drawing/2014/main" id="{9C3E1212-34FF-4BD1-B5CB-9EBFBDD24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EEEEEE"/>
              </a:gs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</p:spPr>
      </p:pic>
      <p:pic>
        <p:nvPicPr>
          <p:cNvPr id="110" name="Picture 109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7A0BDA72-F59A-4300-B78E-CC6FAD8A23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  <p:sp>
        <p:nvSpPr>
          <p:cNvPr id="117" name="Text Placeholder 116">
            <a:extLst>
              <a:ext uri="{FF2B5EF4-FFF2-40B4-BE49-F238E27FC236}">
                <a16:creationId xmlns:a16="http://schemas.microsoft.com/office/drawing/2014/main" id="{1F4605B6-B5BF-45F4-AD03-6CF5AD7F23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46289" y="394722"/>
            <a:ext cx="7499422" cy="659817"/>
          </a:xfrm>
        </p:spPr>
        <p:txBody>
          <a:bodyPr anchor="t">
            <a:noAutofit/>
          </a:bodyPr>
          <a:lstStyle>
            <a:lvl1pPr marL="0" indent="0" algn="ctr">
              <a:buNone/>
              <a:defRPr sz="5000" b="1">
                <a:solidFill>
                  <a:srgbClr val="0E78BC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Two Step Template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56F0B49-15ED-4578-9713-7F8A11989B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34668" y="3622852"/>
            <a:ext cx="2808031" cy="2397961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3F92B096-8EE3-4878-B9F8-DBA14AF772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34668" y="2829955"/>
            <a:ext cx="2808031" cy="61287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FAB54D"/>
                </a:solidFill>
                <a:effectLst/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FEEA193-BBE9-4D52-9FDB-B4A36071A249}"/>
              </a:ext>
            </a:extLst>
          </p:cNvPr>
          <p:cNvCxnSpPr>
            <a:cxnSpLocks/>
          </p:cNvCxnSpPr>
          <p:nvPr userDrawn="1"/>
        </p:nvCxnSpPr>
        <p:spPr>
          <a:xfrm>
            <a:off x="8677275" y="3442829"/>
            <a:ext cx="3265424" cy="0"/>
          </a:xfrm>
          <a:prstGeom prst="line">
            <a:avLst/>
          </a:prstGeom>
          <a:ln w="25400">
            <a:solidFill>
              <a:srgbClr val="FAB5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6B064577-1C10-49D0-9A63-68FE77AB8E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013" y="3622852"/>
            <a:ext cx="2808031" cy="2397961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3A40DEE7-19D0-46EB-8177-00F66B458C3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013" y="2829955"/>
            <a:ext cx="2808031" cy="61287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rgbClr val="0E78BC"/>
                </a:solidFill>
                <a:effectLst/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65F58A4-0024-413E-9BEA-DB5DEA753A59}"/>
              </a:ext>
            </a:extLst>
          </p:cNvPr>
          <p:cNvCxnSpPr>
            <a:cxnSpLocks/>
          </p:cNvCxnSpPr>
          <p:nvPr userDrawn="1"/>
        </p:nvCxnSpPr>
        <p:spPr>
          <a:xfrm>
            <a:off x="137013" y="3442829"/>
            <a:ext cx="3692037" cy="0"/>
          </a:xfrm>
          <a:prstGeom prst="line">
            <a:avLst/>
          </a:prstGeom>
          <a:ln w="25400">
            <a:solidFill>
              <a:srgbClr val="0E78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9F1F5AB-6A7F-4166-BCBE-B5D2CA2225D9}"/>
              </a:ext>
            </a:extLst>
          </p:cNvPr>
          <p:cNvSpPr/>
          <p:nvPr userDrawn="1"/>
        </p:nvSpPr>
        <p:spPr>
          <a:xfrm>
            <a:off x="5449677" y="2939973"/>
            <a:ext cx="2805616" cy="2619181"/>
          </a:xfrm>
          <a:prstGeom prst="rect">
            <a:avLst/>
          </a:prstGeom>
          <a:solidFill>
            <a:srgbClr val="FAB54D"/>
          </a:solidFill>
          <a:ln>
            <a:noFill/>
          </a:ln>
          <a:effectLst/>
          <a:scene3d>
            <a:camera prst="isometricOffAxis1Left">
              <a:rot lat="1942003" lon="2899475" rev="13079"/>
            </a:camera>
            <a:lightRig rig="balanced" dir="t"/>
          </a:scene3d>
          <a:sp3d extrusionH="1308100"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120FBB-7E51-4535-BBA0-411CA6395161}"/>
              </a:ext>
            </a:extLst>
          </p:cNvPr>
          <p:cNvSpPr/>
          <p:nvPr userDrawn="1"/>
        </p:nvSpPr>
        <p:spPr>
          <a:xfrm>
            <a:off x="3049410" y="3221702"/>
            <a:ext cx="2805616" cy="2619181"/>
          </a:xfrm>
          <a:prstGeom prst="rect">
            <a:avLst/>
          </a:prstGeom>
          <a:solidFill>
            <a:srgbClr val="0E78BC"/>
          </a:solidFill>
          <a:ln>
            <a:noFill/>
          </a:ln>
          <a:effectLst/>
          <a:scene3d>
            <a:camera prst="isometricOffAxis1Left">
              <a:rot lat="1942003" lon="2899475" rev="13079"/>
            </a:camera>
            <a:lightRig rig="balanced" dir="t"/>
          </a:scene3d>
          <a:sp3d extrusionH="130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26372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ep_Template_V02">
    <p:bg>
      <p:bgPr>
        <a:solidFill>
          <a:srgbClr val="505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>
            <a:extLst>
              <a:ext uri="{FF2B5EF4-FFF2-40B4-BE49-F238E27FC236}">
                <a16:creationId xmlns:a16="http://schemas.microsoft.com/office/drawing/2014/main" id="{AB90B507-8FED-4760-B4B8-5DB1A9A7E6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C76B5337-724A-4511-8FCE-6EB50034B2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48997" y="394722"/>
            <a:ext cx="6894007" cy="757148"/>
          </a:xfrm>
          <a:effectLst>
            <a:glow>
              <a:schemeClr val="accent1"/>
            </a:glow>
          </a:effectLst>
        </p:spPr>
        <p:txBody>
          <a:bodyPr anchor="t">
            <a:noAutofit/>
          </a:bodyPr>
          <a:lstStyle>
            <a:lvl1pPr algn="ctr">
              <a:defRPr sz="5000" b="1">
                <a:solidFill>
                  <a:schemeClr val="tx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Two Step Template</a:t>
            </a:r>
            <a:endParaRPr lang="en-I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29E53D2-7C23-41F0-88C9-F8CDC42B9837}"/>
              </a:ext>
            </a:extLst>
          </p:cNvPr>
          <p:cNvGrpSpPr/>
          <p:nvPr userDrawn="1"/>
        </p:nvGrpSpPr>
        <p:grpSpPr>
          <a:xfrm>
            <a:off x="778801" y="1698289"/>
            <a:ext cx="6809024" cy="4853287"/>
            <a:chOff x="1693099" y="1562751"/>
            <a:chExt cx="6394747" cy="4558000"/>
          </a:xfrm>
          <a:effectLst/>
        </p:grpSpPr>
        <p:sp>
          <p:nvSpPr>
            <p:cNvPr id="37" name="Diamond 36">
              <a:extLst>
                <a:ext uri="{FF2B5EF4-FFF2-40B4-BE49-F238E27FC236}">
                  <a16:creationId xmlns:a16="http://schemas.microsoft.com/office/drawing/2014/main" id="{355A6CF1-8FBE-49C1-8C9E-9AB185AE9900}"/>
                </a:ext>
              </a:extLst>
            </p:cNvPr>
            <p:cNvSpPr/>
            <p:nvPr/>
          </p:nvSpPr>
          <p:spPr>
            <a:xfrm>
              <a:off x="1693099" y="2884488"/>
              <a:ext cx="2222142" cy="1914526"/>
            </a:xfrm>
            <a:prstGeom prst="diamond">
              <a:avLst/>
            </a:prstGeom>
            <a:solidFill>
              <a:srgbClr val="EEF4D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62F1EFF-369E-4817-9153-33D7A3437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4170" y="2884488"/>
              <a:ext cx="4114800" cy="903288"/>
            </a:xfrm>
            <a:prstGeom prst="rect">
              <a:avLst/>
            </a:prstGeom>
            <a:solidFill>
              <a:srgbClr val="EEF4DE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E3830BFE-673B-4A5E-A450-6BA27627E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57508" y="3887138"/>
              <a:ext cx="1430338" cy="2233613"/>
            </a:xfrm>
            <a:custGeom>
              <a:avLst/>
              <a:gdLst>
                <a:gd name="T0" fmla="*/ 735 w 901"/>
                <a:gd name="T1" fmla="*/ 941 h 1407"/>
                <a:gd name="T2" fmla="*/ 735 w 901"/>
                <a:gd name="T3" fmla="*/ 562 h 1407"/>
                <a:gd name="T4" fmla="*/ 164 w 901"/>
                <a:gd name="T5" fmla="*/ 0 h 1407"/>
                <a:gd name="T6" fmla="*/ 164 w 901"/>
                <a:gd name="T7" fmla="*/ 941 h 1407"/>
                <a:gd name="T8" fmla="*/ 0 w 901"/>
                <a:gd name="T9" fmla="*/ 941 h 1407"/>
                <a:gd name="T10" fmla="*/ 449 w 901"/>
                <a:gd name="T11" fmla="*/ 1407 h 1407"/>
                <a:gd name="T12" fmla="*/ 901 w 901"/>
                <a:gd name="T13" fmla="*/ 941 h 1407"/>
                <a:gd name="T14" fmla="*/ 735 w 901"/>
                <a:gd name="T15" fmla="*/ 941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01" h="1407">
                  <a:moveTo>
                    <a:pt x="735" y="941"/>
                  </a:moveTo>
                  <a:lnTo>
                    <a:pt x="735" y="562"/>
                  </a:lnTo>
                  <a:lnTo>
                    <a:pt x="164" y="0"/>
                  </a:lnTo>
                  <a:lnTo>
                    <a:pt x="164" y="941"/>
                  </a:lnTo>
                  <a:lnTo>
                    <a:pt x="0" y="941"/>
                  </a:lnTo>
                  <a:lnTo>
                    <a:pt x="449" y="1407"/>
                  </a:lnTo>
                  <a:lnTo>
                    <a:pt x="901" y="941"/>
                  </a:lnTo>
                  <a:lnTo>
                    <a:pt x="735" y="941"/>
                  </a:lnTo>
                  <a:close/>
                </a:path>
              </a:pathLst>
            </a:custGeom>
            <a:solidFill>
              <a:srgbClr val="EEF4DE"/>
            </a:solidFill>
            <a:ln w="9525">
              <a:noFill/>
              <a:round/>
              <a:headEnd/>
              <a:tailEnd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7FA24F4E-5CFB-4C9A-BB3F-F79549D239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8919" y="1562751"/>
              <a:ext cx="1430338" cy="2233613"/>
            </a:xfrm>
            <a:custGeom>
              <a:avLst/>
              <a:gdLst>
                <a:gd name="T0" fmla="*/ 735 w 901"/>
                <a:gd name="T1" fmla="*/ 466 h 1407"/>
                <a:gd name="T2" fmla="*/ 735 w 901"/>
                <a:gd name="T3" fmla="*/ 845 h 1407"/>
                <a:gd name="T4" fmla="*/ 164 w 901"/>
                <a:gd name="T5" fmla="*/ 1407 h 1407"/>
                <a:gd name="T6" fmla="*/ 164 w 901"/>
                <a:gd name="T7" fmla="*/ 466 h 1407"/>
                <a:gd name="T8" fmla="*/ 0 w 901"/>
                <a:gd name="T9" fmla="*/ 466 h 1407"/>
                <a:gd name="T10" fmla="*/ 449 w 901"/>
                <a:gd name="T11" fmla="*/ 0 h 1407"/>
                <a:gd name="T12" fmla="*/ 901 w 901"/>
                <a:gd name="T13" fmla="*/ 466 h 1407"/>
                <a:gd name="T14" fmla="*/ 735 w 901"/>
                <a:gd name="T15" fmla="*/ 466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01" h="1407">
                  <a:moveTo>
                    <a:pt x="735" y="466"/>
                  </a:moveTo>
                  <a:lnTo>
                    <a:pt x="735" y="845"/>
                  </a:lnTo>
                  <a:lnTo>
                    <a:pt x="164" y="1407"/>
                  </a:lnTo>
                  <a:lnTo>
                    <a:pt x="164" y="466"/>
                  </a:lnTo>
                  <a:lnTo>
                    <a:pt x="0" y="466"/>
                  </a:lnTo>
                  <a:lnTo>
                    <a:pt x="449" y="0"/>
                  </a:lnTo>
                  <a:lnTo>
                    <a:pt x="901" y="466"/>
                  </a:lnTo>
                  <a:lnTo>
                    <a:pt x="735" y="466"/>
                  </a:lnTo>
                  <a:close/>
                </a:path>
              </a:pathLst>
            </a:custGeom>
            <a:solidFill>
              <a:srgbClr val="EEF4DE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97BA338-D214-46C0-8808-EA7773F7072D}"/>
                </a:ext>
              </a:extLst>
            </p:cNvPr>
            <p:cNvSpPr txBox="1"/>
            <p:nvPr/>
          </p:nvSpPr>
          <p:spPr>
            <a:xfrm>
              <a:off x="7158886" y="2121961"/>
              <a:ext cx="393229" cy="549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3200" b="1" dirty="0">
                  <a:solidFill>
                    <a:srgbClr val="3E93C9"/>
                  </a:solidFill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25F37B3-2142-40A0-A00E-3C676C549D46}"/>
                </a:ext>
              </a:extLst>
            </p:cNvPr>
            <p:cNvSpPr txBox="1"/>
            <p:nvPr/>
          </p:nvSpPr>
          <p:spPr>
            <a:xfrm>
              <a:off x="7158886" y="5097653"/>
              <a:ext cx="393229" cy="5491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3200" b="1" dirty="0">
                  <a:solidFill>
                    <a:srgbClr val="3E93C9"/>
                  </a:solidFill>
                  <a:latin typeface="Arial" panose="020B0604020202020204" pitchFamily="34" charset="0"/>
                  <a:ea typeface="Open Sans" panose="020B0606030504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8C7840E5-FEE2-4893-8CE8-F9DF413B3F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804169" y="3897126"/>
              <a:ext cx="4114800" cy="903288"/>
            </a:xfrm>
            <a:prstGeom prst="rect">
              <a:avLst/>
            </a:prstGeom>
            <a:gradFill>
              <a:gsLst>
                <a:gs pos="95000">
                  <a:srgbClr val="D1E7BB"/>
                </a:gs>
                <a:gs pos="0">
                  <a:srgbClr val="EEF4DE"/>
                </a:gs>
              </a:gsLst>
              <a:lin ang="0" scaled="0"/>
            </a:gra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F487149A-288F-4E3D-BF01-D0F440CB1D5E}"/>
              </a:ext>
            </a:extLst>
          </p:cNvPr>
          <p:cNvSpPr/>
          <p:nvPr userDrawn="1"/>
        </p:nvSpPr>
        <p:spPr>
          <a:xfrm flipH="1">
            <a:off x="2347152" y="4067461"/>
            <a:ext cx="1523001" cy="114943"/>
          </a:xfrm>
          <a:prstGeom prst="homePlate">
            <a:avLst/>
          </a:prstGeom>
          <a:solidFill>
            <a:srgbClr val="0E78BC"/>
          </a:solidFill>
          <a:ln>
            <a:noFill/>
          </a:ln>
          <a:effectLst>
            <a:reflection blurRad="127000" stA="26000" endPos="19000" dir="5400000" sy="-100000" algn="bl" rotWithShape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FED821C3-D324-4C4C-ABD6-4DECADFC80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603627E9-6C0C-40F7-8A75-44D410600A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B1C3B9B3-09BF-47BA-9A85-07B2A7BB273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94073" y="4366642"/>
            <a:ext cx="3135543" cy="496870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3200" b="1"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60542B0-5EAE-49EC-98C9-E1601D4BE4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94072" y="4863511"/>
            <a:ext cx="3135543" cy="1688065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4C35AE79-75B0-44E2-B258-086F21DA718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4074" y="1703203"/>
            <a:ext cx="3135543" cy="496870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3200" b="1"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EA2535A6-F9AF-4622-B162-A4535593FB7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94073" y="2200072"/>
            <a:ext cx="3135543" cy="1688065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711861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ep_Template_V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>
            <a:extLst>
              <a:ext uri="{FF2B5EF4-FFF2-40B4-BE49-F238E27FC236}">
                <a16:creationId xmlns:a16="http://schemas.microsoft.com/office/drawing/2014/main" id="{961348EF-256F-441F-A9B4-A7E91EA23F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90E1D5D3-46F8-4EAE-B11F-2C4D99CE193B}"/>
              </a:ext>
            </a:extLst>
          </p:cNvPr>
          <p:cNvSpPr/>
          <p:nvPr userDrawn="1"/>
        </p:nvSpPr>
        <p:spPr>
          <a:xfrm>
            <a:off x="4823092" y="5752958"/>
            <a:ext cx="4128075" cy="1103536"/>
          </a:xfrm>
          <a:prstGeom prst="rect">
            <a:avLst/>
          </a:prstGeom>
          <a:solidFill>
            <a:srgbClr val="09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E3B9B5-1A22-40F3-BF10-BFD0213212AB}"/>
              </a:ext>
            </a:extLst>
          </p:cNvPr>
          <p:cNvSpPr/>
          <p:nvPr userDrawn="1"/>
        </p:nvSpPr>
        <p:spPr>
          <a:xfrm>
            <a:off x="4670692" y="5747205"/>
            <a:ext cx="4128075" cy="1103536"/>
          </a:xfrm>
          <a:prstGeom prst="rect">
            <a:avLst/>
          </a:prstGeom>
          <a:solidFill>
            <a:srgbClr val="09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88B6001-C1D9-4E2F-ADD6-22FE2FDF4F13}"/>
              </a:ext>
            </a:extLst>
          </p:cNvPr>
          <p:cNvSpPr/>
          <p:nvPr userDrawn="1"/>
        </p:nvSpPr>
        <p:spPr>
          <a:xfrm>
            <a:off x="5591792" y="5042437"/>
            <a:ext cx="1005840" cy="10058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183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5D7034B-E4F4-4442-9513-F6E92B79D1F6}"/>
              </a:ext>
            </a:extLst>
          </p:cNvPr>
          <p:cNvSpPr/>
          <p:nvPr userDrawn="1"/>
        </p:nvSpPr>
        <p:spPr>
          <a:xfrm>
            <a:off x="6677024" y="3323227"/>
            <a:ext cx="1005840" cy="10058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183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030D0C-B158-4200-B6C1-FEF138D38400}"/>
              </a:ext>
            </a:extLst>
          </p:cNvPr>
          <p:cNvSpPr/>
          <p:nvPr userDrawn="1"/>
        </p:nvSpPr>
        <p:spPr>
          <a:xfrm>
            <a:off x="7762255" y="1604017"/>
            <a:ext cx="1005840" cy="10058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rgbClr val="183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A80281-D81C-4DC3-854D-22B6530F8052}"/>
              </a:ext>
            </a:extLst>
          </p:cNvPr>
          <p:cNvSpPr/>
          <p:nvPr/>
        </p:nvSpPr>
        <p:spPr>
          <a:xfrm>
            <a:off x="0" y="4675200"/>
            <a:ext cx="4467403" cy="1585236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8027E1-E861-4598-8A01-EC1C9BBEC9A5}"/>
              </a:ext>
            </a:extLst>
          </p:cNvPr>
          <p:cNvSpPr/>
          <p:nvPr/>
        </p:nvSpPr>
        <p:spPr>
          <a:xfrm>
            <a:off x="0" y="2949814"/>
            <a:ext cx="5559224" cy="1580434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79BEAD-E10D-47E7-B16C-54230EBD27F8}"/>
              </a:ext>
            </a:extLst>
          </p:cNvPr>
          <p:cNvSpPr/>
          <p:nvPr/>
        </p:nvSpPr>
        <p:spPr>
          <a:xfrm>
            <a:off x="0" y="1240766"/>
            <a:ext cx="6651043" cy="1580434"/>
          </a:xfrm>
          <a:prstGeom prst="rect">
            <a:avLst/>
          </a:prstGeom>
          <a:solidFill>
            <a:srgbClr val="C6C6C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995606A-6D64-4284-8BDE-EE1AA0DCAC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779"/>
          <a:stretch/>
        </p:blipFill>
        <p:spPr>
          <a:xfrm flipH="1">
            <a:off x="5488412" y="2949814"/>
            <a:ext cx="6126480" cy="135242"/>
          </a:xfrm>
          <a:prstGeom prst="rect">
            <a:avLst/>
          </a:prstGeom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C1CF2FD-F309-4E79-BA96-380DD82F51C0}"/>
              </a:ext>
            </a:extLst>
          </p:cNvPr>
          <p:cNvSpPr/>
          <p:nvPr/>
        </p:nvSpPr>
        <p:spPr>
          <a:xfrm>
            <a:off x="5559223" y="1225394"/>
            <a:ext cx="2183642" cy="1719618"/>
          </a:xfrm>
          <a:prstGeom prst="triangle">
            <a:avLst/>
          </a:prstGeom>
          <a:solidFill>
            <a:srgbClr val="ED6A5E"/>
          </a:solidFill>
          <a:ln>
            <a:noFill/>
          </a:ln>
          <a:scene3d>
            <a:camera prst="orthographicFront"/>
            <a:lightRig rig="threePt" dir="t"/>
          </a:scene3d>
          <a:sp3d>
            <a:bevelT w="1905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EDC704F7-8F15-4247-87A8-035F848DBD41}"/>
              </a:ext>
            </a:extLst>
          </p:cNvPr>
          <p:cNvSpPr/>
          <p:nvPr/>
        </p:nvSpPr>
        <p:spPr>
          <a:xfrm>
            <a:off x="4467402" y="2945012"/>
            <a:ext cx="2183642" cy="1719618"/>
          </a:xfrm>
          <a:prstGeom prst="triangle">
            <a:avLst/>
          </a:prstGeom>
          <a:solidFill>
            <a:srgbClr val="004899"/>
          </a:solidFill>
          <a:ln>
            <a:noFill/>
          </a:ln>
          <a:scene3d>
            <a:camera prst="orthographicFront"/>
            <a:lightRig rig="threePt" dir="t"/>
          </a:scene3d>
          <a:sp3d>
            <a:bevelT w="1905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ABACE7D8-075E-4C22-881C-5CC0B219EC64}"/>
              </a:ext>
            </a:extLst>
          </p:cNvPr>
          <p:cNvSpPr/>
          <p:nvPr/>
        </p:nvSpPr>
        <p:spPr>
          <a:xfrm>
            <a:off x="3375581" y="4664630"/>
            <a:ext cx="2183642" cy="1719618"/>
          </a:xfrm>
          <a:prstGeom prst="triangle">
            <a:avLst/>
          </a:prstGeom>
          <a:solidFill>
            <a:srgbClr val="8EC152"/>
          </a:solidFill>
          <a:ln>
            <a:noFill/>
          </a:ln>
          <a:scene3d>
            <a:camera prst="orthographicFront"/>
            <a:lightRig rig="threePt" dir="t"/>
          </a:scene3d>
          <a:sp3d>
            <a:bevelT w="19050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738ABAE-99F1-491E-98E7-CDFC1E07D4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779"/>
          <a:stretch/>
        </p:blipFill>
        <p:spPr>
          <a:xfrm flipH="1">
            <a:off x="4467401" y="4670292"/>
            <a:ext cx="6126480" cy="13524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E712A42-023C-4E7B-9745-F7C968DB5C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779"/>
          <a:stretch/>
        </p:blipFill>
        <p:spPr>
          <a:xfrm flipH="1">
            <a:off x="3375581" y="6377620"/>
            <a:ext cx="6126480" cy="13524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29DEB0B-AED4-48FE-857D-ECC0B98E44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EB38220-B6BF-4B3F-8B6D-FDCB1F0319A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73669" y="2106937"/>
            <a:ext cx="563563" cy="56356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AB31C5DD-C563-4B89-A93C-56370923B4C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77443" y="3833155"/>
            <a:ext cx="563563" cy="56356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63D9C8C1-8873-4B32-9093-163F1FD88A2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181217" y="5559373"/>
            <a:ext cx="563563" cy="56356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064E62BF-5796-4B6A-BDC0-2830F17D9B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62417" y="4993973"/>
            <a:ext cx="3323283" cy="901764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18326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F49794EE-B402-4BBD-80D5-D78ED75E1B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0442" y="3294872"/>
            <a:ext cx="3323283" cy="901764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18326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1EE5D61-A9C0-4F3C-A3C1-AC150BF6606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58467" y="1595771"/>
            <a:ext cx="3323283" cy="901764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183264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9BD57FBB-F064-44F3-81B9-5BA91C0D04A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35570" y="1875061"/>
            <a:ext cx="2796355" cy="795439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AA8FC885-D4F9-40CF-B6DF-14FFEC0DF7C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08493" y="3486530"/>
            <a:ext cx="2917658" cy="795439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6FA4C1BC-6B80-4CDF-B046-3C43980C097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81416" y="5145491"/>
            <a:ext cx="2686456" cy="795439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E44A9-C1B1-4B42-B6F1-923A76472D3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8190" y="398539"/>
            <a:ext cx="7306574" cy="658812"/>
          </a:xfrm>
        </p:spPr>
        <p:txBody>
          <a:bodyPr>
            <a:noAutofit/>
          </a:bodyPr>
          <a:lstStyle>
            <a:lvl1pPr marL="0" indent="0">
              <a:buNone/>
              <a:defRPr sz="50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Three Step Template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015885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ep_Template_V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>
            <a:extLst>
              <a:ext uri="{FF2B5EF4-FFF2-40B4-BE49-F238E27FC236}">
                <a16:creationId xmlns:a16="http://schemas.microsoft.com/office/drawing/2014/main" id="{551D20B9-E7D5-4B7E-8DDF-DBFAE66235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63BE8AB-2D0B-402B-8C0C-7FAF61613D27}"/>
              </a:ext>
            </a:extLst>
          </p:cNvPr>
          <p:cNvGrpSpPr/>
          <p:nvPr/>
        </p:nvGrpSpPr>
        <p:grpSpPr>
          <a:xfrm>
            <a:off x="1" y="1959627"/>
            <a:ext cx="4856558" cy="1048871"/>
            <a:chOff x="1" y="1479176"/>
            <a:chExt cx="4856558" cy="104887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A310A20-B14E-410B-ADB5-4B86137F27B1}"/>
                </a:ext>
              </a:extLst>
            </p:cNvPr>
            <p:cNvSpPr/>
            <p:nvPr/>
          </p:nvSpPr>
          <p:spPr>
            <a:xfrm>
              <a:off x="1" y="1479176"/>
              <a:ext cx="4856558" cy="1048871"/>
            </a:xfrm>
            <a:prstGeom prst="rect">
              <a:avLst/>
            </a:prstGeom>
            <a:solidFill>
              <a:srgbClr val="18326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5F0DAC2D-5043-4517-9A28-46ABF4174A30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3880314" y="1840892"/>
              <a:ext cx="328613" cy="325438"/>
            </a:xfrm>
            <a:custGeom>
              <a:avLst/>
              <a:gdLst>
                <a:gd name="T0" fmla="*/ 1478 w 3309"/>
                <a:gd name="T1" fmla="*/ 946 h 3277"/>
                <a:gd name="T2" fmla="*/ 2138 w 3309"/>
                <a:gd name="T3" fmla="*/ 1544 h 3277"/>
                <a:gd name="T4" fmla="*/ 2172 w 3309"/>
                <a:gd name="T5" fmla="*/ 1638 h 3277"/>
                <a:gd name="T6" fmla="*/ 2138 w 3309"/>
                <a:gd name="T7" fmla="*/ 1733 h 3277"/>
                <a:gd name="T8" fmla="*/ 1478 w 3309"/>
                <a:gd name="T9" fmla="*/ 2332 h 3277"/>
                <a:gd name="T10" fmla="*/ 1365 w 3309"/>
                <a:gd name="T11" fmla="*/ 2352 h 3277"/>
                <a:gd name="T12" fmla="*/ 1268 w 3309"/>
                <a:gd name="T13" fmla="*/ 2288 h 3277"/>
                <a:gd name="T14" fmla="*/ 1244 w 3309"/>
                <a:gd name="T15" fmla="*/ 2176 h 3277"/>
                <a:gd name="T16" fmla="*/ 1291 w 3309"/>
                <a:gd name="T17" fmla="*/ 2090 h 3277"/>
                <a:gd name="T18" fmla="*/ 1291 w 3309"/>
                <a:gd name="T19" fmla="*/ 1188 h 3277"/>
                <a:gd name="T20" fmla="*/ 1244 w 3309"/>
                <a:gd name="T21" fmla="*/ 1101 h 3277"/>
                <a:gd name="T22" fmla="*/ 1268 w 3309"/>
                <a:gd name="T23" fmla="*/ 989 h 3277"/>
                <a:gd name="T24" fmla="*/ 1365 w 3309"/>
                <a:gd name="T25" fmla="*/ 925 h 3277"/>
                <a:gd name="T26" fmla="*/ 1465 w 3309"/>
                <a:gd name="T27" fmla="*/ 321 h 3277"/>
                <a:gd name="T28" fmla="*/ 1111 w 3309"/>
                <a:gd name="T29" fmla="*/ 421 h 3277"/>
                <a:gd name="T30" fmla="*/ 805 w 3309"/>
                <a:gd name="T31" fmla="*/ 608 h 3277"/>
                <a:gd name="T32" fmla="*/ 559 w 3309"/>
                <a:gd name="T33" fmla="*/ 867 h 3277"/>
                <a:gd name="T34" fmla="*/ 391 w 3309"/>
                <a:gd name="T35" fmla="*/ 1184 h 3277"/>
                <a:gd name="T36" fmla="*/ 313 w 3309"/>
                <a:gd name="T37" fmla="*/ 1544 h 3277"/>
                <a:gd name="T38" fmla="*/ 339 w 3309"/>
                <a:gd name="T39" fmla="*/ 1918 h 3277"/>
                <a:gd name="T40" fmla="*/ 464 w 3309"/>
                <a:gd name="T41" fmla="*/ 2258 h 3277"/>
                <a:gd name="T42" fmla="*/ 674 w 3309"/>
                <a:gd name="T43" fmla="*/ 2547 h 3277"/>
                <a:gd name="T44" fmla="*/ 951 w 3309"/>
                <a:gd name="T45" fmla="*/ 2772 h 3277"/>
                <a:gd name="T46" fmla="*/ 1283 w 3309"/>
                <a:gd name="T47" fmla="*/ 2918 h 3277"/>
                <a:gd name="T48" fmla="*/ 1655 w 3309"/>
                <a:gd name="T49" fmla="*/ 2969 h 3277"/>
                <a:gd name="T50" fmla="*/ 2026 w 3309"/>
                <a:gd name="T51" fmla="*/ 2918 h 3277"/>
                <a:gd name="T52" fmla="*/ 2358 w 3309"/>
                <a:gd name="T53" fmla="*/ 2772 h 3277"/>
                <a:gd name="T54" fmla="*/ 2635 w 3309"/>
                <a:gd name="T55" fmla="*/ 2547 h 3277"/>
                <a:gd name="T56" fmla="*/ 2845 w 3309"/>
                <a:gd name="T57" fmla="*/ 2258 h 3277"/>
                <a:gd name="T58" fmla="*/ 2969 w 3309"/>
                <a:gd name="T59" fmla="*/ 1918 h 3277"/>
                <a:gd name="T60" fmla="*/ 2995 w 3309"/>
                <a:gd name="T61" fmla="*/ 1544 h 3277"/>
                <a:gd name="T62" fmla="*/ 2918 w 3309"/>
                <a:gd name="T63" fmla="*/ 1184 h 3277"/>
                <a:gd name="T64" fmla="*/ 2750 w 3309"/>
                <a:gd name="T65" fmla="*/ 867 h 3277"/>
                <a:gd name="T66" fmla="*/ 2505 w 3309"/>
                <a:gd name="T67" fmla="*/ 608 h 3277"/>
                <a:gd name="T68" fmla="*/ 2199 w 3309"/>
                <a:gd name="T69" fmla="*/ 421 h 3277"/>
                <a:gd name="T70" fmla="*/ 1844 w 3309"/>
                <a:gd name="T71" fmla="*/ 321 h 3277"/>
                <a:gd name="T72" fmla="*/ 1760 w 3309"/>
                <a:gd name="T73" fmla="*/ 3 h 3277"/>
                <a:gd name="T74" fmla="*/ 2159 w 3309"/>
                <a:gd name="T75" fmla="*/ 78 h 3277"/>
                <a:gd name="T76" fmla="*/ 2518 w 3309"/>
                <a:gd name="T77" fmla="*/ 240 h 3277"/>
                <a:gd name="T78" fmla="*/ 2825 w 3309"/>
                <a:gd name="T79" fmla="*/ 480 h 3277"/>
                <a:gd name="T80" fmla="*/ 3067 w 3309"/>
                <a:gd name="T81" fmla="*/ 784 h 3277"/>
                <a:gd name="T82" fmla="*/ 3231 w 3309"/>
                <a:gd name="T83" fmla="*/ 1140 h 3277"/>
                <a:gd name="T84" fmla="*/ 3306 w 3309"/>
                <a:gd name="T85" fmla="*/ 1535 h 3277"/>
                <a:gd name="T86" fmla="*/ 3281 w 3309"/>
                <a:gd name="T87" fmla="*/ 1944 h 3277"/>
                <a:gd name="T88" fmla="*/ 3159 w 3309"/>
                <a:gd name="T89" fmla="*/ 2321 h 3277"/>
                <a:gd name="T90" fmla="*/ 2955 w 3309"/>
                <a:gd name="T91" fmla="*/ 2652 h 3277"/>
                <a:gd name="T92" fmla="*/ 2679 w 3309"/>
                <a:gd name="T93" fmla="*/ 2925 h 3277"/>
                <a:gd name="T94" fmla="*/ 2344 w 3309"/>
                <a:gd name="T95" fmla="*/ 3129 h 3277"/>
                <a:gd name="T96" fmla="*/ 1963 w 3309"/>
                <a:gd name="T97" fmla="*/ 3249 h 3277"/>
                <a:gd name="T98" fmla="*/ 1550 w 3309"/>
                <a:gd name="T99" fmla="*/ 3274 h 3277"/>
                <a:gd name="T100" fmla="*/ 1151 w 3309"/>
                <a:gd name="T101" fmla="*/ 3200 h 3277"/>
                <a:gd name="T102" fmla="*/ 791 w 3309"/>
                <a:gd name="T103" fmla="*/ 3036 h 3277"/>
                <a:gd name="T104" fmla="*/ 484 w 3309"/>
                <a:gd name="T105" fmla="*/ 2798 h 3277"/>
                <a:gd name="T106" fmla="*/ 243 w 3309"/>
                <a:gd name="T107" fmla="*/ 2493 h 3277"/>
                <a:gd name="T108" fmla="*/ 78 w 3309"/>
                <a:gd name="T109" fmla="*/ 2138 h 3277"/>
                <a:gd name="T110" fmla="*/ 3 w 3309"/>
                <a:gd name="T111" fmla="*/ 1742 h 3277"/>
                <a:gd name="T112" fmla="*/ 28 w 3309"/>
                <a:gd name="T113" fmla="*/ 1333 h 3277"/>
                <a:gd name="T114" fmla="*/ 150 w 3309"/>
                <a:gd name="T115" fmla="*/ 956 h 3277"/>
                <a:gd name="T116" fmla="*/ 355 w 3309"/>
                <a:gd name="T117" fmla="*/ 624 h 3277"/>
                <a:gd name="T118" fmla="*/ 630 w 3309"/>
                <a:gd name="T119" fmla="*/ 351 h 3277"/>
                <a:gd name="T120" fmla="*/ 966 w 3309"/>
                <a:gd name="T121" fmla="*/ 149 h 3277"/>
                <a:gd name="T122" fmla="*/ 1346 w 3309"/>
                <a:gd name="T123" fmla="*/ 29 h 3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09" h="3277">
                  <a:moveTo>
                    <a:pt x="1396" y="922"/>
                  </a:moveTo>
                  <a:lnTo>
                    <a:pt x="1426" y="925"/>
                  </a:lnTo>
                  <a:lnTo>
                    <a:pt x="1453" y="932"/>
                  </a:lnTo>
                  <a:lnTo>
                    <a:pt x="1478" y="946"/>
                  </a:lnTo>
                  <a:lnTo>
                    <a:pt x="1501" y="963"/>
                  </a:lnTo>
                  <a:lnTo>
                    <a:pt x="1501" y="963"/>
                  </a:lnTo>
                  <a:lnTo>
                    <a:pt x="2121" y="1525"/>
                  </a:lnTo>
                  <a:lnTo>
                    <a:pt x="2138" y="1544"/>
                  </a:lnTo>
                  <a:lnTo>
                    <a:pt x="2153" y="1566"/>
                  </a:lnTo>
                  <a:lnTo>
                    <a:pt x="2164" y="1589"/>
                  </a:lnTo>
                  <a:lnTo>
                    <a:pt x="2170" y="1613"/>
                  </a:lnTo>
                  <a:lnTo>
                    <a:pt x="2172" y="1638"/>
                  </a:lnTo>
                  <a:lnTo>
                    <a:pt x="2170" y="1664"/>
                  </a:lnTo>
                  <a:lnTo>
                    <a:pt x="2164" y="1689"/>
                  </a:lnTo>
                  <a:lnTo>
                    <a:pt x="2153" y="1712"/>
                  </a:lnTo>
                  <a:lnTo>
                    <a:pt x="2138" y="1733"/>
                  </a:lnTo>
                  <a:lnTo>
                    <a:pt x="2121" y="1751"/>
                  </a:lnTo>
                  <a:lnTo>
                    <a:pt x="1501" y="2315"/>
                  </a:lnTo>
                  <a:lnTo>
                    <a:pt x="1501" y="2315"/>
                  </a:lnTo>
                  <a:lnTo>
                    <a:pt x="1478" y="2332"/>
                  </a:lnTo>
                  <a:lnTo>
                    <a:pt x="1453" y="2344"/>
                  </a:lnTo>
                  <a:lnTo>
                    <a:pt x="1426" y="2352"/>
                  </a:lnTo>
                  <a:lnTo>
                    <a:pt x="1396" y="2356"/>
                  </a:lnTo>
                  <a:lnTo>
                    <a:pt x="1365" y="2352"/>
                  </a:lnTo>
                  <a:lnTo>
                    <a:pt x="1336" y="2343"/>
                  </a:lnTo>
                  <a:lnTo>
                    <a:pt x="1309" y="2329"/>
                  </a:lnTo>
                  <a:lnTo>
                    <a:pt x="1287" y="2311"/>
                  </a:lnTo>
                  <a:lnTo>
                    <a:pt x="1268" y="2288"/>
                  </a:lnTo>
                  <a:lnTo>
                    <a:pt x="1253" y="2261"/>
                  </a:lnTo>
                  <a:lnTo>
                    <a:pt x="1245" y="2233"/>
                  </a:lnTo>
                  <a:lnTo>
                    <a:pt x="1242" y="2202"/>
                  </a:lnTo>
                  <a:lnTo>
                    <a:pt x="1244" y="2176"/>
                  </a:lnTo>
                  <a:lnTo>
                    <a:pt x="1250" y="2150"/>
                  </a:lnTo>
                  <a:lnTo>
                    <a:pt x="1261" y="2128"/>
                  </a:lnTo>
                  <a:lnTo>
                    <a:pt x="1274" y="2107"/>
                  </a:lnTo>
                  <a:lnTo>
                    <a:pt x="1291" y="2090"/>
                  </a:lnTo>
                  <a:lnTo>
                    <a:pt x="1291" y="2089"/>
                  </a:lnTo>
                  <a:lnTo>
                    <a:pt x="1787" y="1638"/>
                  </a:lnTo>
                  <a:lnTo>
                    <a:pt x="1291" y="1189"/>
                  </a:lnTo>
                  <a:lnTo>
                    <a:pt x="1291" y="1188"/>
                  </a:lnTo>
                  <a:lnTo>
                    <a:pt x="1274" y="1170"/>
                  </a:lnTo>
                  <a:lnTo>
                    <a:pt x="1261" y="1149"/>
                  </a:lnTo>
                  <a:lnTo>
                    <a:pt x="1250" y="1126"/>
                  </a:lnTo>
                  <a:lnTo>
                    <a:pt x="1244" y="1101"/>
                  </a:lnTo>
                  <a:lnTo>
                    <a:pt x="1242" y="1075"/>
                  </a:lnTo>
                  <a:lnTo>
                    <a:pt x="1245" y="1044"/>
                  </a:lnTo>
                  <a:lnTo>
                    <a:pt x="1253" y="1015"/>
                  </a:lnTo>
                  <a:lnTo>
                    <a:pt x="1268" y="989"/>
                  </a:lnTo>
                  <a:lnTo>
                    <a:pt x="1287" y="967"/>
                  </a:lnTo>
                  <a:lnTo>
                    <a:pt x="1309" y="948"/>
                  </a:lnTo>
                  <a:lnTo>
                    <a:pt x="1336" y="933"/>
                  </a:lnTo>
                  <a:lnTo>
                    <a:pt x="1365" y="925"/>
                  </a:lnTo>
                  <a:lnTo>
                    <a:pt x="1396" y="922"/>
                  </a:lnTo>
                  <a:close/>
                  <a:moveTo>
                    <a:pt x="1655" y="307"/>
                  </a:moveTo>
                  <a:lnTo>
                    <a:pt x="1559" y="310"/>
                  </a:lnTo>
                  <a:lnTo>
                    <a:pt x="1465" y="321"/>
                  </a:lnTo>
                  <a:lnTo>
                    <a:pt x="1373" y="336"/>
                  </a:lnTo>
                  <a:lnTo>
                    <a:pt x="1283" y="358"/>
                  </a:lnTo>
                  <a:lnTo>
                    <a:pt x="1196" y="387"/>
                  </a:lnTo>
                  <a:lnTo>
                    <a:pt x="1111" y="421"/>
                  </a:lnTo>
                  <a:lnTo>
                    <a:pt x="1029" y="460"/>
                  </a:lnTo>
                  <a:lnTo>
                    <a:pt x="951" y="505"/>
                  </a:lnTo>
                  <a:lnTo>
                    <a:pt x="876" y="554"/>
                  </a:lnTo>
                  <a:lnTo>
                    <a:pt x="805" y="608"/>
                  </a:lnTo>
                  <a:lnTo>
                    <a:pt x="737" y="666"/>
                  </a:lnTo>
                  <a:lnTo>
                    <a:pt x="674" y="729"/>
                  </a:lnTo>
                  <a:lnTo>
                    <a:pt x="614" y="796"/>
                  </a:lnTo>
                  <a:lnTo>
                    <a:pt x="559" y="867"/>
                  </a:lnTo>
                  <a:lnTo>
                    <a:pt x="510" y="942"/>
                  </a:lnTo>
                  <a:lnTo>
                    <a:pt x="464" y="1019"/>
                  </a:lnTo>
                  <a:lnTo>
                    <a:pt x="425" y="1100"/>
                  </a:lnTo>
                  <a:lnTo>
                    <a:pt x="391" y="1184"/>
                  </a:lnTo>
                  <a:lnTo>
                    <a:pt x="363" y="1271"/>
                  </a:lnTo>
                  <a:lnTo>
                    <a:pt x="339" y="1360"/>
                  </a:lnTo>
                  <a:lnTo>
                    <a:pt x="324" y="1451"/>
                  </a:lnTo>
                  <a:lnTo>
                    <a:pt x="313" y="1544"/>
                  </a:lnTo>
                  <a:lnTo>
                    <a:pt x="310" y="1638"/>
                  </a:lnTo>
                  <a:lnTo>
                    <a:pt x="313" y="1734"/>
                  </a:lnTo>
                  <a:lnTo>
                    <a:pt x="324" y="1827"/>
                  </a:lnTo>
                  <a:lnTo>
                    <a:pt x="339" y="1918"/>
                  </a:lnTo>
                  <a:lnTo>
                    <a:pt x="363" y="2007"/>
                  </a:lnTo>
                  <a:lnTo>
                    <a:pt x="391" y="2093"/>
                  </a:lnTo>
                  <a:lnTo>
                    <a:pt x="425" y="2177"/>
                  </a:lnTo>
                  <a:lnTo>
                    <a:pt x="464" y="2258"/>
                  </a:lnTo>
                  <a:lnTo>
                    <a:pt x="510" y="2336"/>
                  </a:lnTo>
                  <a:lnTo>
                    <a:pt x="559" y="2410"/>
                  </a:lnTo>
                  <a:lnTo>
                    <a:pt x="614" y="2480"/>
                  </a:lnTo>
                  <a:lnTo>
                    <a:pt x="674" y="2547"/>
                  </a:lnTo>
                  <a:lnTo>
                    <a:pt x="737" y="2610"/>
                  </a:lnTo>
                  <a:lnTo>
                    <a:pt x="805" y="2669"/>
                  </a:lnTo>
                  <a:lnTo>
                    <a:pt x="876" y="2723"/>
                  </a:lnTo>
                  <a:lnTo>
                    <a:pt x="951" y="2772"/>
                  </a:lnTo>
                  <a:lnTo>
                    <a:pt x="1029" y="2816"/>
                  </a:lnTo>
                  <a:lnTo>
                    <a:pt x="1111" y="2856"/>
                  </a:lnTo>
                  <a:lnTo>
                    <a:pt x="1196" y="2890"/>
                  </a:lnTo>
                  <a:lnTo>
                    <a:pt x="1283" y="2918"/>
                  </a:lnTo>
                  <a:lnTo>
                    <a:pt x="1373" y="2940"/>
                  </a:lnTo>
                  <a:lnTo>
                    <a:pt x="1465" y="2957"/>
                  </a:lnTo>
                  <a:lnTo>
                    <a:pt x="1559" y="2966"/>
                  </a:lnTo>
                  <a:lnTo>
                    <a:pt x="1655" y="2969"/>
                  </a:lnTo>
                  <a:lnTo>
                    <a:pt x="1750" y="2966"/>
                  </a:lnTo>
                  <a:lnTo>
                    <a:pt x="1844" y="2957"/>
                  </a:lnTo>
                  <a:lnTo>
                    <a:pt x="1936" y="2940"/>
                  </a:lnTo>
                  <a:lnTo>
                    <a:pt x="2026" y="2918"/>
                  </a:lnTo>
                  <a:lnTo>
                    <a:pt x="2114" y="2890"/>
                  </a:lnTo>
                  <a:lnTo>
                    <a:pt x="2199" y="2856"/>
                  </a:lnTo>
                  <a:lnTo>
                    <a:pt x="2280" y="2816"/>
                  </a:lnTo>
                  <a:lnTo>
                    <a:pt x="2358" y="2772"/>
                  </a:lnTo>
                  <a:lnTo>
                    <a:pt x="2433" y="2723"/>
                  </a:lnTo>
                  <a:lnTo>
                    <a:pt x="2505" y="2669"/>
                  </a:lnTo>
                  <a:lnTo>
                    <a:pt x="2572" y="2610"/>
                  </a:lnTo>
                  <a:lnTo>
                    <a:pt x="2635" y="2547"/>
                  </a:lnTo>
                  <a:lnTo>
                    <a:pt x="2695" y="2480"/>
                  </a:lnTo>
                  <a:lnTo>
                    <a:pt x="2750" y="2410"/>
                  </a:lnTo>
                  <a:lnTo>
                    <a:pt x="2799" y="2336"/>
                  </a:lnTo>
                  <a:lnTo>
                    <a:pt x="2845" y="2258"/>
                  </a:lnTo>
                  <a:lnTo>
                    <a:pt x="2884" y="2177"/>
                  </a:lnTo>
                  <a:lnTo>
                    <a:pt x="2918" y="2093"/>
                  </a:lnTo>
                  <a:lnTo>
                    <a:pt x="2946" y="2007"/>
                  </a:lnTo>
                  <a:lnTo>
                    <a:pt x="2969" y="1918"/>
                  </a:lnTo>
                  <a:lnTo>
                    <a:pt x="2986" y="1827"/>
                  </a:lnTo>
                  <a:lnTo>
                    <a:pt x="2995" y="1734"/>
                  </a:lnTo>
                  <a:lnTo>
                    <a:pt x="2999" y="1638"/>
                  </a:lnTo>
                  <a:lnTo>
                    <a:pt x="2995" y="1544"/>
                  </a:lnTo>
                  <a:lnTo>
                    <a:pt x="2986" y="1451"/>
                  </a:lnTo>
                  <a:lnTo>
                    <a:pt x="2969" y="1360"/>
                  </a:lnTo>
                  <a:lnTo>
                    <a:pt x="2946" y="1271"/>
                  </a:lnTo>
                  <a:lnTo>
                    <a:pt x="2918" y="1184"/>
                  </a:lnTo>
                  <a:lnTo>
                    <a:pt x="2884" y="1100"/>
                  </a:lnTo>
                  <a:lnTo>
                    <a:pt x="2845" y="1019"/>
                  </a:lnTo>
                  <a:lnTo>
                    <a:pt x="2799" y="942"/>
                  </a:lnTo>
                  <a:lnTo>
                    <a:pt x="2750" y="867"/>
                  </a:lnTo>
                  <a:lnTo>
                    <a:pt x="2695" y="796"/>
                  </a:lnTo>
                  <a:lnTo>
                    <a:pt x="2635" y="729"/>
                  </a:lnTo>
                  <a:lnTo>
                    <a:pt x="2572" y="666"/>
                  </a:lnTo>
                  <a:lnTo>
                    <a:pt x="2505" y="608"/>
                  </a:lnTo>
                  <a:lnTo>
                    <a:pt x="2433" y="554"/>
                  </a:lnTo>
                  <a:lnTo>
                    <a:pt x="2358" y="505"/>
                  </a:lnTo>
                  <a:lnTo>
                    <a:pt x="2280" y="460"/>
                  </a:lnTo>
                  <a:lnTo>
                    <a:pt x="2199" y="421"/>
                  </a:lnTo>
                  <a:lnTo>
                    <a:pt x="2114" y="387"/>
                  </a:lnTo>
                  <a:lnTo>
                    <a:pt x="2026" y="358"/>
                  </a:lnTo>
                  <a:lnTo>
                    <a:pt x="1936" y="336"/>
                  </a:lnTo>
                  <a:lnTo>
                    <a:pt x="1844" y="321"/>
                  </a:lnTo>
                  <a:lnTo>
                    <a:pt x="1750" y="310"/>
                  </a:lnTo>
                  <a:lnTo>
                    <a:pt x="1655" y="307"/>
                  </a:lnTo>
                  <a:close/>
                  <a:moveTo>
                    <a:pt x="1655" y="0"/>
                  </a:moveTo>
                  <a:lnTo>
                    <a:pt x="1760" y="3"/>
                  </a:lnTo>
                  <a:lnTo>
                    <a:pt x="1862" y="13"/>
                  </a:lnTo>
                  <a:lnTo>
                    <a:pt x="1963" y="29"/>
                  </a:lnTo>
                  <a:lnTo>
                    <a:pt x="2062" y="51"/>
                  </a:lnTo>
                  <a:lnTo>
                    <a:pt x="2159" y="78"/>
                  </a:lnTo>
                  <a:lnTo>
                    <a:pt x="2253" y="110"/>
                  </a:lnTo>
                  <a:lnTo>
                    <a:pt x="2344" y="149"/>
                  </a:lnTo>
                  <a:lnTo>
                    <a:pt x="2432" y="192"/>
                  </a:lnTo>
                  <a:lnTo>
                    <a:pt x="2518" y="240"/>
                  </a:lnTo>
                  <a:lnTo>
                    <a:pt x="2600" y="294"/>
                  </a:lnTo>
                  <a:lnTo>
                    <a:pt x="2679" y="351"/>
                  </a:lnTo>
                  <a:lnTo>
                    <a:pt x="2754" y="414"/>
                  </a:lnTo>
                  <a:lnTo>
                    <a:pt x="2825" y="480"/>
                  </a:lnTo>
                  <a:lnTo>
                    <a:pt x="2891" y="550"/>
                  </a:lnTo>
                  <a:lnTo>
                    <a:pt x="2955" y="624"/>
                  </a:lnTo>
                  <a:lnTo>
                    <a:pt x="3013" y="703"/>
                  </a:lnTo>
                  <a:lnTo>
                    <a:pt x="3067" y="784"/>
                  </a:lnTo>
                  <a:lnTo>
                    <a:pt x="3116" y="869"/>
                  </a:lnTo>
                  <a:lnTo>
                    <a:pt x="3159" y="956"/>
                  </a:lnTo>
                  <a:lnTo>
                    <a:pt x="3198" y="1047"/>
                  </a:lnTo>
                  <a:lnTo>
                    <a:pt x="3231" y="1140"/>
                  </a:lnTo>
                  <a:lnTo>
                    <a:pt x="3258" y="1235"/>
                  </a:lnTo>
                  <a:lnTo>
                    <a:pt x="3281" y="1333"/>
                  </a:lnTo>
                  <a:lnTo>
                    <a:pt x="3296" y="1433"/>
                  </a:lnTo>
                  <a:lnTo>
                    <a:pt x="3306" y="1535"/>
                  </a:lnTo>
                  <a:lnTo>
                    <a:pt x="3309" y="1638"/>
                  </a:lnTo>
                  <a:lnTo>
                    <a:pt x="3306" y="1742"/>
                  </a:lnTo>
                  <a:lnTo>
                    <a:pt x="3296" y="1845"/>
                  </a:lnTo>
                  <a:lnTo>
                    <a:pt x="3281" y="1944"/>
                  </a:lnTo>
                  <a:lnTo>
                    <a:pt x="3258" y="2042"/>
                  </a:lnTo>
                  <a:lnTo>
                    <a:pt x="3231" y="2138"/>
                  </a:lnTo>
                  <a:lnTo>
                    <a:pt x="3198" y="2231"/>
                  </a:lnTo>
                  <a:lnTo>
                    <a:pt x="3159" y="2321"/>
                  </a:lnTo>
                  <a:lnTo>
                    <a:pt x="3116" y="2409"/>
                  </a:lnTo>
                  <a:lnTo>
                    <a:pt x="3067" y="2493"/>
                  </a:lnTo>
                  <a:lnTo>
                    <a:pt x="3013" y="2575"/>
                  </a:lnTo>
                  <a:lnTo>
                    <a:pt x="2955" y="2652"/>
                  </a:lnTo>
                  <a:lnTo>
                    <a:pt x="2891" y="2726"/>
                  </a:lnTo>
                  <a:lnTo>
                    <a:pt x="2825" y="2798"/>
                  </a:lnTo>
                  <a:lnTo>
                    <a:pt x="2754" y="2864"/>
                  </a:lnTo>
                  <a:lnTo>
                    <a:pt x="2679" y="2925"/>
                  </a:lnTo>
                  <a:lnTo>
                    <a:pt x="2600" y="2984"/>
                  </a:lnTo>
                  <a:lnTo>
                    <a:pt x="2518" y="3036"/>
                  </a:lnTo>
                  <a:lnTo>
                    <a:pt x="2432" y="3086"/>
                  </a:lnTo>
                  <a:lnTo>
                    <a:pt x="2344" y="3129"/>
                  </a:lnTo>
                  <a:lnTo>
                    <a:pt x="2253" y="3167"/>
                  </a:lnTo>
                  <a:lnTo>
                    <a:pt x="2159" y="3200"/>
                  </a:lnTo>
                  <a:lnTo>
                    <a:pt x="2062" y="3227"/>
                  </a:lnTo>
                  <a:lnTo>
                    <a:pt x="1963" y="3249"/>
                  </a:lnTo>
                  <a:lnTo>
                    <a:pt x="1862" y="3265"/>
                  </a:lnTo>
                  <a:lnTo>
                    <a:pt x="1760" y="3274"/>
                  </a:lnTo>
                  <a:lnTo>
                    <a:pt x="1655" y="3277"/>
                  </a:lnTo>
                  <a:lnTo>
                    <a:pt x="1550" y="3274"/>
                  </a:lnTo>
                  <a:lnTo>
                    <a:pt x="1447" y="3265"/>
                  </a:lnTo>
                  <a:lnTo>
                    <a:pt x="1346" y="3249"/>
                  </a:lnTo>
                  <a:lnTo>
                    <a:pt x="1247" y="3227"/>
                  </a:lnTo>
                  <a:lnTo>
                    <a:pt x="1151" y="3200"/>
                  </a:lnTo>
                  <a:lnTo>
                    <a:pt x="1056" y="3167"/>
                  </a:lnTo>
                  <a:lnTo>
                    <a:pt x="966" y="3129"/>
                  </a:lnTo>
                  <a:lnTo>
                    <a:pt x="877" y="3086"/>
                  </a:lnTo>
                  <a:lnTo>
                    <a:pt x="791" y="3036"/>
                  </a:lnTo>
                  <a:lnTo>
                    <a:pt x="710" y="2984"/>
                  </a:lnTo>
                  <a:lnTo>
                    <a:pt x="630" y="2925"/>
                  </a:lnTo>
                  <a:lnTo>
                    <a:pt x="556" y="2864"/>
                  </a:lnTo>
                  <a:lnTo>
                    <a:pt x="484" y="2798"/>
                  </a:lnTo>
                  <a:lnTo>
                    <a:pt x="418" y="2726"/>
                  </a:lnTo>
                  <a:lnTo>
                    <a:pt x="355" y="2652"/>
                  </a:lnTo>
                  <a:lnTo>
                    <a:pt x="296" y="2575"/>
                  </a:lnTo>
                  <a:lnTo>
                    <a:pt x="243" y="2493"/>
                  </a:lnTo>
                  <a:lnTo>
                    <a:pt x="193" y="2409"/>
                  </a:lnTo>
                  <a:lnTo>
                    <a:pt x="150" y="2321"/>
                  </a:lnTo>
                  <a:lnTo>
                    <a:pt x="111" y="2231"/>
                  </a:lnTo>
                  <a:lnTo>
                    <a:pt x="78" y="2138"/>
                  </a:lnTo>
                  <a:lnTo>
                    <a:pt x="51" y="2042"/>
                  </a:lnTo>
                  <a:lnTo>
                    <a:pt x="28" y="1944"/>
                  </a:lnTo>
                  <a:lnTo>
                    <a:pt x="13" y="1845"/>
                  </a:lnTo>
                  <a:lnTo>
                    <a:pt x="3" y="1742"/>
                  </a:lnTo>
                  <a:lnTo>
                    <a:pt x="0" y="1638"/>
                  </a:lnTo>
                  <a:lnTo>
                    <a:pt x="3" y="1535"/>
                  </a:lnTo>
                  <a:lnTo>
                    <a:pt x="13" y="1433"/>
                  </a:lnTo>
                  <a:lnTo>
                    <a:pt x="28" y="1333"/>
                  </a:lnTo>
                  <a:lnTo>
                    <a:pt x="51" y="1235"/>
                  </a:lnTo>
                  <a:lnTo>
                    <a:pt x="78" y="1140"/>
                  </a:lnTo>
                  <a:lnTo>
                    <a:pt x="111" y="1047"/>
                  </a:lnTo>
                  <a:lnTo>
                    <a:pt x="150" y="956"/>
                  </a:lnTo>
                  <a:lnTo>
                    <a:pt x="193" y="869"/>
                  </a:lnTo>
                  <a:lnTo>
                    <a:pt x="243" y="784"/>
                  </a:lnTo>
                  <a:lnTo>
                    <a:pt x="296" y="703"/>
                  </a:lnTo>
                  <a:lnTo>
                    <a:pt x="355" y="624"/>
                  </a:lnTo>
                  <a:lnTo>
                    <a:pt x="418" y="550"/>
                  </a:lnTo>
                  <a:lnTo>
                    <a:pt x="484" y="480"/>
                  </a:lnTo>
                  <a:lnTo>
                    <a:pt x="556" y="414"/>
                  </a:lnTo>
                  <a:lnTo>
                    <a:pt x="630" y="351"/>
                  </a:lnTo>
                  <a:lnTo>
                    <a:pt x="710" y="294"/>
                  </a:lnTo>
                  <a:lnTo>
                    <a:pt x="791" y="240"/>
                  </a:lnTo>
                  <a:lnTo>
                    <a:pt x="877" y="192"/>
                  </a:lnTo>
                  <a:lnTo>
                    <a:pt x="966" y="149"/>
                  </a:lnTo>
                  <a:lnTo>
                    <a:pt x="1056" y="110"/>
                  </a:lnTo>
                  <a:lnTo>
                    <a:pt x="1151" y="78"/>
                  </a:lnTo>
                  <a:lnTo>
                    <a:pt x="1247" y="51"/>
                  </a:lnTo>
                  <a:lnTo>
                    <a:pt x="1346" y="29"/>
                  </a:lnTo>
                  <a:lnTo>
                    <a:pt x="1447" y="13"/>
                  </a:lnTo>
                  <a:lnTo>
                    <a:pt x="1550" y="3"/>
                  </a:lnTo>
                  <a:lnTo>
                    <a:pt x="165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1421B2A-0C98-4A4E-9B1E-478C5AD5E12C}"/>
              </a:ext>
            </a:extLst>
          </p:cNvPr>
          <p:cNvGrpSpPr/>
          <p:nvPr/>
        </p:nvGrpSpPr>
        <p:grpSpPr>
          <a:xfrm>
            <a:off x="1" y="3504998"/>
            <a:ext cx="5504189" cy="1049912"/>
            <a:chOff x="1" y="3024547"/>
            <a:chExt cx="5504189" cy="104991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2E0E2C2-8F2A-4C21-9C2D-D5F7D63AEC1E}"/>
                </a:ext>
              </a:extLst>
            </p:cNvPr>
            <p:cNvSpPr/>
            <p:nvPr/>
          </p:nvSpPr>
          <p:spPr>
            <a:xfrm>
              <a:off x="1" y="3024547"/>
              <a:ext cx="5504189" cy="1049912"/>
            </a:xfrm>
            <a:prstGeom prst="rect">
              <a:avLst/>
            </a:prstGeom>
            <a:solidFill>
              <a:srgbClr val="5053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0F6A53EE-EE27-4D11-ADD4-4B9210C120D6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4758202" y="3386784"/>
              <a:ext cx="328613" cy="325438"/>
            </a:xfrm>
            <a:custGeom>
              <a:avLst/>
              <a:gdLst>
                <a:gd name="T0" fmla="*/ 1478 w 3309"/>
                <a:gd name="T1" fmla="*/ 946 h 3277"/>
                <a:gd name="T2" fmla="*/ 2138 w 3309"/>
                <a:gd name="T3" fmla="*/ 1544 h 3277"/>
                <a:gd name="T4" fmla="*/ 2172 w 3309"/>
                <a:gd name="T5" fmla="*/ 1638 h 3277"/>
                <a:gd name="T6" fmla="*/ 2138 w 3309"/>
                <a:gd name="T7" fmla="*/ 1733 h 3277"/>
                <a:gd name="T8" fmla="*/ 1478 w 3309"/>
                <a:gd name="T9" fmla="*/ 2332 h 3277"/>
                <a:gd name="T10" fmla="*/ 1365 w 3309"/>
                <a:gd name="T11" fmla="*/ 2352 h 3277"/>
                <a:gd name="T12" fmla="*/ 1268 w 3309"/>
                <a:gd name="T13" fmla="*/ 2288 h 3277"/>
                <a:gd name="T14" fmla="*/ 1244 w 3309"/>
                <a:gd name="T15" fmla="*/ 2176 h 3277"/>
                <a:gd name="T16" fmla="*/ 1291 w 3309"/>
                <a:gd name="T17" fmla="*/ 2090 h 3277"/>
                <a:gd name="T18" fmla="*/ 1291 w 3309"/>
                <a:gd name="T19" fmla="*/ 1188 h 3277"/>
                <a:gd name="T20" fmla="*/ 1244 w 3309"/>
                <a:gd name="T21" fmla="*/ 1101 h 3277"/>
                <a:gd name="T22" fmla="*/ 1268 w 3309"/>
                <a:gd name="T23" fmla="*/ 989 h 3277"/>
                <a:gd name="T24" fmla="*/ 1365 w 3309"/>
                <a:gd name="T25" fmla="*/ 925 h 3277"/>
                <a:gd name="T26" fmla="*/ 1465 w 3309"/>
                <a:gd name="T27" fmla="*/ 321 h 3277"/>
                <a:gd name="T28" fmla="*/ 1111 w 3309"/>
                <a:gd name="T29" fmla="*/ 421 h 3277"/>
                <a:gd name="T30" fmla="*/ 805 w 3309"/>
                <a:gd name="T31" fmla="*/ 608 h 3277"/>
                <a:gd name="T32" fmla="*/ 559 w 3309"/>
                <a:gd name="T33" fmla="*/ 867 h 3277"/>
                <a:gd name="T34" fmla="*/ 391 w 3309"/>
                <a:gd name="T35" fmla="*/ 1184 h 3277"/>
                <a:gd name="T36" fmla="*/ 313 w 3309"/>
                <a:gd name="T37" fmla="*/ 1544 h 3277"/>
                <a:gd name="T38" fmla="*/ 339 w 3309"/>
                <a:gd name="T39" fmla="*/ 1918 h 3277"/>
                <a:gd name="T40" fmla="*/ 464 w 3309"/>
                <a:gd name="T41" fmla="*/ 2258 h 3277"/>
                <a:gd name="T42" fmla="*/ 674 w 3309"/>
                <a:gd name="T43" fmla="*/ 2547 h 3277"/>
                <a:gd name="T44" fmla="*/ 951 w 3309"/>
                <a:gd name="T45" fmla="*/ 2772 h 3277"/>
                <a:gd name="T46" fmla="*/ 1283 w 3309"/>
                <a:gd name="T47" fmla="*/ 2918 h 3277"/>
                <a:gd name="T48" fmla="*/ 1655 w 3309"/>
                <a:gd name="T49" fmla="*/ 2969 h 3277"/>
                <a:gd name="T50" fmla="*/ 2026 w 3309"/>
                <a:gd name="T51" fmla="*/ 2918 h 3277"/>
                <a:gd name="T52" fmla="*/ 2358 w 3309"/>
                <a:gd name="T53" fmla="*/ 2772 h 3277"/>
                <a:gd name="T54" fmla="*/ 2635 w 3309"/>
                <a:gd name="T55" fmla="*/ 2547 h 3277"/>
                <a:gd name="T56" fmla="*/ 2845 w 3309"/>
                <a:gd name="T57" fmla="*/ 2258 h 3277"/>
                <a:gd name="T58" fmla="*/ 2969 w 3309"/>
                <a:gd name="T59" fmla="*/ 1918 h 3277"/>
                <a:gd name="T60" fmla="*/ 2995 w 3309"/>
                <a:gd name="T61" fmla="*/ 1544 h 3277"/>
                <a:gd name="T62" fmla="*/ 2918 w 3309"/>
                <a:gd name="T63" fmla="*/ 1184 h 3277"/>
                <a:gd name="T64" fmla="*/ 2750 w 3309"/>
                <a:gd name="T65" fmla="*/ 867 h 3277"/>
                <a:gd name="T66" fmla="*/ 2505 w 3309"/>
                <a:gd name="T67" fmla="*/ 608 h 3277"/>
                <a:gd name="T68" fmla="*/ 2199 w 3309"/>
                <a:gd name="T69" fmla="*/ 421 h 3277"/>
                <a:gd name="T70" fmla="*/ 1844 w 3309"/>
                <a:gd name="T71" fmla="*/ 321 h 3277"/>
                <a:gd name="T72" fmla="*/ 1760 w 3309"/>
                <a:gd name="T73" fmla="*/ 3 h 3277"/>
                <a:gd name="T74" fmla="*/ 2159 w 3309"/>
                <a:gd name="T75" fmla="*/ 78 h 3277"/>
                <a:gd name="T76" fmla="*/ 2518 w 3309"/>
                <a:gd name="T77" fmla="*/ 240 h 3277"/>
                <a:gd name="T78" fmla="*/ 2825 w 3309"/>
                <a:gd name="T79" fmla="*/ 480 h 3277"/>
                <a:gd name="T80" fmla="*/ 3067 w 3309"/>
                <a:gd name="T81" fmla="*/ 784 h 3277"/>
                <a:gd name="T82" fmla="*/ 3231 w 3309"/>
                <a:gd name="T83" fmla="*/ 1140 h 3277"/>
                <a:gd name="T84" fmla="*/ 3306 w 3309"/>
                <a:gd name="T85" fmla="*/ 1535 h 3277"/>
                <a:gd name="T86" fmla="*/ 3281 w 3309"/>
                <a:gd name="T87" fmla="*/ 1944 h 3277"/>
                <a:gd name="T88" fmla="*/ 3159 w 3309"/>
                <a:gd name="T89" fmla="*/ 2321 h 3277"/>
                <a:gd name="T90" fmla="*/ 2955 w 3309"/>
                <a:gd name="T91" fmla="*/ 2652 h 3277"/>
                <a:gd name="T92" fmla="*/ 2679 w 3309"/>
                <a:gd name="T93" fmla="*/ 2925 h 3277"/>
                <a:gd name="T94" fmla="*/ 2344 w 3309"/>
                <a:gd name="T95" fmla="*/ 3129 h 3277"/>
                <a:gd name="T96" fmla="*/ 1963 w 3309"/>
                <a:gd name="T97" fmla="*/ 3249 h 3277"/>
                <a:gd name="T98" fmla="*/ 1550 w 3309"/>
                <a:gd name="T99" fmla="*/ 3274 h 3277"/>
                <a:gd name="T100" fmla="*/ 1151 w 3309"/>
                <a:gd name="T101" fmla="*/ 3200 h 3277"/>
                <a:gd name="T102" fmla="*/ 791 w 3309"/>
                <a:gd name="T103" fmla="*/ 3036 h 3277"/>
                <a:gd name="T104" fmla="*/ 484 w 3309"/>
                <a:gd name="T105" fmla="*/ 2798 h 3277"/>
                <a:gd name="T106" fmla="*/ 243 w 3309"/>
                <a:gd name="T107" fmla="*/ 2493 h 3277"/>
                <a:gd name="T108" fmla="*/ 78 w 3309"/>
                <a:gd name="T109" fmla="*/ 2138 h 3277"/>
                <a:gd name="T110" fmla="*/ 3 w 3309"/>
                <a:gd name="T111" fmla="*/ 1742 h 3277"/>
                <a:gd name="T112" fmla="*/ 28 w 3309"/>
                <a:gd name="T113" fmla="*/ 1333 h 3277"/>
                <a:gd name="T114" fmla="*/ 150 w 3309"/>
                <a:gd name="T115" fmla="*/ 956 h 3277"/>
                <a:gd name="T116" fmla="*/ 355 w 3309"/>
                <a:gd name="T117" fmla="*/ 624 h 3277"/>
                <a:gd name="T118" fmla="*/ 630 w 3309"/>
                <a:gd name="T119" fmla="*/ 351 h 3277"/>
                <a:gd name="T120" fmla="*/ 966 w 3309"/>
                <a:gd name="T121" fmla="*/ 149 h 3277"/>
                <a:gd name="T122" fmla="*/ 1346 w 3309"/>
                <a:gd name="T123" fmla="*/ 29 h 3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09" h="3277">
                  <a:moveTo>
                    <a:pt x="1396" y="922"/>
                  </a:moveTo>
                  <a:lnTo>
                    <a:pt x="1426" y="925"/>
                  </a:lnTo>
                  <a:lnTo>
                    <a:pt x="1453" y="932"/>
                  </a:lnTo>
                  <a:lnTo>
                    <a:pt x="1478" y="946"/>
                  </a:lnTo>
                  <a:lnTo>
                    <a:pt x="1501" y="963"/>
                  </a:lnTo>
                  <a:lnTo>
                    <a:pt x="1501" y="963"/>
                  </a:lnTo>
                  <a:lnTo>
                    <a:pt x="2121" y="1525"/>
                  </a:lnTo>
                  <a:lnTo>
                    <a:pt x="2138" y="1544"/>
                  </a:lnTo>
                  <a:lnTo>
                    <a:pt x="2153" y="1566"/>
                  </a:lnTo>
                  <a:lnTo>
                    <a:pt x="2164" y="1589"/>
                  </a:lnTo>
                  <a:lnTo>
                    <a:pt x="2170" y="1613"/>
                  </a:lnTo>
                  <a:lnTo>
                    <a:pt x="2172" y="1638"/>
                  </a:lnTo>
                  <a:lnTo>
                    <a:pt x="2170" y="1664"/>
                  </a:lnTo>
                  <a:lnTo>
                    <a:pt x="2164" y="1689"/>
                  </a:lnTo>
                  <a:lnTo>
                    <a:pt x="2153" y="1712"/>
                  </a:lnTo>
                  <a:lnTo>
                    <a:pt x="2138" y="1733"/>
                  </a:lnTo>
                  <a:lnTo>
                    <a:pt x="2121" y="1751"/>
                  </a:lnTo>
                  <a:lnTo>
                    <a:pt x="1501" y="2315"/>
                  </a:lnTo>
                  <a:lnTo>
                    <a:pt x="1501" y="2315"/>
                  </a:lnTo>
                  <a:lnTo>
                    <a:pt x="1478" y="2332"/>
                  </a:lnTo>
                  <a:lnTo>
                    <a:pt x="1453" y="2344"/>
                  </a:lnTo>
                  <a:lnTo>
                    <a:pt x="1426" y="2352"/>
                  </a:lnTo>
                  <a:lnTo>
                    <a:pt x="1396" y="2356"/>
                  </a:lnTo>
                  <a:lnTo>
                    <a:pt x="1365" y="2352"/>
                  </a:lnTo>
                  <a:lnTo>
                    <a:pt x="1336" y="2343"/>
                  </a:lnTo>
                  <a:lnTo>
                    <a:pt x="1309" y="2329"/>
                  </a:lnTo>
                  <a:lnTo>
                    <a:pt x="1287" y="2311"/>
                  </a:lnTo>
                  <a:lnTo>
                    <a:pt x="1268" y="2288"/>
                  </a:lnTo>
                  <a:lnTo>
                    <a:pt x="1253" y="2261"/>
                  </a:lnTo>
                  <a:lnTo>
                    <a:pt x="1245" y="2233"/>
                  </a:lnTo>
                  <a:lnTo>
                    <a:pt x="1242" y="2202"/>
                  </a:lnTo>
                  <a:lnTo>
                    <a:pt x="1244" y="2176"/>
                  </a:lnTo>
                  <a:lnTo>
                    <a:pt x="1250" y="2150"/>
                  </a:lnTo>
                  <a:lnTo>
                    <a:pt x="1261" y="2128"/>
                  </a:lnTo>
                  <a:lnTo>
                    <a:pt x="1274" y="2107"/>
                  </a:lnTo>
                  <a:lnTo>
                    <a:pt x="1291" y="2090"/>
                  </a:lnTo>
                  <a:lnTo>
                    <a:pt x="1291" y="2089"/>
                  </a:lnTo>
                  <a:lnTo>
                    <a:pt x="1787" y="1638"/>
                  </a:lnTo>
                  <a:lnTo>
                    <a:pt x="1291" y="1189"/>
                  </a:lnTo>
                  <a:lnTo>
                    <a:pt x="1291" y="1188"/>
                  </a:lnTo>
                  <a:lnTo>
                    <a:pt x="1274" y="1170"/>
                  </a:lnTo>
                  <a:lnTo>
                    <a:pt x="1261" y="1149"/>
                  </a:lnTo>
                  <a:lnTo>
                    <a:pt x="1250" y="1126"/>
                  </a:lnTo>
                  <a:lnTo>
                    <a:pt x="1244" y="1101"/>
                  </a:lnTo>
                  <a:lnTo>
                    <a:pt x="1242" y="1075"/>
                  </a:lnTo>
                  <a:lnTo>
                    <a:pt x="1245" y="1044"/>
                  </a:lnTo>
                  <a:lnTo>
                    <a:pt x="1253" y="1015"/>
                  </a:lnTo>
                  <a:lnTo>
                    <a:pt x="1268" y="989"/>
                  </a:lnTo>
                  <a:lnTo>
                    <a:pt x="1287" y="967"/>
                  </a:lnTo>
                  <a:lnTo>
                    <a:pt x="1309" y="948"/>
                  </a:lnTo>
                  <a:lnTo>
                    <a:pt x="1336" y="933"/>
                  </a:lnTo>
                  <a:lnTo>
                    <a:pt x="1365" y="925"/>
                  </a:lnTo>
                  <a:lnTo>
                    <a:pt x="1396" y="922"/>
                  </a:lnTo>
                  <a:close/>
                  <a:moveTo>
                    <a:pt x="1655" y="307"/>
                  </a:moveTo>
                  <a:lnTo>
                    <a:pt x="1559" y="310"/>
                  </a:lnTo>
                  <a:lnTo>
                    <a:pt x="1465" y="321"/>
                  </a:lnTo>
                  <a:lnTo>
                    <a:pt x="1373" y="336"/>
                  </a:lnTo>
                  <a:lnTo>
                    <a:pt x="1283" y="358"/>
                  </a:lnTo>
                  <a:lnTo>
                    <a:pt x="1196" y="387"/>
                  </a:lnTo>
                  <a:lnTo>
                    <a:pt x="1111" y="421"/>
                  </a:lnTo>
                  <a:lnTo>
                    <a:pt x="1029" y="460"/>
                  </a:lnTo>
                  <a:lnTo>
                    <a:pt x="951" y="505"/>
                  </a:lnTo>
                  <a:lnTo>
                    <a:pt x="876" y="554"/>
                  </a:lnTo>
                  <a:lnTo>
                    <a:pt x="805" y="608"/>
                  </a:lnTo>
                  <a:lnTo>
                    <a:pt x="737" y="666"/>
                  </a:lnTo>
                  <a:lnTo>
                    <a:pt x="674" y="729"/>
                  </a:lnTo>
                  <a:lnTo>
                    <a:pt x="614" y="796"/>
                  </a:lnTo>
                  <a:lnTo>
                    <a:pt x="559" y="867"/>
                  </a:lnTo>
                  <a:lnTo>
                    <a:pt x="510" y="942"/>
                  </a:lnTo>
                  <a:lnTo>
                    <a:pt x="464" y="1019"/>
                  </a:lnTo>
                  <a:lnTo>
                    <a:pt x="425" y="1100"/>
                  </a:lnTo>
                  <a:lnTo>
                    <a:pt x="391" y="1184"/>
                  </a:lnTo>
                  <a:lnTo>
                    <a:pt x="363" y="1271"/>
                  </a:lnTo>
                  <a:lnTo>
                    <a:pt x="339" y="1360"/>
                  </a:lnTo>
                  <a:lnTo>
                    <a:pt x="324" y="1451"/>
                  </a:lnTo>
                  <a:lnTo>
                    <a:pt x="313" y="1544"/>
                  </a:lnTo>
                  <a:lnTo>
                    <a:pt x="310" y="1638"/>
                  </a:lnTo>
                  <a:lnTo>
                    <a:pt x="313" y="1734"/>
                  </a:lnTo>
                  <a:lnTo>
                    <a:pt x="324" y="1827"/>
                  </a:lnTo>
                  <a:lnTo>
                    <a:pt x="339" y="1918"/>
                  </a:lnTo>
                  <a:lnTo>
                    <a:pt x="363" y="2007"/>
                  </a:lnTo>
                  <a:lnTo>
                    <a:pt x="391" y="2093"/>
                  </a:lnTo>
                  <a:lnTo>
                    <a:pt x="425" y="2177"/>
                  </a:lnTo>
                  <a:lnTo>
                    <a:pt x="464" y="2258"/>
                  </a:lnTo>
                  <a:lnTo>
                    <a:pt x="510" y="2336"/>
                  </a:lnTo>
                  <a:lnTo>
                    <a:pt x="559" y="2410"/>
                  </a:lnTo>
                  <a:lnTo>
                    <a:pt x="614" y="2480"/>
                  </a:lnTo>
                  <a:lnTo>
                    <a:pt x="674" y="2547"/>
                  </a:lnTo>
                  <a:lnTo>
                    <a:pt x="737" y="2610"/>
                  </a:lnTo>
                  <a:lnTo>
                    <a:pt x="805" y="2669"/>
                  </a:lnTo>
                  <a:lnTo>
                    <a:pt x="876" y="2723"/>
                  </a:lnTo>
                  <a:lnTo>
                    <a:pt x="951" y="2772"/>
                  </a:lnTo>
                  <a:lnTo>
                    <a:pt x="1029" y="2816"/>
                  </a:lnTo>
                  <a:lnTo>
                    <a:pt x="1111" y="2856"/>
                  </a:lnTo>
                  <a:lnTo>
                    <a:pt x="1196" y="2890"/>
                  </a:lnTo>
                  <a:lnTo>
                    <a:pt x="1283" y="2918"/>
                  </a:lnTo>
                  <a:lnTo>
                    <a:pt x="1373" y="2940"/>
                  </a:lnTo>
                  <a:lnTo>
                    <a:pt x="1465" y="2957"/>
                  </a:lnTo>
                  <a:lnTo>
                    <a:pt x="1559" y="2966"/>
                  </a:lnTo>
                  <a:lnTo>
                    <a:pt x="1655" y="2969"/>
                  </a:lnTo>
                  <a:lnTo>
                    <a:pt x="1750" y="2966"/>
                  </a:lnTo>
                  <a:lnTo>
                    <a:pt x="1844" y="2957"/>
                  </a:lnTo>
                  <a:lnTo>
                    <a:pt x="1936" y="2940"/>
                  </a:lnTo>
                  <a:lnTo>
                    <a:pt x="2026" y="2918"/>
                  </a:lnTo>
                  <a:lnTo>
                    <a:pt x="2114" y="2890"/>
                  </a:lnTo>
                  <a:lnTo>
                    <a:pt x="2199" y="2856"/>
                  </a:lnTo>
                  <a:lnTo>
                    <a:pt x="2280" y="2816"/>
                  </a:lnTo>
                  <a:lnTo>
                    <a:pt x="2358" y="2772"/>
                  </a:lnTo>
                  <a:lnTo>
                    <a:pt x="2433" y="2723"/>
                  </a:lnTo>
                  <a:lnTo>
                    <a:pt x="2505" y="2669"/>
                  </a:lnTo>
                  <a:lnTo>
                    <a:pt x="2572" y="2610"/>
                  </a:lnTo>
                  <a:lnTo>
                    <a:pt x="2635" y="2547"/>
                  </a:lnTo>
                  <a:lnTo>
                    <a:pt x="2695" y="2480"/>
                  </a:lnTo>
                  <a:lnTo>
                    <a:pt x="2750" y="2410"/>
                  </a:lnTo>
                  <a:lnTo>
                    <a:pt x="2799" y="2336"/>
                  </a:lnTo>
                  <a:lnTo>
                    <a:pt x="2845" y="2258"/>
                  </a:lnTo>
                  <a:lnTo>
                    <a:pt x="2884" y="2177"/>
                  </a:lnTo>
                  <a:lnTo>
                    <a:pt x="2918" y="2093"/>
                  </a:lnTo>
                  <a:lnTo>
                    <a:pt x="2946" y="2007"/>
                  </a:lnTo>
                  <a:lnTo>
                    <a:pt x="2969" y="1918"/>
                  </a:lnTo>
                  <a:lnTo>
                    <a:pt x="2986" y="1827"/>
                  </a:lnTo>
                  <a:lnTo>
                    <a:pt x="2995" y="1734"/>
                  </a:lnTo>
                  <a:lnTo>
                    <a:pt x="2999" y="1638"/>
                  </a:lnTo>
                  <a:lnTo>
                    <a:pt x="2995" y="1544"/>
                  </a:lnTo>
                  <a:lnTo>
                    <a:pt x="2986" y="1451"/>
                  </a:lnTo>
                  <a:lnTo>
                    <a:pt x="2969" y="1360"/>
                  </a:lnTo>
                  <a:lnTo>
                    <a:pt x="2946" y="1271"/>
                  </a:lnTo>
                  <a:lnTo>
                    <a:pt x="2918" y="1184"/>
                  </a:lnTo>
                  <a:lnTo>
                    <a:pt x="2884" y="1100"/>
                  </a:lnTo>
                  <a:lnTo>
                    <a:pt x="2845" y="1019"/>
                  </a:lnTo>
                  <a:lnTo>
                    <a:pt x="2799" y="942"/>
                  </a:lnTo>
                  <a:lnTo>
                    <a:pt x="2750" y="867"/>
                  </a:lnTo>
                  <a:lnTo>
                    <a:pt x="2695" y="796"/>
                  </a:lnTo>
                  <a:lnTo>
                    <a:pt x="2635" y="729"/>
                  </a:lnTo>
                  <a:lnTo>
                    <a:pt x="2572" y="666"/>
                  </a:lnTo>
                  <a:lnTo>
                    <a:pt x="2505" y="608"/>
                  </a:lnTo>
                  <a:lnTo>
                    <a:pt x="2433" y="554"/>
                  </a:lnTo>
                  <a:lnTo>
                    <a:pt x="2358" y="505"/>
                  </a:lnTo>
                  <a:lnTo>
                    <a:pt x="2280" y="460"/>
                  </a:lnTo>
                  <a:lnTo>
                    <a:pt x="2199" y="421"/>
                  </a:lnTo>
                  <a:lnTo>
                    <a:pt x="2114" y="387"/>
                  </a:lnTo>
                  <a:lnTo>
                    <a:pt x="2026" y="358"/>
                  </a:lnTo>
                  <a:lnTo>
                    <a:pt x="1936" y="336"/>
                  </a:lnTo>
                  <a:lnTo>
                    <a:pt x="1844" y="321"/>
                  </a:lnTo>
                  <a:lnTo>
                    <a:pt x="1750" y="310"/>
                  </a:lnTo>
                  <a:lnTo>
                    <a:pt x="1655" y="307"/>
                  </a:lnTo>
                  <a:close/>
                  <a:moveTo>
                    <a:pt x="1655" y="0"/>
                  </a:moveTo>
                  <a:lnTo>
                    <a:pt x="1760" y="3"/>
                  </a:lnTo>
                  <a:lnTo>
                    <a:pt x="1862" y="13"/>
                  </a:lnTo>
                  <a:lnTo>
                    <a:pt x="1963" y="29"/>
                  </a:lnTo>
                  <a:lnTo>
                    <a:pt x="2062" y="51"/>
                  </a:lnTo>
                  <a:lnTo>
                    <a:pt x="2159" y="78"/>
                  </a:lnTo>
                  <a:lnTo>
                    <a:pt x="2253" y="110"/>
                  </a:lnTo>
                  <a:lnTo>
                    <a:pt x="2344" y="149"/>
                  </a:lnTo>
                  <a:lnTo>
                    <a:pt x="2432" y="192"/>
                  </a:lnTo>
                  <a:lnTo>
                    <a:pt x="2518" y="240"/>
                  </a:lnTo>
                  <a:lnTo>
                    <a:pt x="2600" y="294"/>
                  </a:lnTo>
                  <a:lnTo>
                    <a:pt x="2679" y="351"/>
                  </a:lnTo>
                  <a:lnTo>
                    <a:pt x="2754" y="414"/>
                  </a:lnTo>
                  <a:lnTo>
                    <a:pt x="2825" y="480"/>
                  </a:lnTo>
                  <a:lnTo>
                    <a:pt x="2891" y="550"/>
                  </a:lnTo>
                  <a:lnTo>
                    <a:pt x="2955" y="624"/>
                  </a:lnTo>
                  <a:lnTo>
                    <a:pt x="3013" y="703"/>
                  </a:lnTo>
                  <a:lnTo>
                    <a:pt x="3067" y="784"/>
                  </a:lnTo>
                  <a:lnTo>
                    <a:pt x="3116" y="869"/>
                  </a:lnTo>
                  <a:lnTo>
                    <a:pt x="3159" y="956"/>
                  </a:lnTo>
                  <a:lnTo>
                    <a:pt x="3198" y="1047"/>
                  </a:lnTo>
                  <a:lnTo>
                    <a:pt x="3231" y="1140"/>
                  </a:lnTo>
                  <a:lnTo>
                    <a:pt x="3258" y="1235"/>
                  </a:lnTo>
                  <a:lnTo>
                    <a:pt x="3281" y="1333"/>
                  </a:lnTo>
                  <a:lnTo>
                    <a:pt x="3296" y="1433"/>
                  </a:lnTo>
                  <a:lnTo>
                    <a:pt x="3306" y="1535"/>
                  </a:lnTo>
                  <a:lnTo>
                    <a:pt x="3309" y="1638"/>
                  </a:lnTo>
                  <a:lnTo>
                    <a:pt x="3306" y="1742"/>
                  </a:lnTo>
                  <a:lnTo>
                    <a:pt x="3296" y="1845"/>
                  </a:lnTo>
                  <a:lnTo>
                    <a:pt x="3281" y="1944"/>
                  </a:lnTo>
                  <a:lnTo>
                    <a:pt x="3258" y="2042"/>
                  </a:lnTo>
                  <a:lnTo>
                    <a:pt x="3231" y="2138"/>
                  </a:lnTo>
                  <a:lnTo>
                    <a:pt x="3198" y="2231"/>
                  </a:lnTo>
                  <a:lnTo>
                    <a:pt x="3159" y="2321"/>
                  </a:lnTo>
                  <a:lnTo>
                    <a:pt x="3116" y="2409"/>
                  </a:lnTo>
                  <a:lnTo>
                    <a:pt x="3067" y="2493"/>
                  </a:lnTo>
                  <a:lnTo>
                    <a:pt x="3013" y="2575"/>
                  </a:lnTo>
                  <a:lnTo>
                    <a:pt x="2955" y="2652"/>
                  </a:lnTo>
                  <a:lnTo>
                    <a:pt x="2891" y="2726"/>
                  </a:lnTo>
                  <a:lnTo>
                    <a:pt x="2825" y="2798"/>
                  </a:lnTo>
                  <a:lnTo>
                    <a:pt x="2754" y="2864"/>
                  </a:lnTo>
                  <a:lnTo>
                    <a:pt x="2679" y="2925"/>
                  </a:lnTo>
                  <a:lnTo>
                    <a:pt x="2600" y="2984"/>
                  </a:lnTo>
                  <a:lnTo>
                    <a:pt x="2518" y="3036"/>
                  </a:lnTo>
                  <a:lnTo>
                    <a:pt x="2432" y="3086"/>
                  </a:lnTo>
                  <a:lnTo>
                    <a:pt x="2344" y="3129"/>
                  </a:lnTo>
                  <a:lnTo>
                    <a:pt x="2253" y="3167"/>
                  </a:lnTo>
                  <a:lnTo>
                    <a:pt x="2159" y="3200"/>
                  </a:lnTo>
                  <a:lnTo>
                    <a:pt x="2062" y="3227"/>
                  </a:lnTo>
                  <a:lnTo>
                    <a:pt x="1963" y="3249"/>
                  </a:lnTo>
                  <a:lnTo>
                    <a:pt x="1862" y="3265"/>
                  </a:lnTo>
                  <a:lnTo>
                    <a:pt x="1760" y="3274"/>
                  </a:lnTo>
                  <a:lnTo>
                    <a:pt x="1655" y="3277"/>
                  </a:lnTo>
                  <a:lnTo>
                    <a:pt x="1550" y="3274"/>
                  </a:lnTo>
                  <a:lnTo>
                    <a:pt x="1447" y="3265"/>
                  </a:lnTo>
                  <a:lnTo>
                    <a:pt x="1346" y="3249"/>
                  </a:lnTo>
                  <a:lnTo>
                    <a:pt x="1247" y="3227"/>
                  </a:lnTo>
                  <a:lnTo>
                    <a:pt x="1151" y="3200"/>
                  </a:lnTo>
                  <a:lnTo>
                    <a:pt x="1056" y="3167"/>
                  </a:lnTo>
                  <a:lnTo>
                    <a:pt x="966" y="3129"/>
                  </a:lnTo>
                  <a:lnTo>
                    <a:pt x="877" y="3086"/>
                  </a:lnTo>
                  <a:lnTo>
                    <a:pt x="791" y="3036"/>
                  </a:lnTo>
                  <a:lnTo>
                    <a:pt x="710" y="2984"/>
                  </a:lnTo>
                  <a:lnTo>
                    <a:pt x="630" y="2925"/>
                  </a:lnTo>
                  <a:lnTo>
                    <a:pt x="556" y="2864"/>
                  </a:lnTo>
                  <a:lnTo>
                    <a:pt x="484" y="2798"/>
                  </a:lnTo>
                  <a:lnTo>
                    <a:pt x="418" y="2726"/>
                  </a:lnTo>
                  <a:lnTo>
                    <a:pt x="355" y="2652"/>
                  </a:lnTo>
                  <a:lnTo>
                    <a:pt x="296" y="2575"/>
                  </a:lnTo>
                  <a:lnTo>
                    <a:pt x="243" y="2493"/>
                  </a:lnTo>
                  <a:lnTo>
                    <a:pt x="193" y="2409"/>
                  </a:lnTo>
                  <a:lnTo>
                    <a:pt x="150" y="2321"/>
                  </a:lnTo>
                  <a:lnTo>
                    <a:pt x="111" y="2231"/>
                  </a:lnTo>
                  <a:lnTo>
                    <a:pt x="78" y="2138"/>
                  </a:lnTo>
                  <a:lnTo>
                    <a:pt x="51" y="2042"/>
                  </a:lnTo>
                  <a:lnTo>
                    <a:pt x="28" y="1944"/>
                  </a:lnTo>
                  <a:lnTo>
                    <a:pt x="13" y="1845"/>
                  </a:lnTo>
                  <a:lnTo>
                    <a:pt x="3" y="1742"/>
                  </a:lnTo>
                  <a:lnTo>
                    <a:pt x="0" y="1638"/>
                  </a:lnTo>
                  <a:lnTo>
                    <a:pt x="3" y="1535"/>
                  </a:lnTo>
                  <a:lnTo>
                    <a:pt x="13" y="1433"/>
                  </a:lnTo>
                  <a:lnTo>
                    <a:pt x="28" y="1333"/>
                  </a:lnTo>
                  <a:lnTo>
                    <a:pt x="51" y="1235"/>
                  </a:lnTo>
                  <a:lnTo>
                    <a:pt x="78" y="1140"/>
                  </a:lnTo>
                  <a:lnTo>
                    <a:pt x="111" y="1047"/>
                  </a:lnTo>
                  <a:lnTo>
                    <a:pt x="150" y="956"/>
                  </a:lnTo>
                  <a:lnTo>
                    <a:pt x="193" y="869"/>
                  </a:lnTo>
                  <a:lnTo>
                    <a:pt x="243" y="784"/>
                  </a:lnTo>
                  <a:lnTo>
                    <a:pt x="296" y="703"/>
                  </a:lnTo>
                  <a:lnTo>
                    <a:pt x="355" y="624"/>
                  </a:lnTo>
                  <a:lnTo>
                    <a:pt x="418" y="550"/>
                  </a:lnTo>
                  <a:lnTo>
                    <a:pt x="484" y="480"/>
                  </a:lnTo>
                  <a:lnTo>
                    <a:pt x="556" y="414"/>
                  </a:lnTo>
                  <a:lnTo>
                    <a:pt x="630" y="351"/>
                  </a:lnTo>
                  <a:lnTo>
                    <a:pt x="710" y="294"/>
                  </a:lnTo>
                  <a:lnTo>
                    <a:pt x="791" y="240"/>
                  </a:lnTo>
                  <a:lnTo>
                    <a:pt x="877" y="192"/>
                  </a:lnTo>
                  <a:lnTo>
                    <a:pt x="966" y="149"/>
                  </a:lnTo>
                  <a:lnTo>
                    <a:pt x="1056" y="110"/>
                  </a:lnTo>
                  <a:lnTo>
                    <a:pt x="1151" y="78"/>
                  </a:lnTo>
                  <a:lnTo>
                    <a:pt x="1247" y="51"/>
                  </a:lnTo>
                  <a:lnTo>
                    <a:pt x="1346" y="29"/>
                  </a:lnTo>
                  <a:lnTo>
                    <a:pt x="1447" y="13"/>
                  </a:lnTo>
                  <a:lnTo>
                    <a:pt x="1550" y="3"/>
                  </a:lnTo>
                  <a:lnTo>
                    <a:pt x="165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DAE53EE-75B9-43A2-9B60-910CA0101AAF}"/>
              </a:ext>
            </a:extLst>
          </p:cNvPr>
          <p:cNvGrpSpPr/>
          <p:nvPr/>
        </p:nvGrpSpPr>
        <p:grpSpPr>
          <a:xfrm>
            <a:off x="2" y="5037963"/>
            <a:ext cx="6378764" cy="1049912"/>
            <a:chOff x="2" y="4557512"/>
            <a:chExt cx="6378764" cy="104991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399069A-E0F7-4B4F-A4B9-BBDCF6E06588}"/>
                </a:ext>
              </a:extLst>
            </p:cNvPr>
            <p:cNvSpPr/>
            <p:nvPr/>
          </p:nvSpPr>
          <p:spPr>
            <a:xfrm>
              <a:off x="2" y="4557512"/>
              <a:ext cx="6378764" cy="1049912"/>
            </a:xfrm>
            <a:prstGeom prst="rect">
              <a:avLst/>
            </a:prstGeom>
            <a:solidFill>
              <a:srgbClr val="FAB5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28C41C3B-536D-4002-B776-AA8CBA2D048A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5616017" y="4919749"/>
              <a:ext cx="328613" cy="325438"/>
            </a:xfrm>
            <a:custGeom>
              <a:avLst/>
              <a:gdLst>
                <a:gd name="T0" fmla="*/ 1478 w 3309"/>
                <a:gd name="T1" fmla="*/ 946 h 3277"/>
                <a:gd name="T2" fmla="*/ 2138 w 3309"/>
                <a:gd name="T3" fmla="*/ 1544 h 3277"/>
                <a:gd name="T4" fmla="*/ 2172 w 3309"/>
                <a:gd name="T5" fmla="*/ 1638 h 3277"/>
                <a:gd name="T6" fmla="*/ 2138 w 3309"/>
                <a:gd name="T7" fmla="*/ 1733 h 3277"/>
                <a:gd name="T8" fmla="*/ 1478 w 3309"/>
                <a:gd name="T9" fmla="*/ 2332 h 3277"/>
                <a:gd name="T10" fmla="*/ 1365 w 3309"/>
                <a:gd name="T11" fmla="*/ 2352 h 3277"/>
                <a:gd name="T12" fmla="*/ 1268 w 3309"/>
                <a:gd name="T13" fmla="*/ 2288 h 3277"/>
                <a:gd name="T14" fmla="*/ 1244 w 3309"/>
                <a:gd name="T15" fmla="*/ 2176 h 3277"/>
                <a:gd name="T16" fmla="*/ 1291 w 3309"/>
                <a:gd name="T17" fmla="*/ 2090 h 3277"/>
                <a:gd name="T18" fmla="*/ 1291 w 3309"/>
                <a:gd name="T19" fmla="*/ 1188 h 3277"/>
                <a:gd name="T20" fmla="*/ 1244 w 3309"/>
                <a:gd name="T21" fmla="*/ 1101 h 3277"/>
                <a:gd name="T22" fmla="*/ 1268 w 3309"/>
                <a:gd name="T23" fmla="*/ 989 h 3277"/>
                <a:gd name="T24" fmla="*/ 1365 w 3309"/>
                <a:gd name="T25" fmla="*/ 925 h 3277"/>
                <a:gd name="T26" fmla="*/ 1465 w 3309"/>
                <a:gd name="T27" fmla="*/ 321 h 3277"/>
                <a:gd name="T28" fmla="*/ 1111 w 3309"/>
                <a:gd name="T29" fmla="*/ 421 h 3277"/>
                <a:gd name="T30" fmla="*/ 805 w 3309"/>
                <a:gd name="T31" fmla="*/ 608 h 3277"/>
                <a:gd name="T32" fmla="*/ 559 w 3309"/>
                <a:gd name="T33" fmla="*/ 867 h 3277"/>
                <a:gd name="T34" fmla="*/ 391 w 3309"/>
                <a:gd name="T35" fmla="*/ 1184 h 3277"/>
                <a:gd name="T36" fmla="*/ 313 w 3309"/>
                <a:gd name="T37" fmla="*/ 1544 h 3277"/>
                <a:gd name="T38" fmla="*/ 339 w 3309"/>
                <a:gd name="T39" fmla="*/ 1918 h 3277"/>
                <a:gd name="T40" fmla="*/ 464 w 3309"/>
                <a:gd name="T41" fmla="*/ 2258 h 3277"/>
                <a:gd name="T42" fmla="*/ 674 w 3309"/>
                <a:gd name="T43" fmla="*/ 2547 h 3277"/>
                <a:gd name="T44" fmla="*/ 951 w 3309"/>
                <a:gd name="T45" fmla="*/ 2772 h 3277"/>
                <a:gd name="T46" fmla="*/ 1283 w 3309"/>
                <a:gd name="T47" fmla="*/ 2918 h 3277"/>
                <a:gd name="T48" fmla="*/ 1655 w 3309"/>
                <a:gd name="T49" fmla="*/ 2969 h 3277"/>
                <a:gd name="T50" fmla="*/ 2026 w 3309"/>
                <a:gd name="T51" fmla="*/ 2918 h 3277"/>
                <a:gd name="T52" fmla="*/ 2358 w 3309"/>
                <a:gd name="T53" fmla="*/ 2772 h 3277"/>
                <a:gd name="T54" fmla="*/ 2635 w 3309"/>
                <a:gd name="T55" fmla="*/ 2547 h 3277"/>
                <a:gd name="T56" fmla="*/ 2845 w 3309"/>
                <a:gd name="T57" fmla="*/ 2258 h 3277"/>
                <a:gd name="T58" fmla="*/ 2969 w 3309"/>
                <a:gd name="T59" fmla="*/ 1918 h 3277"/>
                <a:gd name="T60" fmla="*/ 2995 w 3309"/>
                <a:gd name="T61" fmla="*/ 1544 h 3277"/>
                <a:gd name="T62" fmla="*/ 2918 w 3309"/>
                <a:gd name="T63" fmla="*/ 1184 h 3277"/>
                <a:gd name="T64" fmla="*/ 2750 w 3309"/>
                <a:gd name="T65" fmla="*/ 867 h 3277"/>
                <a:gd name="T66" fmla="*/ 2505 w 3309"/>
                <a:gd name="T67" fmla="*/ 608 h 3277"/>
                <a:gd name="T68" fmla="*/ 2199 w 3309"/>
                <a:gd name="T69" fmla="*/ 421 h 3277"/>
                <a:gd name="T70" fmla="*/ 1844 w 3309"/>
                <a:gd name="T71" fmla="*/ 321 h 3277"/>
                <a:gd name="T72" fmla="*/ 1760 w 3309"/>
                <a:gd name="T73" fmla="*/ 3 h 3277"/>
                <a:gd name="T74" fmla="*/ 2159 w 3309"/>
                <a:gd name="T75" fmla="*/ 78 h 3277"/>
                <a:gd name="T76" fmla="*/ 2518 w 3309"/>
                <a:gd name="T77" fmla="*/ 240 h 3277"/>
                <a:gd name="T78" fmla="*/ 2825 w 3309"/>
                <a:gd name="T79" fmla="*/ 480 h 3277"/>
                <a:gd name="T80" fmla="*/ 3067 w 3309"/>
                <a:gd name="T81" fmla="*/ 784 h 3277"/>
                <a:gd name="T82" fmla="*/ 3231 w 3309"/>
                <a:gd name="T83" fmla="*/ 1140 h 3277"/>
                <a:gd name="T84" fmla="*/ 3306 w 3309"/>
                <a:gd name="T85" fmla="*/ 1535 h 3277"/>
                <a:gd name="T86" fmla="*/ 3281 w 3309"/>
                <a:gd name="T87" fmla="*/ 1944 h 3277"/>
                <a:gd name="T88" fmla="*/ 3159 w 3309"/>
                <a:gd name="T89" fmla="*/ 2321 h 3277"/>
                <a:gd name="T90" fmla="*/ 2955 w 3309"/>
                <a:gd name="T91" fmla="*/ 2652 h 3277"/>
                <a:gd name="T92" fmla="*/ 2679 w 3309"/>
                <a:gd name="T93" fmla="*/ 2925 h 3277"/>
                <a:gd name="T94" fmla="*/ 2344 w 3309"/>
                <a:gd name="T95" fmla="*/ 3129 h 3277"/>
                <a:gd name="T96" fmla="*/ 1963 w 3309"/>
                <a:gd name="T97" fmla="*/ 3249 h 3277"/>
                <a:gd name="T98" fmla="*/ 1550 w 3309"/>
                <a:gd name="T99" fmla="*/ 3274 h 3277"/>
                <a:gd name="T100" fmla="*/ 1151 w 3309"/>
                <a:gd name="T101" fmla="*/ 3200 h 3277"/>
                <a:gd name="T102" fmla="*/ 791 w 3309"/>
                <a:gd name="T103" fmla="*/ 3036 h 3277"/>
                <a:gd name="T104" fmla="*/ 484 w 3309"/>
                <a:gd name="T105" fmla="*/ 2798 h 3277"/>
                <a:gd name="T106" fmla="*/ 243 w 3309"/>
                <a:gd name="T107" fmla="*/ 2493 h 3277"/>
                <a:gd name="T108" fmla="*/ 78 w 3309"/>
                <a:gd name="T109" fmla="*/ 2138 h 3277"/>
                <a:gd name="T110" fmla="*/ 3 w 3309"/>
                <a:gd name="T111" fmla="*/ 1742 h 3277"/>
                <a:gd name="T112" fmla="*/ 28 w 3309"/>
                <a:gd name="T113" fmla="*/ 1333 h 3277"/>
                <a:gd name="T114" fmla="*/ 150 w 3309"/>
                <a:gd name="T115" fmla="*/ 956 h 3277"/>
                <a:gd name="T116" fmla="*/ 355 w 3309"/>
                <a:gd name="T117" fmla="*/ 624 h 3277"/>
                <a:gd name="T118" fmla="*/ 630 w 3309"/>
                <a:gd name="T119" fmla="*/ 351 h 3277"/>
                <a:gd name="T120" fmla="*/ 966 w 3309"/>
                <a:gd name="T121" fmla="*/ 149 h 3277"/>
                <a:gd name="T122" fmla="*/ 1346 w 3309"/>
                <a:gd name="T123" fmla="*/ 29 h 3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09" h="3277">
                  <a:moveTo>
                    <a:pt x="1396" y="922"/>
                  </a:moveTo>
                  <a:lnTo>
                    <a:pt x="1426" y="925"/>
                  </a:lnTo>
                  <a:lnTo>
                    <a:pt x="1453" y="932"/>
                  </a:lnTo>
                  <a:lnTo>
                    <a:pt x="1478" y="946"/>
                  </a:lnTo>
                  <a:lnTo>
                    <a:pt x="1501" y="963"/>
                  </a:lnTo>
                  <a:lnTo>
                    <a:pt x="1501" y="963"/>
                  </a:lnTo>
                  <a:lnTo>
                    <a:pt x="2121" y="1525"/>
                  </a:lnTo>
                  <a:lnTo>
                    <a:pt x="2138" y="1544"/>
                  </a:lnTo>
                  <a:lnTo>
                    <a:pt x="2153" y="1566"/>
                  </a:lnTo>
                  <a:lnTo>
                    <a:pt x="2164" y="1589"/>
                  </a:lnTo>
                  <a:lnTo>
                    <a:pt x="2170" y="1613"/>
                  </a:lnTo>
                  <a:lnTo>
                    <a:pt x="2172" y="1638"/>
                  </a:lnTo>
                  <a:lnTo>
                    <a:pt x="2170" y="1664"/>
                  </a:lnTo>
                  <a:lnTo>
                    <a:pt x="2164" y="1689"/>
                  </a:lnTo>
                  <a:lnTo>
                    <a:pt x="2153" y="1712"/>
                  </a:lnTo>
                  <a:lnTo>
                    <a:pt x="2138" y="1733"/>
                  </a:lnTo>
                  <a:lnTo>
                    <a:pt x="2121" y="1751"/>
                  </a:lnTo>
                  <a:lnTo>
                    <a:pt x="1501" y="2315"/>
                  </a:lnTo>
                  <a:lnTo>
                    <a:pt x="1501" y="2315"/>
                  </a:lnTo>
                  <a:lnTo>
                    <a:pt x="1478" y="2332"/>
                  </a:lnTo>
                  <a:lnTo>
                    <a:pt x="1453" y="2344"/>
                  </a:lnTo>
                  <a:lnTo>
                    <a:pt x="1426" y="2352"/>
                  </a:lnTo>
                  <a:lnTo>
                    <a:pt x="1396" y="2356"/>
                  </a:lnTo>
                  <a:lnTo>
                    <a:pt x="1365" y="2352"/>
                  </a:lnTo>
                  <a:lnTo>
                    <a:pt x="1336" y="2343"/>
                  </a:lnTo>
                  <a:lnTo>
                    <a:pt x="1309" y="2329"/>
                  </a:lnTo>
                  <a:lnTo>
                    <a:pt x="1287" y="2311"/>
                  </a:lnTo>
                  <a:lnTo>
                    <a:pt x="1268" y="2288"/>
                  </a:lnTo>
                  <a:lnTo>
                    <a:pt x="1253" y="2261"/>
                  </a:lnTo>
                  <a:lnTo>
                    <a:pt x="1245" y="2233"/>
                  </a:lnTo>
                  <a:lnTo>
                    <a:pt x="1242" y="2202"/>
                  </a:lnTo>
                  <a:lnTo>
                    <a:pt x="1244" y="2176"/>
                  </a:lnTo>
                  <a:lnTo>
                    <a:pt x="1250" y="2150"/>
                  </a:lnTo>
                  <a:lnTo>
                    <a:pt x="1261" y="2128"/>
                  </a:lnTo>
                  <a:lnTo>
                    <a:pt x="1274" y="2107"/>
                  </a:lnTo>
                  <a:lnTo>
                    <a:pt x="1291" y="2090"/>
                  </a:lnTo>
                  <a:lnTo>
                    <a:pt x="1291" y="2089"/>
                  </a:lnTo>
                  <a:lnTo>
                    <a:pt x="1787" y="1638"/>
                  </a:lnTo>
                  <a:lnTo>
                    <a:pt x="1291" y="1189"/>
                  </a:lnTo>
                  <a:lnTo>
                    <a:pt x="1291" y="1188"/>
                  </a:lnTo>
                  <a:lnTo>
                    <a:pt x="1274" y="1170"/>
                  </a:lnTo>
                  <a:lnTo>
                    <a:pt x="1261" y="1149"/>
                  </a:lnTo>
                  <a:lnTo>
                    <a:pt x="1250" y="1126"/>
                  </a:lnTo>
                  <a:lnTo>
                    <a:pt x="1244" y="1101"/>
                  </a:lnTo>
                  <a:lnTo>
                    <a:pt x="1242" y="1075"/>
                  </a:lnTo>
                  <a:lnTo>
                    <a:pt x="1245" y="1044"/>
                  </a:lnTo>
                  <a:lnTo>
                    <a:pt x="1253" y="1015"/>
                  </a:lnTo>
                  <a:lnTo>
                    <a:pt x="1268" y="989"/>
                  </a:lnTo>
                  <a:lnTo>
                    <a:pt x="1287" y="967"/>
                  </a:lnTo>
                  <a:lnTo>
                    <a:pt x="1309" y="948"/>
                  </a:lnTo>
                  <a:lnTo>
                    <a:pt x="1336" y="933"/>
                  </a:lnTo>
                  <a:lnTo>
                    <a:pt x="1365" y="925"/>
                  </a:lnTo>
                  <a:lnTo>
                    <a:pt x="1396" y="922"/>
                  </a:lnTo>
                  <a:close/>
                  <a:moveTo>
                    <a:pt x="1655" y="307"/>
                  </a:moveTo>
                  <a:lnTo>
                    <a:pt x="1559" y="310"/>
                  </a:lnTo>
                  <a:lnTo>
                    <a:pt x="1465" y="321"/>
                  </a:lnTo>
                  <a:lnTo>
                    <a:pt x="1373" y="336"/>
                  </a:lnTo>
                  <a:lnTo>
                    <a:pt x="1283" y="358"/>
                  </a:lnTo>
                  <a:lnTo>
                    <a:pt x="1196" y="387"/>
                  </a:lnTo>
                  <a:lnTo>
                    <a:pt x="1111" y="421"/>
                  </a:lnTo>
                  <a:lnTo>
                    <a:pt x="1029" y="460"/>
                  </a:lnTo>
                  <a:lnTo>
                    <a:pt x="951" y="505"/>
                  </a:lnTo>
                  <a:lnTo>
                    <a:pt x="876" y="554"/>
                  </a:lnTo>
                  <a:lnTo>
                    <a:pt x="805" y="608"/>
                  </a:lnTo>
                  <a:lnTo>
                    <a:pt x="737" y="666"/>
                  </a:lnTo>
                  <a:lnTo>
                    <a:pt x="674" y="729"/>
                  </a:lnTo>
                  <a:lnTo>
                    <a:pt x="614" y="796"/>
                  </a:lnTo>
                  <a:lnTo>
                    <a:pt x="559" y="867"/>
                  </a:lnTo>
                  <a:lnTo>
                    <a:pt x="510" y="942"/>
                  </a:lnTo>
                  <a:lnTo>
                    <a:pt x="464" y="1019"/>
                  </a:lnTo>
                  <a:lnTo>
                    <a:pt x="425" y="1100"/>
                  </a:lnTo>
                  <a:lnTo>
                    <a:pt x="391" y="1184"/>
                  </a:lnTo>
                  <a:lnTo>
                    <a:pt x="363" y="1271"/>
                  </a:lnTo>
                  <a:lnTo>
                    <a:pt x="339" y="1360"/>
                  </a:lnTo>
                  <a:lnTo>
                    <a:pt x="324" y="1451"/>
                  </a:lnTo>
                  <a:lnTo>
                    <a:pt x="313" y="1544"/>
                  </a:lnTo>
                  <a:lnTo>
                    <a:pt x="310" y="1638"/>
                  </a:lnTo>
                  <a:lnTo>
                    <a:pt x="313" y="1734"/>
                  </a:lnTo>
                  <a:lnTo>
                    <a:pt x="324" y="1827"/>
                  </a:lnTo>
                  <a:lnTo>
                    <a:pt x="339" y="1918"/>
                  </a:lnTo>
                  <a:lnTo>
                    <a:pt x="363" y="2007"/>
                  </a:lnTo>
                  <a:lnTo>
                    <a:pt x="391" y="2093"/>
                  </a:lnTo>
                  <a:lnTo>
                    <a:pt x="425" y="2177"/>
                  </a:lnTo>
                  <a:lnTo>
                    <a:pt x="464" y="2258"/>
                  </a:lnTo>
                  <a:lnTo>
                    <a:pt x="510" y="2336"/>
                  </a:lnTo>
                  <a:lnTo>
                    <a:pt x="559" y="2410"/>
                  </a:lnTo>
                  <a:lnTo>
                    <a:pt x="614" y="2480"/>
                  </a:lnTo>
                  <a:lnTo>
                    <a:pt x="674" y="2547"/>
                  </a:lnTo>
                  <a:lnTo>
                    <a:pt x="737" y="2610"/>
                  </a:lnTo>
                  <a:lnTo>
                    <a:pt x="805" y="2669"/>
                  </a:lnTo>
                  <a:lnTo>
                    <a:pt x="876" y="2723"/>
                  </a:lnTo>
                  <a:lnTo>
                    <a:pt x="951" y="2772"/>
                  </a:lnTo>
                  <a:lnTo>
                    <a:pt x="1029" y="2816"/>
                  </a:lnTo>
                  <a:lnTo>
                    <a:pt x="1111" y="2856"/>
                  </a:lnTo>
                  <a:lnTo>
                    <a:pt x="1196" y="2890"/>
                  </a:lnTo>
                  <a:lnTo>
                    <a:pt x="1283" y="2918"/>
                  </a:lnTo>
                  <a:lnTo>
                    <a:pt x="1373" y="2940"/>
                  </a:lnTo>
                  <a:lnTo>
                    <a:pt x="1465" y="2957"/>
                  </a:lnTo>
                  <a:lnTo>
                    <a:pt x="1559" y="2966"/>
                  </a:lnTo>
                  <a:lnTo>
                    <a:pt x="1655" y="2969"/>
                  </a:lnTo>
                  <a:lnTo>
                    <a:pt x="1750" y="2966"/>
                  </a:lnTo>
                  <a:lnTo>
                    <a:pt x="1844" y="2957"/>
                  </a:lnTo>
                  <a:lnTo>
                    <a:pt x="1936" y="2940"/>
                  </a:lnTo>
                  <a:lnTo>
                    <a:pt x="2026" y="2918"/>
                  </a:lnTo>
                  <a:lnTo>
                    <a:pt x="2114" y="2890"/>
                  </a:lnTo>
                  <a:lnTo>
                    <a:pt x="2199" y="2856"/>
                  </a:lnTo>
                  <a:lnTo>
                    <a:pt x="2280" y="2816"/>
                  </a:lnTo>
                  <a:lnTo>
                    <a:pt x="2358" y="2772"/>
                  </a:lnTo>
                  <a:lnTo>
                    <a:pt x="2433" y="2723"/>
                  </a:lnTo>
                  <a:lnTo>
                    <a:pt x="2505" y="2669"/>
                  </a:lnTo>
                  <a:lnTo>
                    <a:pt x="2572" y="2610"/>
                  </a:lnTo>
                  <a:lnTo>
                    <a:pt x="2635" y="2547"/>
                  </a:lnTo>
                  <a:lnTo>
                    <a:pt x="2695" y="2480"/>
                  </a:lnTo>
                  <a:lnTo>
                    <a:pt x="2750" y="2410"/>
                  </a:lnTo>
                  <a:lnTo>
                    <a:pt x="2799" y="2336"/>
                  </a:lnTo>
                  <a:lnTo>
                    <a:pt x="2845" y="2258"/>
                  </a:lnTo>
                  <a:lnTo>
                    <a:pt x="2884" y="2177"/>
                  </a:lnTo>
                  <a:lnTo>
                    <a:pt x="2918" y="2093"/>
                  </a:lnTo>
                  <a:lnTo>
                    <a:pt x="2946" y="2007"/>
                  </a:lnTo>
                  <a:lnTo>
                    <a:pt x="2969" y="1918"/>
                  </a:lnTo>
                  <a:lnTo>
                    <a:pt x="2986" y="1827"/>
                  </a:lnTo>
                  <a:lnTo>
                    <a:pt x="2995" y="1734"/>
                  </a:lnTo>
                  <a:lnTo>
                    <a:pt x="2999" y="1638"/>
                  </a:lnTo>
                  <a:lnTo>
                    <a:pt x="2995" y="1544"/>
                  </a:lnTo>
                  <a:lnTo>
                    <a:pt x="2986" y="1451"/>
                  </a:lnTo>
                  <a:lnTo>
                    <a:pt x="2969" y="1360"/>
                  </a:lnTo>
                  <a:lnTo>
                    <a:pt x="2946" y="1271"/>
                  </a:lnTo>
                  <a:lnTo>
                    <a:pt x="2918" y="1184"/>
                  </a:lnTo>
                  <a:lnTo>
                    <a:pt x="2884" y="1100"/>
                  </a:lnTo>
                  <a:lnTo>
                    <a:pt x="2845" y="1019"/>
                  </a:lnTo>
                  <a:lnTo>
                    <a:pt x="2799" y="942"/>
                  </a:lnTo>
                  <a:lnTo>
                    <a:pt x="2750" y="867"/>
                  </a:lnTo>
                  <a:lnTo>
                    <a:pt x="2695" y="796"/>
                  </a:lnTo>
                  <a:lnTo>
                    <a:pt x="2635" y="729"/>
                  </a:lnTo>
                  <a:lnTo>
                    <a:pt x="2572" y="666"/>
                  </a:lnTo>
                  <a:lnTo>
                    <a:pt x="2505" y="608"/>
                  </a:lnTo>
                  <a:lnTo>
                    <a:pt x="2433" y="554"/>
                  </a:lnTo>
                  <a:lnTo>
                    <a:pt x="2358" y="505"/>
                  </a:lnTo>
                  <a:lnTo>
                    <a:pt x="2280" y="460"/>
                  </a:lnTo>
                  <a:lnTo>
                    <a:pt x="2199" y="421"/>
                  </a:lnTo>
                  <a:lnTo>
                    <a:pt x="2114" y="387"/>
                  </a:lnTo>
                  <a:lnTo>
                    <a:pt x="2026" y="358"/>
                  </a:lnTo>
                  <a:lnTo>
                    <a:pt x="1936" y="336"/>
                  </a:lnTo>
                  <a:lnTo>
                    <a:pt x="1844" y="321"/>
                  </a:lnTo>
                  <a:lnTo>
                    <a:pt x="1750" y="310"/>
                  </a:lnTo>
                  <a:lnTo>
                    <a:pt x="1655" y="307"/>
                  </a:lnTo>
                  <a:close/>
                  <a:moveTo>
                    <a:pt x="1655" y="0"/>
                  </a:moveTo>
                  <a:lnTo>
                    <a:pt x="1760" y="3"/>
                  </a:lnTo>
                  <a:lnTo>
                    <a:pt x="1862" y="13"/>
                  </a:lnTo>
                  <a:lnTo>
                    <a:pt x="1963" y="29"/>
                  </a:lnTo>
                  <a:lnTo>
                    <a:pt x="2062" y="51"/>
                  </a:lnTo>
                  <a:lnTo>
                    <a:pt x="2159" y="78"/>
                  </a:lnTo>
                  <a:lnTo>
                    <a:pt x="2253" y="110"/>
                  </a:lnTo>
                  <a:lnTo>
                    <a:pt x="2344" y="149"/>
                  </a:lnTo>
                  <a:lnTo>
                    <a:pt x="2432" y="192"/>
                  </a:lnTo>
                  <a:lnTo>
                    <a:pt x="2518" y="240"/>
                  </a:lnTo>
                  <a:lnTo>
                    <a:pt x="2600" y="294"/>
                  </a:lnTo>
                  <a:lnTo>
                    <a:pt x="2679" y="351"/>
                  </a:lnTo>
                  <a:lnTo>
                    <a:pt x="2754" y="414"/>
                  </a:lnTo>
                  <a:lnTo>
                    <a:pt x="2825" y="480"/>
                  </a:lnTo>
                  <a:lnTo>
                    <a:pt x="2891" y="550"/>
                  </a:lnTo>
                  <a:lnTo>
                    <a:pt x="2955" y="624"/>
                  </a:lnTo>
                  <a:lnTo>
                    <a:pt x="3013" y="703"/>
                  </a:lnTo>
                  <a:lnTo>
                    <a:pt x="3067" y="784"/>
                  </a:lnTo>
                  <a:lnTo>
                    <a:pt x="3116" y="869"/>
                  </a:lnTo>
                  <a:lnTo>
                    <a:pt x="3159" y="956"/>
                  </a:lnTo>
                  <a:lnTo>
                    <a:pt x="3198" y="1047"/>
                  </a:lnTo>
                  <a:lnTo>
                    <a:pt x="3231" y="1140"/>
                  </a:lnTo>
                  <a:lnTo>
                    <a:pt x="3258" y="1235"/>
                  </a:lnTo>
                  <a:lnTo>
                    <a:pt x="3281" y="1333"/>
                  </a:lnTo>
                  <a:lnTo>
                    <a:pt x="3296" y="1433"/>
                  </a:lnTo>
                  <a:lnTo>
                    <a:pt x="3306" y="1535"/>
                  </a:lnTo>
                  <a:lnTo>
                    <a:pt x="3309" y="1638"/>
                  </a:lnTo>
                  <a:lnTo>
                    <a:pt x="3306" y="1742"/>
                  </a:lnTo>
                  <a:lnTo>
                    <a:pt x="3296" y="1845"/>
                  </a:lnTo>
                  <a:lnTo>
                    <a:pt x="3281" y="1944"/>
                  </a:lnTo>
                  <a:lnTo>
                    <a:pt x="3258" y="2042"/>
                  </a:lnTo>
                  <a:lnTo>
                    <a:pt x="3231" y="2138"/>
                  </a:lnTo>
                  <a:lnTo>
                    <a:pt x="3198" y="2231"/>
                  </a:lnTo>
                  <a:lnTo>
                    <a:pt x="3159" y="2321"/>
                  </a:lnTo>
                  <a:lnTo>
                    <a:pt x="3116" y="2409"/>
                  </a:lnTo>
                  <a:lnTo>
                    <a:pt x="3067" y="2493"/>
                  </a:lnTo>
                  <a:lnTo>
                    <a:pt x="3013" y="2575"/>
                  </a:lnTo>
                  <a:lnTo>
                    <a:pt x="2955" y="2652"/>
                  </a:lnTo>
                  <a:lnTo>
                    <a:pt x="2891" y="2726"/>
                  </a:lnTo>
                  <a:lnTo>
                    <a:pt x="2825" y="2798"/>
                  </a:lnTo>
                  <a:lnTo>
                    <a:pt x="2754" y="2864"/>
                  </a:lnTo>
                  <a:lnTo>
                    <a:pt x="2679" y="2925"/>
                  </a:lnTo>
                  <a:lnTo>
                    <a:pt x="2600" y="2984"/>
                  </a:lnTo>
                  <a:lnTo>
                    <a:pt x="2518" y="3036"/>
                  </a:lnTo>
                  <a:lnTo>
                    <a:pt x="2432" y="3086"/>
                  </a:lnTo>
                  <a:lnTo>
                    <a:pt x="2344" y="3129"/>
                  </a:lnTo>
                  <a:lnTo>
                    <a:pt x="2253" y="3167"/>
                  </a:lnTo>
                  <a:lnTo>
                    <a:pt x="2159" y="3200"/>
                  </a:lnTo>
                  <a:lnTo>
                    <a:pt x="2062" y="3227"/>
                  </a:lnTo>
                  <a:lnTo>
                    <a:pt x="1963" y="3249"/>
                  </a:lnTo>
                  <a:lnTo>
                    <a:pt x="1862" y="3265"/>
                  </a:lnTo>
                  <a:lnTo>
                    <a:pt x="1760" y="3274"/>
                  </a:lnTo>
                  <a:lnTo>
                    <a:pt x="1655" y="3277"/>
                  </a:lnTo>
                  <a:lnTo>
                    <a:pt x="1550" y="3274"/>
                  </a:lnTo>
                  <a:lnTo>
                    <a:pt x="1447" y="3265"/>
                  </a:lnTo>
                  <a:lnTo>
                    <a:pt x="1346" y="3249"/>
                  </a:lnTo>
                  <a:lnTo>
                    <a:pt x="1247" y="3227"/>
                  </a:lnTo>
                  <a:lnTo>
                    <a:pt x="1151" y="3200"/>
                  </a:lnTo>
                  <a:lnTo>
                    <a:pt x="1056" y="3167"/>
                  </a:lnTo>
                  <a:lnTo>
                    <a:pt x="966" y="3129"/>
                  </a:lnTo>
                  <a:lnTo>
                    <a:pt x="877" y="3086"/>
                  </a:lnTo>
                  <a:lnTo>
                    <a:pt x="791" y="3036"/>
                  </a:lnTo>
                  <a:lnTo>
                    <a:pt x="710" y="2984"/>
                  </a:lnTo>
                  <a:lnTo>
                    <a:pt x="630" y="2925"/>
                  </a:lnTo>
                  <a:lnTo>
                    <a:pt x="556" y="2864"/>
                  </a:lnTo>
                  <a:lnTo>
                    <a:pt x="484" y="2798"/>
                  </a:lnTo>
                  <a:lnTo>
                    <a:pt x="418" y="2726"/>
                  </a:lnTo>
                  <a:lnTo>
                    <a:pt x="355" y="2652"/>
                  </a:lnTo>
                  <a:lnTo>
                    <a:pt x="296" y="2575"/>
                  </a:lnTo>
                  <a:lnTo>
                    <a:pt x="243" y="2493"/>
                  </a:lnTo>
                  <a:lnTo>
                    <a:pt x="193" y="2409"/>
                  </a:lnTo>
                  <a:lnTo>
                    <a:pt x="150" y="2321"/>
                  </a:lnTo>
                  <a:lnTo>
                    <a:pt x="111" y="2231"/>
                  </a:lnTo>
                  <a:lnTo>
                    <a:pt x="78" y="2138"/>
                  </a:lnTo>
                  <a:lnTo>
                    <a:pt x="51" y="2042"/>
                  </a:lnTo>
                  <a:lnTo>
                    <a:pt x="28" y="1944"/>
                  </a:lnTo>
                  <a:lnTo>
                    <a:pt x="13" y="1845"/>
                  </a:lnTo>
                  <a:lnTo>
                    <a:pt x="3" y="1742"/>
                  </a:lnTo>
                  <a:lnTo>
                    <a:pt x="0" y="1638"/>
                  </a:lnTo>
                  <a:lnTo>
                    <a:pt x="3" y="1535"/>
                  </a:lnTo>
                  <a:lnTo>
                    <a:pt x="13" y="1433"/>
                  </a:lnTo>
                  <a:lnTo>
                    <a:pt x="28" y="1333"/>
                  </a:lnTo>
                  <a:lnTo>
                    <a:pt x="51" y="1235"/>
                  </a:lnTo>
                  <a:lnTo>
                    <a:pt x="78" y="1140"/>
                  </a:lnTo>
                  <a:lnTo>
                    <a:pt x="111" y="1047"/>
                  </a:lnTo>
                  <a:lnTo>
                    <a:pt x="150" y="956"/>
                  </a:lnTo>
                  <a:lnTo>
                    <a:pt x="193" y="869"/>
                  </a:lnTo>
                  <a:lnTo>
                    <a:pt x="243" y="784"/>
                  </a:lnTo>
                  <a:lnTo>
                    <a:pt x="296" y="703"/>
                  </a:lnTo>
                  <a:lnTo>
                    <a:pt x="355" y="624"/>
                  </a:lnTo>
                  <a:lnTo>
                    <a:pt x="418" y="550"/>
                  </a:lnTo>
                  <a:lnTo>
                    <a:pt x="484" y="480"/>
                  </a:lnTo>
                  <a:lnTo>
                    <a:pt x="556" y="414"/>
                  </a:lnTo>
                  <a:lnTo>
                    <a:pt x="630" y="351"/>
                  </a:lnTo>
                  <a:lnTo>
                    <a:pt x="710" y="294"/>
                  </a:lnTo>
                  <a:lnTo>
                    <a:pt x="791" y="240"/>
                  </a:lnTo>
                  <a:lnTo>
                    <a:pt x="877" y="192"/>
                  </a:lnTo>
                  <a:lnTo>
                    <a:pt x="966" y="149"/>
                  </a:lnTo>
                  <a:lnTo>
                    <a:pt x="1056" y="110"/>
                  </a:lnTo>
                  <a:lnTo>
                    <a:pt x="1151" y="78"/>
                  </a:lnTo>
                  <a:lnTo>
                    <a:pt x="1247" y="51"/>
                  </a:lnTo>
                  <a:lnTo>
                    <a:pt x="1346" y="29"/>
                  </a:lnTo>
                  <a:lnTo>
                    <a:pt x="1447" y="13"/>
                  </a:lnTo>
                  <a:lnTo>
                    <a:pt x="1550" y="3"/>
                  </a:lnTo>
                  <a:lnTo>
                    <a:pt x="165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D52D7A9F-B252-416D-99AB-6A49438788B0}"/>
              </a:ext>
            </a:extLst>
          </p:cNvPr>
          <p:cNvSpPr/>
          <p:nvPr/>
        </p:nvSpPr>
        <p:spPr>
          <a:xfrm>
            <a:off x="5944631" y="5212170"/>
            <a:ext cx="1295263" cy="1209192"/>
          </a:xfrm>
          <a:prstGeom prst="rect">
            <a:avLst/>
          </a:prstGeom>
          <a:solidFill>
            <a:srgbClr val="FAB54D"/>
          </a:solidFill>
          <a:ln>
            <a:noFill/>
          </a:ln>
          <a:effectLst/>
          <a:scene3d>
            <a:camera prst="isometricOffAxis1Left">
              <a:rot lat="1942003" lon="2899475" rev="13079"/>
            </a:camera>
            <a:lightRig rig="balanced" dir="t"/>
          </a:scene3d>
          <a:sp3d extrusionH="1308100"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234352A-EC49-4CD5-A18F-7BFF9914738C}"/>
              </a:ext>
            </a:extLst>
          </p:cNvPr>
          <p:cNvSpPr/>
          <p:nvPr/>
        </p:nvSpPr>
        <p:spPr>
          <a:xfrm>
            <a:off x="5083502" y="3678862"/>
            <a:ext cx="1295263" cy="1209192"/>
          </a:xfrm>
          <a:prstGeom prst="rect">
            <a:avLst/>
          </a:prstGeom>
          <a:solidFill>
            <a:srgbClr val="50535A"/>
          </a:solidFill>
          <a:ln>
            <a:noFill/>
          </a:ln>
          <a:effectLst/>
          <a:scene3d>
            <a:camera prst="isometricOffAxis1Left">
              <a:rot lat="1942003" lon="2899475" rev="13079"/>
            </a:camera>
            <a:lightRig rig="balanced" dir="t"/>
          </a:scene3d>
          <a:sp3d extrusionH="1308100"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11C4DE2-BF0D-4F38-A0DA-E2C6BC20CCBA}"/>
              </a:ext>
            </a:extLst>
          </p:cNvPr>
          <p:cNvSpPr/>
          <p:nvPr/>
        </p:nvSpPr>
        <p:spPr>
          <a:xfrm>
            <a:off x="4208927" y="2143965"/>
            <a:ext cx="1295263" cy="1209192"/>
          </a:xfrm>
          <a:prstGeom prst="rect">
            <a:avLst/>
          </a:prstGeom>
          <a:solidFill>
            <a:srgbClr val="183264"/>
          </a:solidFill>
          <a:ln>
            <a:noFill/>
          </a:ln>
          <a:effectLst/>
          <a:scene3d>
            <a:camera prst="isometricOffAxis1Left">
              <a:rot lat="1942003" lon="2899475" rev="13079"/>
            </a:camera>
            <a:lightRig rig="balanced" dir="t"/>
          </a:scene3d>
          <a:sp3d extrusionH="1308100"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56" name="Picture 55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075E2826-E775-41B3-A75C-FF7E1B8383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2589" y="394722"/>
            <a:ext cx="1304146" cy="25494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6E08D9-F843-4A24-B0D6-4AF5443B46F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00749" y="1959627"/>
            <a:ext cx="957263" cy="10048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Picture</a:t>
            </a:r>
            <a:endParaRPr lang="en-ZA" dirty="0"/>
          </a:p>
        </p:txBody>
      </p:sp>
      <p:sp>
        <p:nvSpPr>
          <p:cNvPr id="62" name="Picture Placeholder 2">
            <a:extLst>
              <a:ext uri="{FF2B5EF4-FFF2-40B4-BE49-F238E27FC236}">
                <a16:creationId xmlns:a16="http://schemas.microsoft.com/office/drawing/2014/main" id="{9A34DE91-8D8E-417E-BCD0-2622126FF85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58012" y="3507336"/>
            <a:ext cx="957263" cy="10048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Picture</a:t>
            </a:r>
            <a:endParaRPr lang="en-ZA" dirty="0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6CBE1E95-EFD4-44A3-86C7-35B95A12E4A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521552" y="5037963"/>
            <a:ext cx="957263" cy="10048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Picture</a:t>
            </a:r>
            <a:endParaRPr lang="en-ZA" dirty="0"/>
          </a:p>
        </p:txBody>
      </p:sp>
      <p:sp>
        <p:nvSpPr>
          <p:cNvPr id="64" name="Text Placeholder 4">
            <a:extLst>
              <a:ext uri="{FF2B5EF4-FFF2-40B4-BE49-F238E27FC236}">
                <a16:creationId xmlns:a16="http://schemas.microsoft.com/office/drawing/2014/main" id="{7DFC6D24-8A85-44BF-A4E1-E00C53866F0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2201" y="2093344"/>
            <a:ext cx="3153973" cy="753006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65" name="Text Placeholder 4">
            <a:extLst>
              <a:ext uri="{FF2B5EF4-FFF2-40B4-BE49-F238E27FC236}">
                <a16:creationId xmlns:a16="http://schemas.microsoft.com/office/drawing/2014/main" id="{E41519BE-291C-4CFB-84FD-F965BD007B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08495" y="3653451"/>
            <a:ext cx="3153973" cy="753006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66" name="Text Placeholder 4">
            <a:extLst>
              <a:ext uri="{FF2B5EF4-FFF2-40B4-BE49-F238E27FC236}">
                <a16:creationId xmlns:a16="http://schemas.microsoft.com/office/drawing/2014/main" id="{79E9F534-D8D5-4335-A065-942AE96054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84789" y="5185412"/>
            <a:ext cx="3153973" cy="753006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BD3120A-3724-4055-91B6-8194DB9308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2900" y="393377"/>
            <a:ext cx="7177358" cy="658812"/>
          </a:xfrm>
        </p:spPr>
        <p:txBody>
          <a:bodyPr>
            <a:noAutofit/>
          </a:bodyPr>
          <a:lstStyle>
            <a:lvl1pPr marL="0" indent="0">
              <a:buNone/>
              <a:defRPr sz="5000" b="1">
                <a:solidFill>
                  <a:srgbClr val="197FC0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Three Step Template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18461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ep_Template_V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20199B52-D932-480F-A124-422BBB45D7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9525"/>
            <a:ext cx="12192000" cy="6858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C065783A-C8CD-45CB-9FDD-3E3B24CB2ED3}"/>
              </a:ext>
            </a:extLst>
          </p:cNvPr>
          <p:cNvSpPr/>
          <p:nvPr userDrawn="1"/>
        </p:nvSpPr>
        <p:spPr>
          <a:xfrm>
            <a:off x="4670692" y="5747205"/>
            <a:ext cx="4128075" cy="1103536"/>
          </a:xfrm>
          <a:prstGeom prst="rect">
            <a:avLst/>
          </a:prstGeom>
          <a:solidFill>
            <a:srgbClr val="09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89283C-7D6B-4686-973A-D12E43D5AF2E}"/>
              </a:ext>
            </a:extLst>
          </p:cNvPr>
          <p:cNvSpPr/>
          <p:nvPr/>
        </p:nvSpPr>
        <p:spPr>
          <a:xfrm>
            <a:off x="-638175" y="2149357"/>
            <a:ext cx="9389659" cy="163773"/>
          </a:xfrm>
          <a:prstGeom prst="rect">
            <a:avLst/>
          </a:prstGeom>
          <a:gradFill flip="none" rotWithShape="1">
            <a:gsLst>
              <a:gs pos="22000">
                <a:srgbClr val="0E78BC">
                  <a:alpha val="0"/>
                </a:srgbClr>
              </a:gs>
              <a:gs pos="75000">
                <a:srgbClr val="0E78BC">
                  <a:alpha val="0"/>
                </a:srgbClr>
              </a:gs>
              <a:gs pos="50000">
                <a:srgbClr val="0E78BC"/>
              </a:gs>
              <a:gs pos="34000">
                <a:srgbClr val="0E78B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9ACB1B7-173B-4BD4-824A-B2BDFC9CDC2F}"/>
              </a:ext>
            </a:extLst>
          </p:cNvPr>
          <p:cNvSpPr/>
          <p:nvPr/>
        </p:nvSpPr>
        <p:spPr>
          <a:xfrm>
            <a:off x="2484672" y="1636883"/>
            <a:ext cx="1188720" cy="1188720"/>
          </a:xfrm>
          <a:prstGeom prst="ellipse">
            <a:avLst/>
          </a:prstGeom>
          <a:solidFill>
            <a:srgbClr val="0E78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15D19E8-845A-45AF-B858-DF97F94A4F49}"/>
              </a:ext>
            </a:extLst>
          </p:cNvPr>
          <p:cNvSpPr/>
          <p:nvPr/>
        </p:nvSpPr>
        <p:spPr>
          <a:xfrm>
            <a:off x="2621832" y="1774043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2321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2E9BD7C-F3C6-48B0-8D2B-E4B33ACB81BC}"/>
              </a:ext>
            </a:extLst>
          </p:cNvPr>
          <p:cNvSpPr/>
          <p:nvPr userDrawn="1"/>
        </p:nvSpPr>
        <p:spPr>
          <a:xfrm>
            <a:off x="-522058" y="3811825"/>
            <a:ext cx="9389659" cy="163773"/>
          </a:xfrm>
          <a:prstGeom prst="rect">
            <a:avLst/>
          </a:prstGeom>
          <a:gradFill flip="none" rotWithShape="1">
            <a:gsLst>
              <a:gs pos="26000">
                <a:srgbClr val="0E78BC">
                  <a:alpha val="0"/>
                </a:srgbClr>
              </a:gs>
              <a:gs pos="75000">
                <a:srgbClr val="0E78BC">
                  <a:alpha val="0"/>
                </a:srgbClr>
              </a:gs>
              <a:gs pos="56000">
                <a:srgbClr val="0E78BC"/>
              </a:gs>
              <a:gs pos="37000">
                <a:srgbClr val="0E78B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14834F4-1C28-47D4-941F-2479C28DCD0F}"/>
              </a:ext>
            </a:extLst>
          </p:cNvPr>
          <p:cNvSpPr/>
          <p:nvPr userDrawn="1"/>
        </p:nvSpPr>
        <p:spPr>
          <a:xfrm>
            <a:off x="-750659" y="5534284"/>
            <a:ext cx="9389659" cy="163773"/>
          </a:xfrm>
          <a:prstGeom prst="rect">
            <a:avLst/>
          </a:prstGeom>
          <a:gradFill flip="none" rotWithShape="1">
            <a:gsLst>
              <a:gs pos="38000">
                <a:srgbClr val="0E78BC">
                  <a:alpha val="0"/>
                </a:srgbClr>
              </a:gs>
              <a:gs pos="82000">
                <a:srgbClr val="0E78BC">
                  <a:alpha val="0"/>
                </a:srgbClr>
              </a:gs>
              <a:gs pos="63000">
                <a:srgbClr val="0E78BC"/>
              </a:gs>
              <a:gs pos="53000">
                <a:srgbClr val="0E78B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44907B9-AD4A-48CB-8C92-F3A378B1AA4E}"/>
              </a:ext>
            </a:extLst>
          </p:cNvPr>
          <p:cNvSpPr/>
          <p:nvPr/>
        </p:nvSpPr>
        <p:spPr>
          <a:xfrm>
            <a:off x="3446794" y="3301206"/>
            <a:ext cx="1188720" cy="1188720"/>
          </a:xfrm>
          <a:prstGeom prst="ellipse">
            <a:avLst/>
          </a:prstGeom>
          <a:solidFill>
            <a:srgbClr val="0E78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D24B292-8455-4A1A-821E-951FB86A73EE}"/>
              </a:ext>
            </a:extLst>
          </p:cNvPr>
          <p:cNvSpPr/>
          <p:nvPr/>
        </p:nvSpPr>
        <p:spPr>
          <a:xfrm>
            <a:off x="3583954" y="3438366"/>
            <a:ext cx="914400" cy="91440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rgbClr val="2321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C9006C7-8C7B-4A6D-8811-F70139284199}"/>
              </a:ext>
            </a:extLst>
          </p:cNvPr>
          <p:cNvGrpSpPr/>
          <p:nvPr userDrawn="1"/>
        </p:nvGrpSpPr>
        <p:grpSpPr>
          <a:xfrm>
            <a:off x="4269105" y="5024055"/>
            <a:ext cx="1188720" cy="1188720"/>
            <a:chOff x="4907280" y="4733523"/>
            <a:chExt cx="1188720" cy="118872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040A1D2-A9A7-4573-A4D0-73E4E51971CA}"/>
                </a:ext>
              </a:extLst>
            </p:cNvPr>
            <p:cNvSpPr/>
            <p:nvPr userDrawn="1"/>
          </p:nvSpPr>
          <p:spPr>
            <a:xfrm>
              <a:off x="4907280" y="4733523"/>
              <a:ext cx="1188720" cy="1188720"/>
            </a:xfrm>
            <a:prstGeom prst="ellipse">
              <a:avLst/>
            </a:prstGeom>
            <a:solidFill>
              <a:srgbClr val="0E78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1BC5C8B-FD56-4879-AB4D-5DAD27C7854F}"/>
                </a:ext>
              </a:extLst>
            </p:cNvPr>
            <p:cNvSpPr/>
            <p:nvPr userDrawn="1"/>
          </p:nvSpPr>
          <p:spPr>
            <a:xfrm>
              <a:off x="5044440" y="4870683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b="1" dirty="0">
                  <a:solidFill>
                    <a:srgbClr val="23212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</p:grpSp>
      <p:pic>
        <p:nvPicPr>
          <p:cNvPr id="43" name="Picture 42">
            <a:extLst>
              <a:ext uri="{FF2B5EF4-FFF2-40B4-BE49-F238E27FC236}">
                <a16:creationId xmlns:a16="http://schemas.microsoft.com/office/drawing/2014/main" id="{1F02CB6E-9BE4-42C3-AB0B-C16789C763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F69CE0C-F710-4322-B680-22F2168918C4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1496403" y="2497618"/>
            <a:ext cx="725978" cy="72597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49" name="Picture Placeholder 4">
            <a:extLst>
              <a:ext uri="{FF2B5EF4-FFF2-40B4-BE49-F238E27FC236}">
                <a16:creationId xmlns:a16="http://schemas.microsoft.com/office/drawing/2014/main" id="{41E9D0D6-D06A-457D-BA20-77B67DB5E672}"/>
              </a:ext>
            </a:extLst>
          </p:cNvPr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2480873" y="4141509"/>
            <a:ext cx="725978" cy="72597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50" name="Picture Placeholder 4">
            <a:extLst>
              <a:ext uri="{FF2B5EF4-FFF2-40B4-BE49-F238E27FC236}">
                <a16:creationId xmlns:a16="http://schemas.microsoft.com/office/drawing/2014/main" id="{D0637E96-4835-4AE1-833C-7048DFA38D5A}"/>
              </a:ext>
            </a:extLst>
          </p:cNvPr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3303184" y="5911842"/>
            <a:ext cx="725978" cy="72597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46A48340-7EA4-4A7D-956B-642E9213A902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3935683" y="1535846"/>
            <a:ext cx="3135543" cy="496870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2800" b="1"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DEA08FF-673D-4FEB-A063-4F05F0768B21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4916474" y="3200169"/>
            <a:ext cx="3135543" cy="496870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2800" b="1"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D7D412BB-2024-45EC-ACCD-9A713CA674FE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5697768" y="4912780"/>
            <a:ext cx="3135543" cy="496870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2800" b="1"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8F46F4C-3C17-4B4B-9660-216398B060D9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3935684" y="2323054"/>
            <a:ext cx="3241674" cy="615601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8CF968D-384B-44BE-8BAB-BFECF31F0467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4916474" y="3977001"/>
            <a:ext cx="3241674" cy="615601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797D696B-8648-4B07-9F6C-813F45993B2F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5697768" y="5692430"/>
            <a:ext cx="3241674" cy="615601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2F53AAA1-0365-4BE0-BFAA-AC4D43DEC117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334353" y="393377"/>
            <a:ext cx="7177358" cy="658812"/>
          </a:xfrm>
        </p:spPr>
        <p:txBody>
          <a:bodyPr>
            <a:noAutofit/>
          </a:bodyPr>
          <a:lstStyle>
            <a:lvl1pPr marL="0" indent="0">
              <a:buNone/>
              <a:defRPr sz="5000" b="1">
                <a:solidFill>
                  <a:srgbClr val="ED6A5E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Three Step Template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567550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ep_Template_V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7">
            <a:extLst>
              <a:ext uri="{FF2B5EF4-FFF2-40B4-BE49-F238E27FC236}">
                <a16:creationId xmlns:a16="http://schemas.microsoft.com/office/drawing/2014/main" id="{365EB744-056C-40DD-B0EB-EA95B09579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1016"/>
            <a:ext cx="12192000" cy="68580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85DCC01-A8D3-4A8E-9883-A520BC361B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30BC59FF-2BE5-48C9-8F05-EBB8B2AA6B61}"/>
              </a:ext>
            </a:extLst>
          </p:cNvPr>
          <p:cNvSpPr/>
          <p:nvPr/>
        </p:nvSpPr>
        <p:spPr>
          <a:xfrm flipH="1">
            <a:off x="2923137" y="4792176"/>
            <a:ext cx="4995078" cy="1369326"/>
          </a:xfrm>
          <a:prstGeom prst="rect">
            <a:avLst/>
          </a:prstGeom>
          <a:solidFill>
            <a:srgbClr val="09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Triangle 53">
            <a:extLst>
              <a:ext uri="{FF2B5EF4-FFF2-40B4-BE49-F238E27FC236}">
                <a16:creationId xmlns:a16="http://schemas.microsoft.com/office/drawing/2014/main" id="{E2A49680-EBCE-49C9-8E0B-B74A79D7CA58}"/>
              </a:ext>
            </a:extLst>
          </p:cNvPr>
          <p:cNvSpPr/>
          <p:nvPr/>
        </p:nvSpPr>
        <p:spPr>
          <a:xfrm flipV="1">
            <a:off x="7918216" y="4792176"/>
            <a:ext cx="846161" cy="1369326"/>
          </a:xfrm>
          <a:prstGeom prst="rtTriangle">
            <a:avLst/>
          </a:prstGeom>
          <a:solidFill>
            <a:srgbClr val="09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EDC1139-878A-41AE-9D42-40F6E1D5262E}"/>
              </a:ext>
            </a:extLst>
          </p:cNvPr>
          <p:cNvSpPr/>
          <p:nvPr/>
        </p:nvSpPr>
        <p:spPr>
          <a:xfrm flipH="1">
            <a:off x="2923137" y="1268780"/>
            <a:ext cx="4995078" cy="1369326"/>
          </a:xfrm>
          <a:prstGeom prst="rect">
            <a:avLst/>
          </a:prstGeom>
          <a:solidFill>
            <a:srgbClr val="09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61" name="Right Triangle 60">
            <a:extLst>
              <a:ext uri="{FF2B5EF4-FFF2-40B4-BE49-F238E27FC236}">
                <a16:creationId xmlns:a16="http://schemas.microsoft.com/office/drawing/2014/main" id="{5BD4C71E-837B-4269-B8F0-A09EB53B8BAA}"/>
              </a:ext>
            </a:extLst>
          </p:cNvPr>
          <p:cNvSpPr/>
          <p:nvPr/>
        </p:nvSpPr>
        <p:spPr>
          <a:xfrm flipV="1">
            <a:off x="7918216" y="1268780"/>
            <a:ext cx="846161" cy="1369326"/>
          </a:xfrm>
          <a:prstGeom prst="rtTriangle">
            <a:avLst/>
          </a:prstGeom>
          <a:solidFill>
            <a:srgbClr val="09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9D017EC1-CEF8-4E82-A9C0-FE0029A23F92}"/>
              </a:ext>
            </a:extLst>
          </p:cNvPr>
          <p:cNvSpPr/>
          <p:nvPr userDrawn="1"/>
        </p:nvSpPr>
        <p:spPr>
          <a:xfrm>
            <a:off x="7185322" y="1602072"/>
            <a:ext cx="731520" cy="731520"/>
          </a:xfrm>
          <a:prstGeom prst="ellipse">
            <a:avLst/>
          </a:prstGeom>
          <a:solidFill>
            <a:srgbClr val="09326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65" name="Right Triangle 64">
            <a:extLst>
              <a:ext uri="{FF2B5EF4-FFF2-40B4-BE49-F238E27FC236}">
                <a16:creationId xmlns:a16="http://schemas.microsoft.com/office/drawing/2014/main" id="{A5966E3F-BFEF-4242-A8D2-4D0782B05B7B}"/>
              </a:ext>
            </a:extLst>
          </p:cNvPr>
          <p:cNvSpPr/>
          <p:nvPr userDrawn="1"/>
        </p:nvSpPr>
        <p:spPr>
          <a:xfrm>
            <a:off x="2923137" y="4792177"/>
            <a:ext cx="341194" cy="194482"/>
          </a:xfrm>
          <a:prstGeom prst="rtTriangle">
            <a:avLst/>
          </a:prstGeom>
          <a:solidFill>
            <a:srgbClr val="84B7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ight Triangle 65">
            <a:extLst>
              <a:ext uri="{FF2B5EF4-FFF2-40B4-BE49-F238E27FC236}">
                <a16:creationId xmlns:a16="http://schemas.microsoft.com/office/drawing/2014/main" id="{A32608F1-96C9-4631-B7C2-7DE7EB46969D}"/>
              </a:ext>
            </a:extLst>
          </p:cNvPr>
          <p:cNvSpPr/>
          <p:nvPr userDrawn="1"/>
        </p:nvSpPr>
        <p:spPr>
          <a:xfrm flipV="1">
            <a:off x="2923137" y="2443624"/>
            <a:ext cx="341194" cy="194482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ight Triangle 66">
            <a:extLst>
              <a:ext uri="{FF2B5EF4-FFF2-40B4-BE49-F238E27FC236}">
                <a16:creationId xmlns:a16="http://schemas.microsoft.com/office/drawing/2014/main" id="{05B78B17-E728-44E7-B73E-FD293563E91F}"/>
              </a:ext>
            </a:extLst>
          </p:cNvPr>
          <p:cNvSpPr/>
          <p:nvPr userDrawn="1"/>
        </p:nvSpPr>
        <p:spPr>
          <a:xfrm flipH="1">
            <a:off x="439244" y="4660249"/>
            <a:ext cx="536537" cy="326409"/>
          </a:xfrm>
          <a:prstGeom prst="rtTriangle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ight Triangle 67">
            <a:extLst>
              <a:ext uri="{FF2B5EF4-FFF2-40B4-BE49-F238E27FC236}">
                <a16:creationId xmlns:a16="http://schemas.microsoft.com/office/drawing/2014/main" id="{486E1541-67C1-4F3E-A70F-8A783F0B818B}"/>
              </a:ext>
            </a:extLst>
          </p:cNvPr>
          <p:cNvSpPr/>
          <p:nvPr userDrawn="1"/>
        </p:nvSpPr>
        <p:spPr>
          <a:xfrm flipH="1" flipV="1">
            <a:off x="439244" y="2443625"/>
            <a:ext cx="536537" cy="326409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4EB1D81-4534-4FF5-AE88-199FD14837A3}"/>
              </a:ext>
            </a:extLst>
          </p:cNvPr>
          <p:cNvSpPr/>
          <p:nvPr/>
        </p:nvSpPr>
        <p:spPr>
          <a:xfrm flipH="1">
            <a:off x="2923137" y="3030478"/>
            <a:ext cx="4995078" cy="1369326"/>
          </a:xfrm>
          <a:prstGeom prst="rect">
            <a:avLst/>
          </a:prstGeom>
          <a:solidFill>
            <a:srgbClr val="505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ight Triangle 70">
            <a:extLst>
              <a:ext uri="{FF2B5EF4-FFF2-40B4-BE49-F238E27FC236}">
                <a16:creationId xmlns:a16="http://schemas.microsoft.com/office/drawing/2014/main" id="{76AD1A55-A67E-41D7-9E91-21BFE121CEC3}"/>
              </a:ext>
            </a:extLst>
          </p:cNvPr>
          <p:cNvSpPr/>
          <p:nvPr/>
        </p:nvSpPr>
        <p:spPr>
          <a:xfrm flipV="1">
            <a:off x="7918216" y="3030478"/>
            <a:ext cx="846161" cy="1369326"/>
          </a:xfrm>
          <a:prstGeom prst="rtTriangle">
            <a:avLst/>
          </a:prstGeom>
          <a:solidFill>
            <a:srgbClr val="505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4269B03-DE2A-4E2B-AFD8-32378D1923ED}"/>
              </a:ext>
            </a:extLst>
          </p:cNvPr>
          <p:cNvSpPr/>
          <p:nvPr/>
        </p:nvSpPr>
        <p:spPr>
          <a:xfrm>
            <a:off x="7185322" y="3349381"/>
            <a:ext cx="731520" cy="73152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547306A9-01E6-434F-AEAE-DCDF4A1D9573}"/>
              </a:ext>
            </a:extLst>
          </p:cNvPr>
          <p:cNvSpPr/>
          <p:nvPr userDrawn="1"/>
        </p:nvSpPr>
        <p:spPr>
          <a:xfrm>
            <a:off x="439244" y="955314"/>
            <a:ext cx="2825086" cy="1501253"/>
          </a:xfrm>
          <a:prstGeom prst="rect">
            <a:avLst/>
          </a:prstGeom>
          <a:solidFill>
            <a:srgbClr val="09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06BCE53-36B8-4E89-9517-E67CD3DFDA5A}"/>
              </a:ext>
            </a:extLst>
          </p:cNvPr>
          <p:cNvSpPr/>
          <p:nvPr/>
        </p:nvSpPr>
        <p:spPr>
          <a:xfrm>
            <a:off x="439244" y="4986658"/>
            <a:ext cx="2825086" cy="1501253"/>
          </a:xfrm>
          <a:prstGeom prst="rect">
            <a:avLst/>
          </a:prstGeom>
          <a:gradFill>
            <a:gsLst>
              <a:gs pos="0">
                <a:srgbClr val="093266"/>
              </a:gs>
              <a:gs pos="100000">
                <a:srgbClr val="093266"/>
              </a:gs>
            </a:gsLst>
            <a:path path="circle">
              <a:fillToRect l="50000" t="130000" r="50000" b="-3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CC977E5-2809-41F5-90B0-B5017CE92BB7}"/>
              </a:ext>
            </a:extLst>
          </p:cNvPr>
          <p:cNvSpPr/>
          <p:nvPr/>
        </p:nvSpPr>
        <p:spPr>
          <a:xfrm>
            <a:off x="439244" y="2964515"/>
            <a:ext cx="2825086" cy="1501253"/>
          </a:xfrm>
          <a:prstGeom prst="rect">
            <a:avLst/>
          </a:prstGeom>
          <a:solidFill>
            <a:srgbClr val="232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AB54D"/>
              </a:solidFill>
            </a:endParaRPr>
          </a:p>
        </p:txBody>
      </p:sp>
      <p:sp>
        <p:nvSpPr>
          <p:cNvPr id="105" name="Picture Placeholder 2">
            <a:extLst>
              <a:ext uri="{FF2B5EF4-FFF2-40B4-BE49-F238E27FC236}">
                <a16:creationId xmlns:a16="http://schemas.microsoft.com/office/drawing/2014/main" id="{E95DF055-BE4F-4BFA-AF9A-E8063508DB75}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7343754" y="3503881"/>
            <a:ext cx="439737" cy="42251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719E1F-0931-47A7-9A10-2BD154908C08}"/>
              </a:ext>
            </a:extLst>
          </p:cNvPr>
          <p:cNvSpPr txBox="1"/>
          <p:nvPr userDrawn="1"/>
        </p:nvSpPr>
        <p:spPr>
          <a:xfrm>
            <a:off x="784987" y="1403622"/>
            <a:ext cx="465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CC6C786-738E-4347-978B-5DA7199CC899}"/>
              </a:ext>
            </a:extLst>
          </p:cNvPr>
          <p:cNvSpPr txBox="1"/>
          <p:nvPr userDrawn="1"/>
        </p:nvSpPr>
        <p:spPr>
          <a:xfrm>
            <a:off x="784987" y="3524734"/>
            <a:ext cx="465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rgbClr val="FAB54D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0BFB82-4A1A-406A-B14A-8AF7E6E1B0ED}"/>
              </a:ext>
            </a:extLst>
          </p:cNvPr>
          <p:cNvSpPr txBox="1"/>
          <p:nvPr userDrawn="1"/>
        </p:nvSpPr>
        <p:spPr>
          <a:xfrm>
            <a:off x="784987" y="5564581"/>
            <a:ext cx="465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45A4BC35-B973-4F04-9D96-8BABC2E68213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263372" y="1603695"/>
            <a:ext cx="1760562" cy="658390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40991DE3-5EDC-4993-8AF4-1C894D057E32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1269412" y="3715140"/>
            <a:ext cx="1760562" cy="658390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64" name="Text Placeholder 4">
            <a:extLst>
              <a:ext uri="{FF2B5EF4-FFF2-40B4-BE49-F238E27FC236}">
                <a16:creationId xmlns:a16="http://schemas.microsoft.com/office/drawing/2014/main" id="{7FDE1142-6D92-450E-9B8A-293762E696FD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1263372" y="5731754"/>
            <a:ext cx="1760562" cy="658390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1428E3EB-141E-4776-8BC2-D12490EB3F65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3466819" y="1449569"/>
            <a:ext cx="3484147" cy="1006998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75" name="Text Placeholder 4">
            <a:extLst>
              <a:ext uri="{FF2B5EF4-FFF2-40B4-BE49-F238E27FC236}">
                <a16:creationId xmlns:a16="http://schemas.microsoft.com/office/drawing/2014/main" id="{E905B448-50EC-4B84-AC3C-28800B21F746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469565" y="4978931"/>
            <a:ext cx="3475361" cy="1006998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73" name="Text Placeholder 4">
            <a:extLst>
              <a:ext uri="{FF2B5EF4-FFF2-40B4-BE49-F238E27FC236}">
                <a16:creationId xmlns:a16="http://schemas.microsoft.com/office/drawing/2014/main" id="{9D646BAB-ED6B-4EF7-972D-53053AB17C6C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468192" y="3165988"/>
            <a:ext cx="3482774" cy="1006998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FAB54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B0B4E8D4-3A21-4D24-A0AE-AAA01AA92D67}"/>
              </a:ext>
            </a:extLst>
          </p:cNvPr>
          <p:cNvSpPr/>
          <p:nvPr userDrawn="1"/>
        </p:nvSpPr>
        <p:spPr>
          <a:xfrm>
            <a:off x="7185322" y="5097554"/>
            <a:ext cx="731520" cy="73152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Picture Placeholder 2">
            <a:extLst>
              <a:ext uri="{FF2B5EF4-FFF2-40B4-BE49-F238E27FC236}">
                <a16:creationId xmlns:a16="http://schemas.microsoft.com/office/drawing/2014/main" id="{8A86377B-B086-4D2F-BAEF-960942CF7A9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343754" y="5252054"/>
            <a:ext cx="439737" cy="42251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228C9663-EE09-4798-A230-87A46B57145C}"/>
              </a:ext>
            </a:extLst>
          </p:cNvPr>
          <p:cNvSpPr/>
          <p:nvPr userDrawn="1"/>
        </p:nvSpPr>
        <p:spPr>
          <a:xfrm>
            <a:off x="7186696" y="1665141"/>
            <a:ext cx="731520" cy="73152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Picture Placeholder 2">
            <a:extLst>
              <a:ext uri="{FF2B5EF4-FFF2-40B4-BE49-F238E27FC236}">
                <a16:creationId xmlns:a16="http://schemas.microsoft.com/office/drawing/2014/main" id="{40324956-6B4F-4D45-A1CD-E799F1E2832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7345128" y="1819641"/>
            <a:ext cx="439737" cy="42251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C67B78C9-C98B-4AF4-BF4C-F3DD37D21B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565630" y="391135"/>
            <a:ext cx="7060740" cy="658812"/>
          </a:xfrm>
        </p:spPr>
        <p:txBody>
          <a:bodyPr>
            <a:noAutofit/>
          </a:bodyPr>
          <a:lstStyle>
            <a:lvl1pPr marL="0" indent="0" algn="ctr">
              <a:buNone/>
              <a:defRPr sz="5000" b="1"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Three Step Template</a:t>
            </a:r>
            <a:endParaRPr lang="en-ZA" dirty="0"/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8BE910E3-90EB-492F-8570-906437120E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83647" y="1125497"/>
            <a:ext cx="783203" cy="337765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Step</a:t>
            </a:r>
            <a:endParaRPr lang="en-ZA" dirty="0"/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6B1EA284-35EB-45B5-B301-F0F52E49DCF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3647" y="3146216"/>
            <a:ext cx="783203" cy="337765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Step</a:t>
            </a:r>
            <a:endParaRPr lang="en-ZA" dirty="0"/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4C67A02E-B7C9-4E6C-8654-FAF02DC27B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83647" y="5153131"/>
            <a:ext cx="783203" cy="337765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Step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977733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ep_Template_V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071A4BE4-70D4-4831-A247-866AF973D2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arallelogram 4">
            <a:extLst>
              <a:ext uri="{FF2B5EF4-FFF2-40B4-BE49-F238E27FC236}">
                <a16:creationId xmlns:a16="http://schemas.microsoft.com/office/drawing/2014/main" id="{675AFD15-0EA1-4226-9689-D7D9B1FDC1CD}"/>
              </a:ext>
            </a:extLst>
          </p:cNvPr>
          <p:cNvSpPr/>
          <p:nvPr userDrawn="1"/>
        </p:nvSpPr>
        <p:spPr>
          <a:xfrm rot="16200000">
            <a:off x="1926608" y="4044285"/>
            <a:ext cx="2854657" cy="402611"/>
          </a:xfrm>
          <a:prstGeom prst="parallelogram">
            <a:avLst>
              <a:gd name="adj" fmla="val 164464"/>
            </a:avLst>
          </a:prstGeom>
          <a:solidFill>
            <a:srgbClr val="002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AF0DA0BC-FA32-4415-82A7-221D101D8415}"/>
              </a:ext>
            </a:extLst>
          </p:cNvPr>
          <p:cNvSpPr/>
          <p:nvPr userDrawn="1"/>
        </p:nvSpPr>
        <p:spPr>
          <a:xfrm rot="16200000">
            <a:off x="4485564" y="3227695"/>
            <a:ext cx="2854657" cy="402611"/>
          </a:xfrm>
          <a:prstGeom prst="parallelogram">
            <a:avLst>
              <a:gd name="adj" fmla="val 164464"/>
            </a:avLst>
          </a:prstGeom>
          <a:solidFill>
            <a:srgbClr val="6A150C"/>
          </a:solidFill>
          <a:ln>
            <a:noFill/>
          </a:ln>
          <a:effectLst>
            <a:outerShdw blurRad="50800" dist="50800" dir="5400000" algn="ctr" rotWithShape="0">
              <a:srgbClr val="ED6A5E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2CD12709-37D0-4853-9C27-833FC5150C5D}"/>
              </a:ext>
            </a:extLst>
          </p:cNvPr>
          <p:cNvSpPr/>
          <p:nvPr userDrawn="1"/>
        </p:nvSpPr>
        <p:spPr>
          <a:xfrm rot="16200000">
            <a:off x="7044518" y="2397455"/>
            <a:ext cx="2854657" cy="402612"/>
          </a:xfrm>
          <a:prstGeom prst="parallelogram">
            <a:avLst>
              <a:gd name="adj" fmla="val 164464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402D2C-BAAA-44D6-A6D7-081B9E8B87EE}"/>
              </a:ext>
            </a:extLst>
          </p:cNvPr>
          <p:cNvSpPr/>
          <p:nvPr/>
        </p:nvSpPr>
        <p:spPr>
          <a:xfrm>
            <a:off x="996287" y="2818262"/>
            <a:ext cx="2156346" cy="4039737"/>
          </a:xfrm>
          <a:prstGeom prst="rect">
            <a:avLst/>
          </a:prstGeom>
          <a:solidFill>
            <a:srgbClr val="0048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D877672-592E-4B26-9C3B-68C2523C5237}"/>
              </a:ext>
            </a:extLst>
          </p:cNvPr>
          <p:cNvSpPr/>
          <p:nvPr/>
        </p:nvSpPr>
        <p:spPr>
          <a:xfrm>
            <a:off x="1480782" y="3466535"/>
            <a:ext cx="1187356" cy="1187355"/>
          </a:xfrm>
          <a:prstGeom prst="ellipse">
            <a:avLst/>
          </a:prstGeom>
          <a:solidFill>
            <a:srgbClr val="004899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29D521-FFED-49B3-B602-E9C4259F4988}"/>
              </a:ext>
            </a:extLst>
          </p:cNvPr>
          <p:cNvSpPr/>
          <p:nvPr/>
        </p:nvSpPr>
        <p:spPr>
          <a:xfrm>
            <a:off x="3555242" y="1988024"/>
            <a:ext cx="2156346" cy="3684896"/>
          </a:xfrm>
          <a:prstGeom prst="rect">
            <a:avLst/>
          </a:prstGeom>
          <a:solidFill>
            <a:srgbClr val="ED6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C865DF1-2F8E-4F15-89D0-57DE91570F4A}"/>
              </a:ext>
            </a:extLst>
          </p:cNvPr>
          <p:cNvSpPr/>
          <p:nvPr/>
        </p:nvSpPr>
        <p:spPr>
          <a:xfrm>
            <a:off x="4039735" y="2481622"/>
            <a:ext cx="1187356" cy="1187355"/>
          </a:xfrm>
          <a:prstGeom prst="ellipse">
            <a:avLst/>
          </a:prstGeom>
          <a:solidFill>
            <a:srgbClr val="ED6A5E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A70BF8B-132C-46A6-B516-3386E63D1EDA}"/>
              </a:ext>
            </a:extLst>
          </p:cNvPr>
          <p:cNvGrpSpPr/>
          <p:nvPr/>
        </p:nvGrpSpPr>
        <p:grpSpPr>
          <a:xfrm>
            <a:off x="6114197" y="1171433"/>
            <a:ext cx="2156346" cy="3684896"/>
            <a:chOff x="6114197" y="1171433"/>
            <a:chExt cx="2156346" cy="368489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2060BD2-2B3F-4C67-8A13-7DC29E4C83D5}"/>
                </a:ext>
              </a:extLst>
            </p:cNvPr>
            <p:cNvSpPr/>
            <p:nvPr/>
          </p:nvSpPr>
          <p:spPr>
            <a:xfrm>
              <a:off x="6114197" y="1171433"/>
              <a:ext cx="2156346" cy="368489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4421A2A-AF44-43AE-9C54-A15C58A64FC4}"/>
                </a:ext>
              </a:extLst>
            </p:cNvPr>
            <p:cNvSpPr/>
            <p:nvPr/>
          </p:nvSpPr>
          <p:spPr>
            <a:xfrm>
              <a:off x="6598692" y="1496708"/>
              <a:ext cx="1187356" cy="1187355"/>
            </a:xfrm>
            <a:prstGeom prst="ellipse">
              <a:avLst/>
            </a:prstGeom>
            <a:solidFill>
              <a:srgbClr val="A5A5A5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B5D9600-43B3-4CA1-AE52-FE8097D4E3EA}"/>
              </a:ext>
            </a:extLst>
          </p:cNvPr>
          <p:cNvGrpSpPr/>
          <p:nvPr/>
        </p:nvGrpSpPr>
        <p:grpSpPr>
          <a:xfrm>
            <a:off x="8673153" y="0"/>
            <a:ext cx="2156346" cy="4039737"/>
            <a:chOff x="8673153" y="0"/>
            <a:chExt cx="2156346" cy="4039737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72362F8-E5A1-4258-BC78-7E262577FE98}"/>
                </a:ext>
              </a:extLst>
            </p:cNvPr>
            <p:cNvSpPr/>
            <p:nvPr/>
          </p:nvSpPr>
          <p:spPr>
            <a:xfrm>
              <a:off x="8673153" y="0"/>
              <a:ext cx="2156346" cy="4039737"/>
            </a:xfrm>
            <a:prstGeom prst="rect">
              <a:avLst/>
            </a:prstGeom>
            <a:solidFill>
              <a:srgbClr val="FBC06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89E8289-4366-4B12-850A-BA1C7962105F}"/>
                </a:ext>
              </a:extLst>
            </p:cNvPr>
            <p:cNvSpPr/>
            <p:nvPr/>
          </p:nvSpPr>
          <p:spPr>
            <a:xfrm>
              <a:off x="9157648" y="511794"/>
              <a:ext cx="1187356" cy="1187355"/>
            </a:xfrm>
            <a:prstGeom prst="ellipse">
              <a:avLst/>
            </a:prstGeom>
            <a:solidFill>
              <a:srgbClr val="FBC069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0" name="Picture 49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9FBEDFF7-A980-435E-B08A-4A97F7E31A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2589" y="6171406"/>
            <a:ext cx="1304146" cy="254945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F39913-53B8-4D67-A27D-46A9F380D5E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59293" y="3748132"/>
            <a:ext cx="650473" cy="65047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7BA19E9E-57A9-4835-8872-203A2E87DCF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01422" y="2763911"/>
            <a:ext cx="650473" cy="65047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1B3E7715-3EF9-44BC-ABE0-5D30ACDCEB3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843551" y="1779690"/>
            <a:ext cx="650473" cy="65047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EE816ABF-AC18-45A2-900F-115A37EB69C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385680" y="795469"/>
            <a:ext cx="650473" cy="65047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814D967E-AF5B-419E-92A4-A0C0ADEE99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42990" y="4940126"/>
            <a:ext cx="1680538" cy="1525813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60" name="Text Placeholder 4">
            <a:extLst>
              <a:ext uri="{FF2B5EF4-FFF2-40B4-BE49-F238E27FC236}">
                <a16:creationId xmlns:a16="http://schemas.microsoft.com/office/drawing/2014/main" id="{BAD63494-38DA-4986-B053-987AA3C9477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820437" y="3876596"/>
            <a:ext cx="1680538" cy="1525813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CAB4A5F9-AF93-4EA9-9B07-4316541CF02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33900" y="3036857"/>
            <a:ext cx="1680538" cy="1525813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63" name="Text Placeholder 4">
            <a:extLst>
              <a:ext uri="{FF2B5EF4-FFF2-40B4-BE49-F238E27FC236}">
                <a16:creationId xmlns:a16="http://schemas.microsoft.com/office/drawing/2014/main" id="{B240A1F5-9FAE-4B34-B6CA-17A31F8B026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29255" y="2210943"/>
            <a:ext cx="1680538" cy="1525813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DA16C32F-0BDF-479C-AC7B-13A6B4801F0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5489" y="402507"/>
            <a:ext cx="5463616" cy="1328056"/>
          </a:xfrm>
        </p:spPr>
        <p:txBody>
          <a:bodyPr wrap="square">
            <a:spAutoFit/>
          </a:bodyPr>
          <a:lstStyle>
            <a:lvl1pPr marL="0" indent="0">
              <a:buNone/>
              <a:defRPr sz="4400" b="1">
                <a:solidFill>
                  <a:srgbClr val="0E78BC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Four Step Template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291A8-EAFD-4297-8F8C-97B090C7BD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95668" y="2378282"/>
            <a:ext cx="2155825" cy="296862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>
                <a:solidFill>
                  <a:srgbClr val="004899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57DD74E4-6782-4004-BC7E-384E69C79B6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548745" y="5773455"/>
            <a:ext cx="2155825" cy="296862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>
                <a:solidFill>
                  <a:srgbClr val="ED6A5E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312BC62-2FA2-4068-883C-3DB423DDCA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117956" y="747768"/>
            <a:ext cx="2155825" cy="296862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>
                <a:solidFill>
                  <a:srgbClr val="A5A5A5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EAC7D361-6469-47DE-BC29-9420DB3391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74292" y="4144347"/>
            <a:ext cx="2155825" cy="296862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>
                <a:solidFill>
                  <a:srgbClr val="FBC069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77242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ep_Template_V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C2521EB2-05CE-4BE8-BFCF-CEBA395604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4B222BDB-8E8B-4BB8-BA94-9E8C4D989056}"/>
              </a:ext>
            </a:extLst>
          </p:cNvPr>
          <p:cNvSpPr/>
          <p:nvPr userDrawn="1"/>
        </p:nvSpPr>
        <p:spPr>
          <a:xfrm>
            <a:off x="4670692" y="5758222"/>
            <a:ext cx="4128075" cy="1103536"/>
          </a:xfrm>
          <a:prstGeom prst="rect">
            <a:avLst/>
          </a:prstGeom>
          <a:solidFill>
            <a:srgbClr val="09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95CC3660-97B6-484B-B43C-493422007C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  <p:sp>
        <p:nvSpPr>
          <p:cNvPr id="9" name="Rounded Rectangle 24">
            <a:extLst>
              <a:ext uri="{FF2B5EF4-FFF2-40B4-BE49-F238E27FC236}">
                <a16:creationId xmlns:a16="http://schemas.microsoft.com/office/drawing/2014/main" id="{55E88519-A054-4F7F-B3E5-7DF8910DD28F}"/>
              </a:ext>
            </a:extLst>
          </p:cNvPr>
          <p:cNvSpPr/>
          <p:nvPr/>
        </p:nvSpPr>
        <p:spPr>
          <a:xfrm>
            <a:off x="6791019" y="4738908"/>
            <a:ext cx="900749" cy="1910686"/>
          </a:xfrm>
          <a:prstGeom prst="roundRect">
            <a:avLst>
              <a:gd name="adj" fmla="val 7876"/>
            </a:avLst>
          </a:prstGeom>
          <a:solidFill>
            <a:schemeClr val="accent2">
              <a:lumMod val="50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897421-E21C-4765-AD60-81E54529D855}"/>
              </a:ext>
            </a:extLst>
          </p:cNvPr>
          <p:cNvSpPr/>
          <p:nvPr/>
        </p:nvSpPr>
        <p:spPr>
          <a:xfrm>
            <a:off x="1" y="5107398"/>
            <a:ext cx="7691768" cy="1173707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628A9B44-99EB-4944-B5E3-5BA5C40A10A2}"/>
              </a:ext>
            </a:extLst>
          </p:cNvPr>
          <p:cNvSpPr/>
          <p:nvPr/>
        </p:nvSpPr>
        <p:spPr>
          <a:xfrm flipH="1">
            <a:off x="6838782" y="4738909"/>
            <a:ext cx="1705972" cy="955342"/>
          </a:xfrm>
          <a:prstGeom prst="parallelogram">
            <a:avLst>
              <a:gd name="adj" fmla="val 83413"/>
            </a:avLst>
          </a:prstGeom>
          <a:solidFill>
            <a:srgbClr val="FBC069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9B1AA169-06F8-4673-BAC4-ED906438B4C8}"/>
              </a:ext>
            </a:extLst>
          </p:cNvPr>
          <p:cNvSpPr/>
          <p:nvPr/>
        </p:nvSpPr>
        <p:spPr>
          <a:xfrm flipH="1" flipV="1">
            <a:off x="6838782" y="5694252"/>
            <a:ext cx="1705972" cy="955342"/>
          </a:xfrm>
          <a:prstGeom prst="parallelogram">
            <a:avLst>
              <a:gd name="adj" fmla="val 83413"/>
            </a:avLst>
          </a:prstGeom>
          <a:solidFill>
            <a:srgbClr val="FBC069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DE6B7B-6154-41F9-940B-12FD6C717A91}"/>
              </a:ext>
            </a:extLst>
          </p:cNvPr>
          <p:cNvSpPr/>
          <p:nvPr/>
        </p:nvSpPr>
        <p:spPr>
          <a:xfrm>
            <a:off x="537179" y="5340308"/>
            <a:ext cx="696036" cy="70788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ounded Rectangle 11">
            <a:extLst>
              <a:ext uri="{FF2B5EF4-FFF2-40B4-BE49-F238E27FC236}">
                <a16:creationId xmlns:a16="http://schemas.microsoft.com/office/drawing/2014/main" id="{2CE2C373-85E1-4BC9-AB3A-72F1992AAF95}"/>
              </a:ext>
            </a:extLst>
          </p:cNvPr>
          <p:cNvSpPr/>
          <p:nvPr userDrawn="1"/>
        </p:nvSpPr>
        <p:spPr>
          <a:xfrm>
            <a:off x="6791020" y="2346282"/>
            <a:ext cx="900749" cy="1910686"/>
          </a:xfrm>
          <a:prstGeom prst="roundRect">
            <a:avLst>
              <a:gd name="adj" fmla="val 7876"/>
            </a:avLst>
          </a:prstGeom>
          <a:solidFill>
            <a:schemeClr val="accent3">
              <a:lumMod val="50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AEB440-C8E2-4664-9D3F-BD9CE6A35BCB}"/>
              </a:ext>
            </a:extLst>
          </p:cNvPr>
          <p:cNvSpPr/>
          <p:nvPr userDrawn="1"/>
        </p:nvSpPr>
        <p:spPr>
          <a:xfrm>
            <a:off x="2" y="2705247"/>
            <a:ext cx="7691768" cy="1173707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arallelogram 22">
            <a:extLst>
              <a:ext uri="{FF2B5EF4-FFF2-40B4-BE49-F238E27FC236}">
                <a16:creationId xmlns:a16="http://schemas.microsoft.com/office/drawing/2014/main" id="{06AAAF15-B820-4057-9A7C-6891A22FEA94}"/>
              </a:ext>
            </a:extLst>
          </p:cNvPr>
          <p:cNvSpPr/>
          <p:nvPr userDrawn="1"/>
        </p:nvSpPr>
        <p:spPr>
          <a:xfrm flipH="1">
            <a:off x="6838783" y="2346283"/>
            <a:ext cx="1705972" cy="955342"/>
          </a:xfrm>
          <a:prstGeom prst="parallelogram">
            <a:avLst>
              <a:gd name="adj" fmla="val 83413"/>
            </a:avLst>
          </a:prstGeom>
          <a:solidFill>
            <a:srgbClr val="232120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357C9387-D405-4199-BA6D-9994016FDE4E}"/>
              </a:ext>
            </a:extLst>
          </p:cNvPr>
          <p:cNvSpPr/>
          <p:nvPr userDrawn="1"/>
        </p:nvSpPr>
        <p:spPr>
          <a:xfrm flipH="1" flipV="1">
            <a:off x="6838783" y="3301626"/>
            <a:ext cx="1705972" cy="955342"/>
          </a:xfrm>
          <a:prstGeom prst="parallelogram">
            <a:avLst>
              <a:gd name="adj" fmla="val 83413"/>
            </a:avLst>
          </a:prstGeom>
          <a:gradFill flip="none" rotWithShape="1">
            <a:gsLst>
              <a:gs pos="0">
                <a:srgbClr val="232120"/>
              </a:gs>
              <a:gs pos="46000">
                <a:srgbClr val="232120"/>
              </a:gs>
              <a:gs pos="100000">
                <a:srgbClr val="232120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3A4517F-0C24-41B8-AF37-AC08976A927A}"/>
              </a:ext>
            </a:extLst>
          </p:cNvPr>
          <p:cNvSpPr/>
          <p:nvPr/>
        </p:nvSpPr>
        <p:spPr>
          <a:xfrm>
            <a:off x="537179" y="2945354"/>
            <a:ext cx="696036" cy="70788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ounded Rectangle 5">
            <a:extLst>
              <a:ext uri="{FF2B5EF4-FFF2-40B4-BE49-F238E27FC236}">
                <a16:creationId xmlns:a16="http://schemas.microsoft.com/office/drawing/2014/main" id="{9D1EB2E0-8914-4DC1-B9C5-59EE883389F3}"/>
              </a:ext>
            </a:extLst>
          </p:cNvPr>
          <p:cNvSpPr/>
          <p:nvPr userDrawn="1"/>
        </p:nvSpPr>
        <p:spPr>
          <a:xfrm>
            <a:off x="5029205" y="1138650"/>
            <a:ext cx="900749" cy="1910686"/>
          </a:xfrm>
          <a:prstGeom prst="roundRect">
            <a:avLst>
              <a:gd name="adj" fmla="val 7876"/>
            </a:avLst>
          </a:prstGeom>
          <a:solidFill>
            <a:schemeClr val="accent1">
              <a:lumMod val="50000"/>
            </a:schemeClr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CCAD6D-B4ED-42CA-AC19-2B7D3E1E5D5B}"/>
              </a:ext>
            </a:extLst>
          </p:cNvPr>
          <p:cNvSpPr/>
          <p:nvPr userDrawn="1"/>
        </p:nvSpPr>
        <p:spPr>
          <a:xfrm>
            <a:off x="1" y="1507140"/>
            <a:ext cx="5929953" cy="1173707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arallelogram 36">
            <a:extLst>
              <a:ext uri="{FF2B5EF4-FFF2-40B4-BE49-F238E27FC236}">
                <a16:creationId xmlns:a16="http://schemas.microsoft.com/office/drawing/2014/main" id="{81F30E42-C388-4F1B-8BF7-07B7DABFD35A}"/>
              </a:ext>
            </a:extLst>
          </p:cNvPr>
          <p:cNvSpPr/>
          <p:nvPr userDrawn="1"/>
        </p:nvSpPr>
        <p:spPr>
          <a:xfrm flipH="1">
            <a:off x="5076968" y="1138651"/>
            <a:ext cx="1705972" cy="955342"/>
          </a:xfrm>
          <a:prstGeom prst="parallelogram">
            <a:avLst>
              <a:gd name="adj" fmla="val 83413"/>
            </a:avLst>
          </a:prstGeom>
          <a:gradFill>
            <a:gsLst>
              <a:gs pos="0">
                <a:srgbClr val="004899"/>
              </a:gs>
              <a:gs pos="46000">
                <a:srgbClr val="004899"/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100000" b="100000"/>
            </a:path>
          </a:gra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arallelogram 37">
            <a:extLst>
              <a:ext uri="{FF2B5EF4-FFF2-40B4-BE49-F238E27FC236}">
                <a16:creationId xmlns:a16="http://schemas.microsoft.com/office/drawing/2014/main" id="{1B7E6BA5-DF53-4399-A372-970F0DB2C239}"/>
              </a:ext>
            </a:extLst>
          </p:cNvPr>
          <p:cNvSpPr/>
          <p:nvPr userDrawn="1"/>
        </p:nvSpPr>
        <p:spPr>
          <a:xfrm flipH="1" flipV="1">
            <a:off x="5076968" y="2093994"/>
            <a:ext cx="1705972" cy="955342"/>
          </a:xfrm>
          <a:prstGeom prst="parallelogram">
            <a:avLst>
              <a:gd name="adj" fmla="val 83413"/>
            </a:avLst>
          </a:prstGeom>
          <a:gradFill flip="none" rotWithShape="1">
            <a:gsLst>
              <a:gs pos="0">
                <a:srgbClr val="004899"/>
              </a:gs>
              <a:gs pos="46000">
                <a:srgbClr val="004899"/>
              </a:gs>
              <a:gs pos="100000">
                <a:schemeClr val="accent1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855982C-CC41-4E86-9691-0671D88D2E43}"/>
              </a:ext>
            </a:extLst>
          </p:cNvPr>
          <p:cNvSpPr/>
          <p:nvPr/>
        </p:nvSpPr>
        <p:spPr>
          <a:xfrm>
            <a:off x="537179" y="1740050"/>
            <a:ext cx="696036" cy="70788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ounded Rectangle 16">
            <a:extLst>
              <a:ext uri="{FF2B5EF4-FFF2-40B4-BE49-F238E27FC236}">
                <a16:creationId xmlns:a16="http://schemas.microsoft.com/office/drawing/2014/main" id="{A2C3A604-B859-4EDF-9958-E908BD2AF92F}"/>
              </a:ext>
            </a:extLst>
          </p:cNvPr>
          <p:cNvSpPr/>
          <p:nvPr userDrawn="1"/>
        </p:nvSpPr>
        <p:spPr>
          <a:xfrm>
            <a:off x="5029205" y="3540266"/>
            <a:ext cx="900749" cy="1897038"/>
          </a:xfrm>
          <a:prstGeom prst="roundRect">
            <a:avLst>
              <a:gd name="adj" fmla="val 7876"/>
            </a:avLst>
          </a:prstGeom>
          <a:solidFill>
            <a:srgbClr val="F3A097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79B5BB8-088C-40EB-A430-B4290479C512}"/>
              </a:ext>
            </a:extLst>
          </p:cNvPr>
          <p:cNvSpPr/>
          <p:nvPr userDrawn="1"/>
        </p:nvSpPr>
        <p:spPr>
          <a:xfrm>
            <a:off x="1" y="3908756"/>
            <a:ext cx="5929953" cy="1173707"/>
          </a:xfrm>
          <a:prstGeom prst="rect">
            <a:avLst/>
          </a:prstGeom>
          <a:solidFill>
            <a:srgbClr val="C6C6C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arallelogram 47">
            <a:extLst>
              <a:ext uri="{FF2B5EF4-FFF2-40B4-BE49-F238E27FC236}">
                <a16:creationId xmlns:a16="http://schemas.microsoft.com/office/drawing/2014/main" id="{EC6D4E81-8A12-4E92-8544-6CFD8611F13E}"/>
              </a:ext>
            </a:extLst>
          </p:cNvPr>
          <p:cNvSpPr/>
          <p:nvPr userDrawn="1"/>
        </p:nvSpPr>
        <p:spPr>
          <a:xfrm flipH="1">
            <a:off x="5076968" y="3540267"/>
            <a:ext cx="1705972" cy="955342"/>
          </a:xfrm>
          <a:prstGeom prst="parallelogram">
            <a:avLst>
              <a:gd name="adj" fmla="val 83413"/>
            </a:avLst>
          </a:prstGeom>
          <a:solidFill>
            <a:srgbClr val="ED6A5E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arallelogram 48">
            <a:extLst>
              <a:ext uri="{FF2B5EF4-FFF2-40B4-BE49-F238E27FC236}">
                <a16:creationId xmlns:a16="http://schemas.microsoft.com/office/drawing/2014/main" id="{FAE7C26D-0512-4ED4-90CE-76FAC6F28F9A}"/>
              </a:ext>
            </a:extLst>
          </p:cNvPr>
          <p:cNvSpPr/>
          <p:nvPr userDrawn="1"/>
        </p:nvSpPr>
        <p:spPr>
          <a:xfrm flipH="1" flipV="1">
            <a:off x="5076968" y="4495610"/>
            <a:ext cx="1705972" cy="955342"/>
          </a:xfrm>
          <a:prstGeom prst="parallelogram">
            <a:avLst>
              <a:gd name="adj" fmla="val 83413"/>
            </a:avLst>
          </a:prstGeom>
          <a:solidFill>
            <a:srgbClr val="ED6A5E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C611920-B72D-4B51-8AFD-0E659C1ADAD3}"/>
              </a:ext>
            </a:extLst>
          </p:cNvPr>
          <p:cNvSpPr/>
          <p:nvPr userDrawn="1"/>
        </p:nvSpPr>
        <p:spPr>
          <a:xfrm>
            <a:off x="537179" y="4141666"/>
            <a:ext cx="696036" cy="707886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FAD2D965-2AA0-43DF-B038-C94EFA357E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13654" y="1685029"/>
            <a:ext cx="3368308" cy="762907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0932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F6AA1F6-8200-4015-99DF-88E94FEEB8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07384" y="2907397"/>
            <a:ext cx="3368308" cy="762907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0932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8BA786D0-7751-4B99-BC7A-8C118CE0133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13654" y="4107331"/>
            <a:ext cx="3368308" cy="762907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0932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B3D3ABA4-D19B-49BD-97AB-C0E33F4922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24681" y="5307261"/>
            <a:ext cx="3368308" cy="762907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0932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80E86E54-17E4-46B2-ADC1-14DFBF51D0E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5869" y="390947"/>
            <a:ext cx="7246190" cy="804066"/>
          </a:xfrm>
        </p:spPr>
        <p:txBody>
          <a:bodyPr wrap="square">
            <a:spAutoFit/>
          </a:bodyPr>
          <a:lstStyle>
            <a:lvl1pPr marL="0" indent="0">
              <a:buNone/>
              <a:defRPr sz="5000" b="1"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Four Step Template</a:t>
            </a:r>
            <a:endParaRPr lang="en-ZA" dirty="0"/>
          </a:p>
        </p:txBody>
      </p:sp>
      <p:sp>
        <p:nvSpPr>
          <p:cNvPr id="56" name="Picture Placeholder 2">
            <a:extLst>
              <a:ext uri="{FF2B5EF4-FFF2-40B4-BE49-F238E27FC236}">
                <a16:creationId xmlns:a16="http://schemas.microsoft.com/office/drawing/2014/main" id="{DA0FEAEF-83FB-4360-ABCD-CC6245D9BE6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682176" y="3095345"/>
            <a:ext cx="406042" cy="40604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6CF6C6F8-3515-4060-BF96-0195408302E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80354" y="4299717"/>
            <a:ext cx="406042" cy="40604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58" name="Picture Placeholder 2">
            <a:extLst>
              <a:ext uri="{FF2B5EF4-FFF2-40B4-BE49-F238E27FC236}">
                <a16:creationId xmlns:a16="http://schemas.microsoft.com/office/drawing/2014/main" id="{14CDED94-E1C1-46D4-95C3-03222AD99AB0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78532" y="5504089"/>
            <a:ext cx="406042" cy="40604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59" name="Picture Placeholder 2">
            <a:extLst>
              <a:ext uri="{FF2B5EF4-FFF2-40B4-BE49-F238E27FC236}">
                <a16:creationId xmlns:a16="http://schemas.microsoft.com/office/drawing/2014/main" id="{166CA743-B049-46B9-A97B-780889FC3912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680354" y="1888004"/>
            <a:ext cx="406042" cy="40604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307227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ep_Template_V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342BE556-7C75-4479-8938-14F6A362B9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26F5D8E-0998-469A-8E2F-C4A9788C82A8}"/>
              </a:ext>
            </a:extLst>
          </p:cNvPr>
          <p:cNvGrpSpPr/>
          <p:nvPr userDrawn="1"/>
        </p:nvGrpSpPr>
        <p:grpSpPr>
          <a:xfrm>
            <a:off x="2139855" y="1110426"/>
            <a:ext cx="6778192" cy="1698559"/>
            <a:chOff x="2139855" y="719678"/>
            <a:chExt cx="6778192" cy="1698559"/>
          </a:xfrm>
          <a:effectLst/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74B05D4-045A-4B83-AC92-C6DAD7D9F7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8779"/>
            <a:stretch/>
          </p:blipFill>
          <p:spPr>
            <a:xfrm>
              <a:off x="2139855" y="2145204"/>
              <a:ext cx="5980816" cy="219181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4387C09-6883-42E2-9907-EF4DE1219C35}"/>
                </a:ext>
              </a:extLst>
            </p:cNvPr>
            <p:cNvGrpSpPr/>
            <p:nvPr/>
          </p:nvGrpSpPr>
          <p:grpSpPr>
            <a:xfrm>
              <a:off x="4345298" y="719678"/>
              <a:ext cx="4572749" cy="1698559"/>
              <a:chOff x="4345298" y="719678"/>
              <a:chExt cx="4572749" cy="1698559"/>
            </a:xfrm>
          </p:grpSpPr>
          <p:sp>
            <p:nvSpPr>
              <p:cNvPr id="13" name="Freeform 32">
                <a:extLst>
                  <a:ext uri="{FF2B5EF4-FFF2-40B4-BE49-F238E27FC236}">
                    <a16:creationId xmlns:a16="http://schemas.microsoft.com/office/drawing/2014/main" id="{55EAAB41-828F-4ECF-8828-8638C06B4A70}"/>
                  </a:ext>
                </a:extLst>
              </p:cNvPr>
              <p:cNvSpPr/>
              <p:nvPr/>
            </p:nvSpPr>
            <p:spPr>
              <a:xfrm flipH="1">
                <a:off x="4345298" y="719678"/>
                <a:ext cx="4572749" cy="1698559"/>
              </a:xfrm>
              <a:custGeom>
                <a:avLst/>
                <a:gdLst>
                  <a:gd name="connsiteX0" fmla="*/ 707726 w 3850389"/>
                  <a:gd name="connsiteY0" fmla="*/ 0 h 1461275"/>
                  <a:gd name="connsiteX1" fmla="*/ 694412 w 3850389"/>
                  <a:gd name="connsiteY1" fmla="*/ 0 h 1461275"/>
                  <a:gd name="connsiteX2" fmla="*/ 680266 w 3850389"/>
                  <a:gd name="connsiteY2" fmla="*/ 2633 h 1461275"/>
                  <a:gd name="connsiteX3" fmla="*/ 667368 w 3850389"/>
                  <a:gd name="connsiteY3" fmla="*/ 6582 h 1461275"/>
                  <a:gd name="connsiteX4" fmla="*/ 654470 w 3850389"/>
                  <a:gd name="connsiteY4" fmla="*/ 12287 h 1461275"/>
                  <a:gd name="connsiteX5" fmla="*/ 642820 w 3850389"/>
                  <a:gd name="connsiteY5" fmla="*/ 20186 h 1461275"/>
                  <a:gd name="connsiteX6" fmla="*/ 631171 w 3850389"/>
                  <a:gd name="connsiteY6" fmla="*/ 29840 h 1461275"/>
                  <a:gd name="connsiteX7" fmla="*/ 28708 w 3850389"/>
                  <a:gd name="connsiteY7" fmla="*/ 658671 h 1461275"/>
                  <a:gd name="connsiteX8" fmla="*/ 19971 w 3850389"/>
                  <a:gd name="connsiteY8" fmla="*/ 669203 h 1461275"/>
                  <a:gd name="connsiteX9" fmla="*/ 12482 w 3850389"/>
                  <a:gd name="connsiteY9" fmla="*/ 680612 h 1461275"/>
                  <a:gd name="connsiteX10" fmla="*/ 7489 w 3850389"/>
                  <a:gd name="connsiteY10" fmla="*/ 692460 h 1461275"/>
                  <a:gd name="connsiteX11" fmla="*/ 3328 w 3850389"/>
                  <a:gd name="connsiteY11" fmla="*/ 705186 h 1461275"/>
                  <a:gd name="connsiteX12" fmla="*/ 832 w 3850389"/>
                  <a:gd name="connsiteY12" fmla="*/ 717473 h 1461275"/>
                  <a:gd name="connsiteX13" fmla="*/ 0 w 3850389"/>
                  <a:gd name="connsiteY13" fmla="*/ 730638 h 1461275"/>
                  <a:gd name="connsiteX14" fmla="*/ 832 w 3850389"/>
                  <a:gd name="connsiteY14" fmla="*/ 743802 h 1461275"/>
                  <a:gd name="connsiteX15" fmla="*/ 3328 w 3850389"/>
                  <a:gd name="connsiteY15" fmla="*/ 756967 h 1461275"/>
                  <a:gd name="connsiteX16" fmla="*/ 7489 w 3850389"/>
                  <a:gd name="connsiteY16" fmla="*/ 769693 h 1461275"/>
                  <a:gd name="connsiteX17" fmla="*/ 12482 w 3850389"/>
                  <a:gd name="connsiteY17" fmla="*/ 781541 h 1461275"/>
                  <a:gd name="connsiteX18" fmla="*/ 19971 w 3850389"/>
                  <a:gd name="connsiteY18" fmla="*/ 792950 h 1461275"/>
                  <a:gd name="connsiteX19" fmla="*/ 28708 w 3850389"/>
                  <a:gd name="connsiteY19" fmla="*/ 803043 h 1461275"/>
                  <a:gd name="connsiteX20" fmla="*/ 631171 w 3850389"/>
                  <a:gd name="connsiteY20" fmla="*/ 1431874 h 1461275"/>
                  <a:gd name="connsiteX21" fmla="*/ 642820 w 3850389"/>
                  <a:gd name="connsiteY21" fmla="*/ 1441528 h 1461275"/>
                  <a:gd name="connsiteX22" fmla="*/ 654470 w 3850389"/>
                  <a:gd name="connsiteY22" fmla="*/ 1449427 h 1461275"/>
                  <a:gd name="connsiteX23" fmla="*/ 667368 w 3850389"/>
                  <a:gd name="connsiteY23" fmla="*/ 1455571 h 1461275"/>
                  <a:gd name="connsiteX24" fmla="*/ 680266 w 3850389"/>
                  <a:gd name="connsiteY24" fmla="*/ 1459520 h 1461275"/>
                  <a:gd name="connsiteX25" fmla="*/ 694412 w 3850389"/>
                  <a:gd name="connsiteY25" fmla="*/ 1461275 h 1461275"/>
                  <a:gd name="connsiteX26" fmla="*/ 707726 w 3850389"/>
                  <a:gd name="connsiteY26" fmla="*/ 1461275 h 1461275"/>
                  <a:gd name="connsiteX27" fmla="*/ 721457 w 3850389"/>
                  <a:gd name="connsiteY27" fmla="*/ 1459520 h 1461275"/>
                  <a:gd name="connsiteX28" fmla="*/ 734771 w 3850389"/>
                  <a:gd name="connsiteY28" fmla="*/ 1455571 h 1461275"/>
                  <a:gd name="connsiteX29" fmla="*/ 747669 w 3850389"/>
                  <a:gd name="connsiteY29" fmla="*/ 1449427 h 1461275"/>
                  <a:gd name="connsiteX30" fmla="*/ 759319 w 3850389"/>
                  <a:gd name="connsiteY30" fmla="*/ 1441528 h 1461275"/>
                  <a:gd name="connsiteX31" fmla="*/ 770552 w 3850389"/>
                  <a:gd name="connsiteY31" fmla="*/ 1431874 h 1461275"/>
                  <a:gd name="connsiteX32" fmla="*/ 779706 w 3850389"/>
                  <a:gd name="connsiteY32" fmla="*/ 1420026 h 1461275"/>
                  <a:gd name="connsiteX33" fmla="*/ 787611 w 3850389"/>
                  <a:gd name="connsiteY33" fmla="*/ 1408178 h 1461275"/>
                  <a:gd name="connsiteX34" fmla="*/ 793020 w 3850389"/>
                  <a:gd name="connsiteY34" fmla="*/ 1394574 h 1461275"/>
                  <a:gd name="connsiteX35" fmla="*/ 797180 w 3850389"/>
                  <a:gd name="connsiteY35" fmla="*/ 1380971 h 1461275"/>
                  <a:gd name="connsiteX36" fmla="*/ 798845 w 3850389"/>
                  <a:gd name="connsiteY36" fmla="*/ 1366490 h 1461275"/>
                  <a:gd name="connsiteX37" fmla="*/ 798845 w 3850389"/>
                  <a:gd name="connsiteY37" fmla="*/ 1352447 h 1461275"/>
                  <a:gd name="connsiteX38" fmla="*/ 797180 w 3850389"/>
                  <a:gd name="connsiteY38" fmla="*/ 1337966 h 1461275"/>
                  <a:gd name="connsiteX39" fmla="*/ 793020 w 3850389"/>
                  <a:gd name="connsiteY39" fmla="*/ 1324363 h 1461275"/>
                  <a:gd name="connsiteX40" fmla="*/ 787611 w 3850389"/>
                  <a:gd name="connsiteY40" fmla="*/ 1311198 h 1461275"/>
                  <a:gd name="connsiteX41" fmla="*/ 779706 w 3850389"/>
                  <a:gd name="connsiteY41" fmla="*/ 1298472 h 1461275"/>
                  <a:gd name="connsiteX42" fmla="*/ 770552 w 3850389"/>
                  <a:gd name="connsiteY42" fmla="*/ 1287063 h 1461275"/>
                  <a:gd name="connsiteX43" fmla="*/ 713320 w 3850389"/>
                  <a:gd name="connsiteY43" fmla="*/ 1227360 h 1461275"/>
                  <a:gd name="connsiteX44" fmla="*/ 3233701 w 3850389"/>
                  <a:gd name="connsiteY44" fmla="*/ 1227360 h 1461275"/>
                  <a:gd name="connsiteX45" fmla="*/ 3850389 w 3850389"/>
                  <a:gd name="connsiteY45" fmla="*/ 1227360 h 1461275"/>
                  <a:gd name="connsiteX46" fmla="*/ 3233701 w 3850389"/>
                  <a:gd name="connsiteY46" fmla="*/ 227899 h 1461275"/>
                  <a:gd name="connsiteX47" fmla="*/ 719092 w 3850389"/>
                  <a:gd name="connsiteY47" fmla="*/ 227899 h 1461275"/>
                  <a:gd name="connsiteX48" fmla="*/ 770136 w 3850389"/>
                  <a:gd name="connsiteY48" fmla="*/ 174651 h 1461275"/>
                  <a:gd name="connsiteX49" fmla="*/ 779706 w 3850389"/>
                  <a:gd name="connsiteY49" fmla="*/ 163680 h 1461275"/>
                  <a:gd name="connsiteX50" fmla="*/ 787611 w 3850389"/>
                  <a:gd name="connsiteY50" fmla="*/ 150954 h 1461275"/>
                  <a:gd name="connsiteX51" fmla="*/ 793020 w 3850389"/>
                  <a:gd name="connsiteY51" fmla="*/ 137790 h 1461275"/>
                  <a:gd name="connsiteX52" fmla="*/ 797180 w 3850389"/>
                  <a:gd name="connsiteY52" fmla="*/ 123748 h 1461275"/>
                  <a:gd name="connsiteX53" fmla="*/ 798845 w 3850389"/>
                  <a:gd name="connsiteY53" fmla="*/ 109705 h 1461275"/>
                  <a:gd name="connsiteX54" fmla="*/ 798845 w 3850389"/>
                  <a:gd name="connsiteY54" fmla="*/ 95663 h 1461275"/>
                  <a:gd name="connsiteX55" fmla="*/ 797180 w 3850389"/>
                  <a:gd name="connsiteY55" fmla="*/ 81182 h 1461275"/>
                  <a:gd name="connsiteX56" fmla="*/ 793020 w 3850389"/>
                  <a:gd name="connsiteY56" fmla="*/ 67578 h 1461275"/>
                  <a:gd name="connsiteX57" fmla="*/ 787611 w 3850389"/>
                  <a:gd name="connsiteY57" fmla="*/ 53975 h 1461275"/>
                  <a:gd name="connsiteX58" fmla="*/ 779706 w 3850389"/>
                  <a:gd name="connsiteY58" fmla="*/ 41688 h 1461275"/>
                  <a:gd name="connsiteX59" fmla="*/ 770136 w 3850389"/>
                  <a:gd name="connsiteY59" fmla="*/ 29840 h 1461275"/>
                  <a:gd name="connsiteX60" fmla="*/ 759319 w 3850389"/>
                  <a:gd name="connsiteY60" fmla="*/ 20186 h 1461275"/>
                  <a:gd name="connsiteX61" fmla="*/ 747253 w 3850389"/>
                  <a:gd name="connsiteY61" fmla="*/ 12287 h 1461275"/>
                  <a:gd name="connsiteX62" fmla="*/ 734771 w 3850389"/>
                  <a:gd name="connsiteY62" fmla="*/ 6582 h 1461275"/>
                  <a:gd name="connsiteX63" fmla="*/ 721041 w 3850389"/>
                  <a:gd name="connsiteY63" fmla="*/ 2633 h 1461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3850389" h="1461275">
                    <a:moveTo>
                      <a:pt x="707726" y="0"/>
                    </a:moveTo>
                    <a:lnTo>
                      <a:pt x="694412" y="0"/>
                    </a:lnTo>
                    <a:lnTo>
                      <a:pt x="680266" y="2633"/>
                    </a:lnTo>
                    <a:lnTo>
                      <a:pt x="667368" y="6582"/>
                    </a:lnTo>
                    <a:lnTo>
                      <a:pt x="654470" y="12287"/>
                    </a:lnTo>
                    <a:lnTo>
                      <a:pt x="642820" y="20186"/>
                    </a:lnTo>
                    <a:lnTo>
                      <a:pt x="631171" y="29840"/>
                    </a:lnTo>
                    <a:lnTo>
                      <a:pt x="28708" y="658671"/>
                    </a:lnTo>
                    <a:lnTo>
                      <a:pt x="19971" y="669203"/>
                    </a:lnTo>
                    <a:lnTo>
                      <a:pt x="12482" y="680612"/>
                    </a:lnTo>
                    <a:lnTo>
                      <a:pt x="7489" y="692460"/>
                    </a:lnTo>
                    <a:lnTo>
                      <a:pt x="3328" y="705186"/>
                    </a:lnTo>
                    <a:lnTo>
                      <a:pt x="832" y="717473"/>
                    </a:lnTo>
                    <a:lnTo>
                      <a:pt x="0" y="730638"/>
                    </a:lnTo>
                    <a:lnTo>
                      <a:pt x="832" y="743802"/>
                    </a:lnTo>
                    <a:lnTo>
                      <a:pt x="3328" y="756967"/>
                    </a:lnTo>
                    <a:lnTo>
                      <a:pt x="7489" y="769693"/>
                    </a:lnTo>
                    <a:lnTo>
                      <a:pt x="12482" y="781541"/>
                    </a:lnTo>
                    <a:lnTo>
                      <a:pt x="19971" y="792950"/>
                    </a:lnTo>
                    <a:lnTo>
                      <a:pt x="28708" y="803043"/>
                    </a:lnTo>
                    <a:lnTo>
                      <a:pt x="631171" y="1431874"/>
                    </a:lnTo>
                    <a:lnTo>
                      <a:pt x="642820" y="1441528"/>
                    </a:lnTo>
                    <a:lnTo>
                      <a:pt x="654470" y="1449427"/>
                    </a:lnTo>
                    <a:lnTo>
                      <a:pt x="667368" y="1455571"/>
                    </a:lnTo>
                    <a:lnTo>
                      <a:pt x="680266" y="1459520"/>
                    </a:lnTo>
                    <a:lnTo>
                      <a:pt x="694412" y="1461275"/>
                    </a:lnTo>
                    <a:lnTo>
                      <a:pt x="707726" y="1461275"/>
                    </a:lnTo>
                    <a:lnTo>
                      <a:pt x="721457" y="1459520"/>
                    </a:lnTo>
                    <a:lnTo>
                      <a:pt x="734771" y="1455571"/>
                    </a:lnTo>
                    <a:lnTo>
                      <a:pt x="747669" y="1449427"/>
                    </a:lnTo>
                    <a:lnTo>
                      <a:pt x="759319" y="1441528"/>
                    </a:lnTo>
                    <a:lnTo>
                      <a:pt x="770552" y="1431874"/>
                    </a:lnTo>
                    <a:lnTo>
                      <a:pt x="779706" y="1420026"/>
                    </a:lnTo>
                    <a:lnTo>
                      <a:pt x="787611" y="1408178"/>
                    </a:lnTo>
                    <a:lnTo>
                      <a:pt x="793020" y="1394574"/>
                    </a:lnTo>
                    <a:lnTo>
                      <a:pt x="797180" y="1380971"/>
                    </a:lnTo>
                    <a:lnTo>
                      <a:pt x="798845" y="1366490"/>
                    </a:lnTo>
                    <a:lnTo>
                      <a:pt x="798845" y="1352447"/>
                    </a:lnTo>
                    <a:lnTo>
                      <a:pt x="797180" y="1337966"/>
                    </a:lnTo>
                    <a:lnTo>
                      <a:pt x="793020" y="1324363"/>
                    </a:lnTo>
                    <a:lnTo>
                      <a:pt x="787611" y="1311198"/>
                    </a:lnTo>
                    <a:lnTo>
                      <a:pt x="779706" y="1298472"/>
                    </a:lnTo>
                    <a:lnTo>
                      <a:pt x="770552" y="1287063"/>
                    </a:lnTo>
                    <a:lnTo>
                      <a:pt x="713320" y="1227360"/>
                    </a:lnTo>
                    <a:lnTo>
                      <a:pt x="3233701" y="1227360"/>
                    </a:lnTo>
                    <a:lnTo>
                      <a:pt x="3850389" y="1227360"/>
                    </a:lnTo>
                    <a:lnTo>
                      <a:pt x="3233701" y="227899"/>
                    </a:lnTo>
                    <a:lnTo>
                      <a:pt x="719092" y="227899"/>
                    </a:lnTo>
                    <a:lnTo>
                      <a:pt x="770136" y="174651"/>
                    </a:lnTo>
                    <a:lnTo>
                      <a:pt x="779706" y="163680"/>
                    </a:lnTo>
                    <a:lnTo>
                      <a:pt x="787611" y="150954"/>
                    </a:lnTo>
                    <a:lnTo>
                      <a:pt x="793020" y="137790"/>
                    </a:lnTo>
                    <a:lnTo>
                      <a:pt x="797180" y="123748"/>
                    </a:lnTo>
                    <a:lnTo>
                      <a:pt x="798845" y="109705"/>
                    </a:lnTo>
                    <a:lnTo>
                      <a:pt x="798845" y="95663"/>
                    </a:lnTo>
                    <a:lnTo>
                      <a:pt x="797180" y="81182"/>
                    </a:lnTo>
                    <a:lnTo>
                      <a:pt x="793020" y="67578"/>
                    </a:lnTo>
                    <a:lnTo>
                      <a:pt x="787611" y="53975"/>
                    </a:lnTo>
                    <a:lnTo>
                      <a:pt x="779706" y="41688"/>
                    </a:lnTo>
                    <a:lnTo>
                      <a:pt x="770136" y="29840"/>
                    </a:lnTo>
                    <a:lnTo>
                      <a:pt x="759319" y="20186"/>
                    </a:lnTo>
                    <a:lnTo>
                      <a:pt x="747253" y="12287"/>
                    </a:lnTo>
                    <a:lnTo>
                      <a:pt x="734771" y="6582"/>
                    </a:lnTo>
                    <a:lnTo>
                      <a:pt x="721041" y="2633"/>
                    </a:lnTo>
                    <a:close/>
                  </a:path>
                </a:pathLst>
              </a:custGeom>
              <a:solidFill>
                <a:srgbClr val="004899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8DA9881-8B93-43D5-BF77-6DAD9D948C29}"/>
                  </a:ext>
                </a:extLst>
              </p:cNvPr>
              <p:cNvSpPr/>
              <p:nvPr/>
            </p:nvSpPr>
            <p:spPr>
              <a:xfrm>
                <a:off x="7570487" y="1153459"/>
                <a:ext cx="527709" cy="830997"/>
              </a:xfrm>
              <a:prstGeom prst="rect">
                <a:avLst/>
              </a:prstGeom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4800" b="1" dirty="0">
                    <a:solidFill>
                      <a:schemeClr val="bg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sz="4800" dirty="0">
                  <a:solidFill>
                    <a:schemeClr val="bg1"/>
                  </a:solidFill>
                  <a:effectLst/>
                </a:endParaRPr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E0A1BC7-9F22-46AB-8FE8-724FB6B4193B}"/>
              </a:ext>
            </a:extLst>
          </p:cNvPr>
          <p:cNvGrpSpPr/>
          <p:nvPr userDrawn="1"/>
        </p:nvGrpSpPr>
        <p:grpSpPr>
          <a:xfrm>
            <a:off x="3301441" y="2350454"/>
            <a:ext cx="6750704" cy="1698559"/>
            <a:chOff x="3301441" y="1959706"/>
            <a:chExt cx="6750704" cy="169855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6BCD75A-D8A2-42AD-9FF5-5FF2A4FAB87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8779"/>
            <a:stretch/>
          </p:blipFill>
          <p:spPr>
            <a:xfrm>
              <a:off x="4071329" y="3380872"/>
              <a:ext cx="5980816" cy="219181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5424929-BAE4-49A8-A485-E91B6054B1EE}"/>
                </a:ext>
              </a:extLst>
            </p:cNvPr>
            <p:cNvGrpSpPr/>
            <p:nvPr/>
          </p:nvGrpSpPr>
          <p:grpSpPr>
            <a:xfrm>
              <a:off x="3301441" y="1959706"/>
              <a:ext cx="4572749" cy="1698559"/>
              <a:chOff x="3301441" y="1959706"/>
              <a:chExt cx="4572749" cy="1698559"/>
            </a:xfrm>
          </p:grpSpPr>
          <p:sp>
            <p:nvSpPr>
              <p:cNvPr id="21" name="Freeform 33">
                <a:extLst>
                  <a:ext uri="{FF2B5EF4-FFF2-40B4-BE49-F238E27FC236}">
                    <a16:creationId xmlns:a16="http://schemas.microsoft.com/office/drawing/2014/main" id="{5FFED684-058F-4808-84FA-93FCE0D7B2CF}"/>
                  </a:ext>
                </a:extLst>
              </p:cNvPr>
              <p:cNvSpPr/>
              <p:nvPr/>
            </p:nvSpPr>
            <p:spPr>
              <a:xfrm>
                <a:off x="3301441" y="1959706"/>
                <a:ext cx="4572749" cy="1698559"/>
              </a:xfrm>
              <a:custGeom>
                <a:avLst/>
                <a:gdLst>
                  <a:gd name="connsiteX0" fmla="*/ 707726 w 3850389"/>
                  <a:gd name="connsiteY0" fmla="*/ 0 h 1461275"/>
                  <a:gd name="connsiteX1" fmla="*/ 694412 w 3850389"/>
                  <a:gd name="connsiteY1" fmla="*/ 0 h 1461275"/>
                  <a:gd name="connsiteX2" fmla="*/ 680266 w 3850389"/>
                  <a:gd name="connsiteY2" fmla="*/ 2633 h 1461275"/>
                  <a:gd name="connsiteX3" fmla="*/ 667368 w 3850389"/>
                  <a:gd name="connsiteY3" fmla="*/ 6582 h 1461275"/>
                  <a:gd name="connsiteX4" fmla="*/ 654470 w 3850389"/>
                  <a:gd name="connsiteY4" fmla="*/ 12287 h 1461275"/>
                  <a:gd name="connsiteX5" fmla="*/ 642820 w 3850389"/>
                  <a:gd name="connsiteY5" fmla="*/ 20186 h 1461275"/>
                  <a:gd name="connsiteX6" fmla="*/ 631171 w 3850389"/>
                  <a:gd name="connsiteY6" fmla="*/ 29840 h 1461275"/>
                  <a:gd name="connsiteX7" fmla="*/ 28708 w 3850389"/>
                  <a:gd name="connsiteY7" fmla="*/ 658671 h 1461275"/>
                  <a:gd name="connsiteX8" fmla="*/ 19971 w 3850389"/>
                  <a:gd name="connsiteY8" fmla="*/ 669203 h 1461275"/>
                  <a:gd name="connsiteX9" fmla="*/ 12482 w 3850389"/>
                  <a:gd name="connsiteY9" fmla="*/ 680612 h 1461275"/>
                  <a:gd name="connsiteX10" fmla="*/ 7489 w 3850389"/>
                  <a:gd name="connsiteY10" fmla="*/ 692460 h 1461275"/>
                  <a:gd name="connsiteX11" fmla="*/ 3328 w 3850389"/>
                  <a:gd name="connsiteY11" fmla="*/ 705186 h 1461275"/>
                  <a:gd name="connsiteX12" fmla="*/ 832 w 3850389"/>
                  <a:gd name="connsiteY12" fmla="*/ 717473 h 1461275"/>
                  <a:gd name="connsiteX13" fmla="*/ 0 w 3850389"/>
                  <a:gd name="connsiteY13" fmla="*/ 730638 h 1461275"/>
                  <a:gd name="connsiteX14" fmla="*/ 832 w 3850389"/>
                  <a:gd name="connsiteY14" fmla="*/ 743802 h 1461275"/>
                  <a:gd name="connsiteX15" fmla="*/ 3328 w 3850389"/>
                  <a:gd name="connsiteY15" fmla="*/ 756967 h 1461275"/>
                  <a:gd name="connsiteX16" fmla="*/ 7489 w 3850389"/>
                  <a:gd name="connsiteY16" fmla="*/ 769693 h 1461275"/>
                  <a:gd name="connsiteX17" fmla="*/ 12482 w 3850389"/>
                  <a:gd name="connsiteY17" fmla="*/ 781541 h 1461275"/>
                  <a:gd name="connsiteX18" fmla="*/ 19971 w 3850389"/>
                  <a:gd name="connsiteY18" fmla="*/ 792950 h 1461275"/>
                  <a:gd name="connsiteX19" fmla="*/ 28708 w 3850389"/>
                  <a:gd name="connsiteY19" fmla="*/ 803043 h 1461275"/>
                  <a:gd name="connsiteX20" fmla="*/ 631171 w 3850389"/>
                  <a:gd name="connsiteY20" fmla="*/ 1431874 h 1461275"/>
                  <a:gd name="connsiteX21" fmla="*/ 642820 w 3850389"/>
                  <a:gd name="connsiteY21" fmla="*/ 1441528 h 1461275"/>
                  <a:gd name="connsiteX22" fmla="*/ 654470 w 3850389"/>
                  <a:gd name="connsiteY22" fmla="*/ 1449427 h 1461275"/>
                  <a:gd name="connsiteX23" fmla="*/ 667368 w 3850389"/>
                  <a:gd name="connsiteY23" fmla="*/ 1455571 h 1461275"/>
                  <a:gd name="connsiteX24" fmla="*/ 680266 w 3850389"/>
                  <a:gd name="connsiteY24" fmla="*/ 1459520 h 1461275"/>
                  <a:gd name="connsiteX25" fmla="*/ 694412 w 3850389"/>
                  <a:gd name="connsiteY25" fmla="*/ 1461275 h 1461275"/>
                  <a:gd name="connsiteX26" fmla="*/ 707726 w 3850389"/>
                  <a:gd name="connsiteY26" fmla="*/ 1461275 h 1461275"/>
                  <a:gd name="connsiteX27" fmla="*/ 721457 w 3850389"/>
                  <a:gd name="connsiteY27" fmla="*/ 1459520 h 1461275"/>
                  <a:gd name="connsiteX28" fmla="*/ 734771 w 3850389"/>
                  <a:gd name="connsiteY28" fmla="*/ 1455571 h 1461275"/>
                  <a:gd name="connsiteX29" fmla="*/ 747669 w 3850389"/>
                  <a:gd name="connsiteY29" fmla="*/ 1449427 h 1461275"/>
                  <a:gd name="connsiteX30" fmla="*/ 759319 w 3850389"/>
                  <a:gd name="connsiteY30" fmla="*/ 1441528 h 1461275"/>
                  <a:gd name="connsiteX31" fmla="*/ 770552 w 3850389"/>
                  <a:gd name="connsiteY31" fmla="*/ 1431874 h 1461275"/>
                  <a:gd name="connsiteX32" fmla="*/ 779706 w 3850389"/>
                  <a:gd name="connsiteY32" fmla="*/ 1420026 h 1461275"/>
                  <a:gd name="connsiteX33" fmla="*/ 787611 w 3850389"/>
                  <a:gd name="connsiteY33" fmla="*/ 1408178 h 1461275"/>
                  <a:gd name="connsiteX34" fmla="*/ 793020 w 3850389"/>
                  <a:gd name="connsiteY34" fmla="*/ 1394574 h 1461275"/>
                  <a:gd name="connsiteX35" fmla="*/ 797180 w 3850389"/>
                  <a:gd name="connsiteY35" fmla="*/ 1380971 h 1461275"/>
                  <a:gd name="connsiteX36" fmla="*/ 798845 w 3850389"/>
                  <a:gd name="connsiteY36" fmla="*/ 1366490 h 1461275"/>
                  <a:gd name="connsiteX37" fmla="*/ 798845 w 3850389"/>
                  <a:gd name="connsiteY37" fmla="*/ 1352447 h 1461275"/>
                  <a:gd name="connsiteX38" fmla="*/ 797180 w 3850389"/>
                  <a:gd name="connsiteY38" fmla="*/ 1337966 h 1461275"/>
                  <a:gd name="connsiteX39" fmla="*/ 793020 w 3850389"/>
                  <a:gd name="connsiteY39" fmla="*/ 1324363 h 1461275"/>
                  <a:gd name="connsiteX40" fmla="*/ 787611 w 3850389"/>
                  <a:gd name="connsiteY40" fmla="*/ 1311198 h 1461275"/>
                  <a:gd name="connsiteX41" fmla="*/ 779706 w 3850389"/>
                  <a:gd name="connsiteY41" fmla="*/ 1298472 h 1461275"/>
                  <a:gd name="connsiteX42" fmla="*/ 770552 w 3850389"/>
                  <a:gd name="connsiteY42" fmla="*/ 1287063 h 1461275"/>
                  <a:gd name="connsiteX43" fmla="*/ 713320 w 3850389"/>
                  <a:gd name="connsiteY43" fmla="*/ 1227360 h 1461275"/>
                  <a:gd name="connsiteX44" fmla="*/ 3233701 w 3850389"/>
                  <a:gd name="connsiteY44" fmla="*/ 1227360 h 1461275"/>
                  <a:gd name="connsiteX45" fmla="*/ 3850389 w 3850389"/>
                  <a:gd name="connsiteY45" fmla="*/ 1227360 h 1461275"/>
                  <a:gd name="connsiteX46" fmla="*/ 3233701 w 3850389"/>
                  <a:gd name="connsiteY46" fmla="*/ 227899 h 1461275"/>
                  <a:gd name="connsiteX47" fmla="*/ 719092 w 3850389"/>
                  <a:gd name="connsiteY47" fmla="*/ 227899 h 1461275"/>
                  <a:gd name="connsiteX48" fmla="*/ 770136 w 3850389"/>
                  <a:gd name="connsiteY48" fmla="*/ 174651 h 1461275"/>
                  <a:gd name="connsiteX49" fmla="*/ 779706 w 3850389"/>
                  <a:gd name="connsiteY49" fmla="*/ 163680 h 1461275"/>
                  <a:gd name="connsiteX50" fmla="*/ 787611 w 3850389"/>
                  <a:gd name="connsiteY50" fmla="*/ 150954 h 1461275"/>
                  <a:gd name="connsiteX51" fmla="*/ 793020 w 3850389"/>
                  <a:gd name="connsiteY51" fmla="*/ 137790 h 1461275"/>
                  <a:gd name="connsiteX52" fmla="*/ 797180 w 3850389"/>
                  <a:gd name="connsiteY52" fmla="*/ 123748 h 1461275"/>
                  <a:gd name="connsiteX53" fmla="*/ 798845 w 3850389"/>
                  <a:gd name="connsiteY53" fmla="*/ 109705 h 1461275"/>
                  <a:gd name="connsiteX54" fmla="*/ 798845 w 3850389"/>
                  <a:gd name="connsiteY54" fmla="*/ 95663 h 1461275"/>
                  <a:gd name="connsiteX55" fmla="*/ 797180 w 3850389"/>
                  <a:gd name="connsiteY55" fmla="*/ 81182 h 1461275"/>
                  <a:gd name="connsiteX56" fmla="*/ 793020 w 3850389"/>
                  <a:gd name="connsiteY56" fmla="*/ 67578 h 1461275"/>
                  <a:gd name="connsiteX57" fmla="*/ 787611 w 3850389"/>
                  <a:gd name="connsiteY57" fmla="*/ 53975 h 1461275"/>
                  <a:gd name="connsiteX58" fmla="*/ 779706 w 3850389"/>
                  <a:gd name="connsiteY58" fmla="*/ 41688 h 1461275"/>
                  <a:gd name="connsiteX59" fmla="*/ 770136 w 3850389"/>
                  <a:gd name="connsiteY59" fmla="*/ 29840 h 1461275"/>
                  <a:gd name="connsiteX60" fmla="*/ 759319 w 3850389"/>
                  <a:gd name="connsiteY60" fmla="*/ 20186 h 1461275"/>
                  <a:gd name="connsiteX61" fmla="*/ 747253 w 3850389"/>
                  <a:gd name="connsiteY61" fmla="*/ 12287 h 1461275"/>
                  <a:gd name="connsiteX62" fmla="*/ 734771 w 3850389"/>
                  <a:gd name="connsiteY62" fmla="*/ 6582 h 1461275"/>
                  <a:gd name="connsiteX63" fmla="*/ 721041 w 3850389"/>
                  <a:gd name="connsiteY63" fmla="*/ 2633 h 1461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3850389" h="1461275">
                    <a:moveTo>
                      <a:pt x="707726" y="0"/>
                    </a:moveTo>
                    <a:lnTo>
                      <a:pt x="694412" y="0"/>
                    </a:lnTo>
                    <a:lnTo>
                      <a:pt x="680266" y="2633"/>
                    </a:lnTo>
                    <a:lnTo>
                      <a:pt x="667368" y="6582"/>
                    </a:lnTo>
                    <a:lnTo>
                      <a:pt x="654470" y="12287"/>
                    </a:lnTo>
                    <a:lnTo>
                      <a:pt x="642820" y="20186"/>
                    </a:lnTo>
                    <a:lnTo>
                      <a:pt x="631171" y="29840"/>
                    </a:lnTo>
                    <a:lnTo>
                      <a:pt x="28708" y="658671"/>
                    </a:lnTo>
                    <a:lnTo>
                      <a:pt x="19971" y="669203"/>
                    </a:lnTo>
                    <a:lnTo>
                      <a:pt x="12482" y="680612"/>
                    </a:lnTo>
                    <a:lnTo>
                      <a:pt x="7489" y="692460"/>
                    </a:lnTo>
                    <a:lnTo>
                      <a:pt x="3328" y="705186"/>
                    </a:lnTo>
                    <a:lnTo>
                      <a:pt x="832" y="717473"/>
                    </a:lnTo>
                    <a:lnTo>
                      <a:pt x="0" y="730638"/>
                    </a:lnTo>
                    <a:lnTo>
                      <a:pt x="832" y="743802"/>
                    </a:lnTo>
                    <a:lnTo>
                      <a:pt x="3328" y="756967"/>
                    </a:lnTo>
                    <a:lnTo>
                      <a:pt x="7489" y="769693"/>
                    </a:lnTo>
                    <a:lnTo>
                      <a:pt x="12482" y="781541"/>
                    </a:lnTo>
                    <a:lnTo>
                      <a:pt x="19971" y="792950"/>
                    </a:lnTo>
                    <a:lnTo>
                      <a:pt x="28708" y="803043"/>
                    </a:lnTo>
                    <a:lnTo>
                      <a:pt x="631171" y="1431874"/>
                    </a:lnTo>
                    <a:lnTo>
                      <a:pt x="642820" y="1441528"/>
                    </a:lnTo>
                    <a:lnTo>
                      <a:pt x="654470" y="1449427"/>
                    </a:lnTo>
                    <a:lnTo>
                      <a:pt x="667368" y="1455571"/>
                    </a:lnTo>
                    <a:lnTo>
                      <a:pt x="680266" y="1459520"/>
                    </a:lnTo>
                    <a:lnTo>
                      <a:pt x="694412" y="1461275"/>
                    </a:lnTo>
                    <a:lnTo>
                      <a:pt x="707726" y="1461275"/>
                    </a:lnTo>
                    <a:lnTo>
                      <a:pt x="721457" y="1459520"/>
                    </a:lnTo>
                    <a:lnTo>
                      <a:pt x="734771" y="1455571"/>
                    </a:lnTo>
                    <a:lnTo>
                      <a:pt x="747669" y="1449427"/>
                    </a:lnTo>
                    <a:lnTo>
                      <a:pt x="759319" y="1441528"/>
                    </a:lnTo>
                    <a:lnTo>
                      <a:pt x="770552" y="1431874"/>
                    </a:lnTo>
                    <a:lnTo>
                      <a:pt x="779706" y="1420026"/>
                    </a:lnTo>
                    <a:lnTo>
                      <a:pt x="787611" y="1408178"/>
                    </a:lnTo>
                    <a:lnTo>
                      <a:pt x="793020" y="1394574"/>
                    </a:lnTo>
                    <a:lnTo>
                      <a:pt x="797180" y="1380971"/>
                    </a:lnTo>
                    <a:lnTo>
                      <a:pt x="798845" y="1366490"/>
                    </a:lnTo>
                    <a:lnTo>
                      <a:pt x="798845" y="1352447"/>
                    </a:lnTo>
                    <a:lnTo>
                      <a:pt x="797180" y="1337966"/>
                    </a:lnTo>
                    <a:lnTo>
                      <a:pt x="793020" y="1324363"/>
                    </a:lnTo>
                    <a:lnTo>
                      <a:pt x="787611" y="1311198"/>
                    </a:lnTo>
                    <a:lnTo>
                      <a:pt x="779706" y="1298472"/>
                    </a:lnTo>
                    <a:lnTo>
                      <a:pt x="770552" y="1287063"/>
                    </a:lnTo>
                    <a:lnTo>
                      <a:pt x="713320" y="1227360"/>
                    </a:lnTo>
                    <a:lnTo>
                      <a:pt x="3233701" y="1227360"/>
                    </a:lnTo>
                    <a:lnTo>
                      <a:pt x="3850389" y="1227360"/>
                    </a:lnTo>
                    <a:lnTo>
                      <a:pt x="3233701" y="227899"/>
                    </a:lnTo>
                    <a:lnTo>
                      <a:pt x="719092" y="227899"/>
                    </a:lnTo>
                    <a:lnTo>
                      <a:pt x="770136" y="174651"/>
                    </a:lnTo>
                    <a:lnTo>
                      <a:pt x="779706" y="163680"/>
                    </a:lnTo>
                    <a:lnTo>
                      <a:pt x="787611" y="150954"/>
                    </a:lnTo>
                    <a:lnTo>
                      <a:pt x="793020" y="137790"/>
                    </a:lnTo>
                    <a:lnTo>
                      <a:pt x="797180" y="123748"/>
                    </a:lnTo>
                    <a:lnTo>
                      <a:pt x="798845" y="109705"/>
                    </a:lnTo>
                    <a:lnTo>
                      <a:pt x="798845" y="95663"/>
                    </a:lnTo>
                    <a:lnTo>
                      <a:pt x="797180" y="81182"/>
                    </a:lnTo>
                    <a:lnTo>
                      <a:pt x="793020" y="67578"/>
                    </a:lnTo>
                    <a:lnTo>
                      <a:pt x="787611" y="53975"/>
                    </a:lnTo>
                    <a:lnTo>
                      <a:pt x="779706" y="41688"/>
                    </a:lnTo>
                    <a:lnTo>
                      <a:pt x="770136" y="29840"/>
                    </a:lnTo>
                    <a:lnTo>
                      <a:pt x="759319" y="20186"/>
                    </a:lnTo>
                    <a:lnTo>
                      <a:pt x="747253" y="12287"/>
                    </a:lnTo>
                    <a:lnTo>
                      <a:pt x="734771" y="6582"/>
                    </a:lnTo>
                    <a:lnTo>
                      <a:pt x="721041" y="2633"/>
                    </a:lnTo>
                    <a:close/>
                  </a:path>
                </a:pathLst>
              </a:custGeom>
              <a:solidFill>
                <a:srgbClr val="ED6A5E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028FC1D2-9164-4437-B579-02C24D01BE5F}"/>
                  </a:ext>
                </a:extLst>
              </p:cNvPr>
              <p:cNvSpPr/>
              <p:nvPr/>
            </p:nvSpPr>
            <p:spPr>
              <a:xfrm>
                <a:off x="3635953" y="2430224"/>
                <a:ext cx="52770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800" b="1" dirty="0">
                    <a:solidFill>
                      <a:schemeClr val="bg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4800" dirty="0">
                  <a:solidFill>
                    <a:schemeClr val="bg1"/>
                  </a:solidFill>
                  <a:effectLst/>
                </a:endParaRP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3E61D31-3C71-4A4F-B055-E58B21E65B03}"/>
              </a:ext>
            </a:extLst>
          </p:cNvPr>
          <p:cNvGrpSpPr/>
          <p:nvPr userDrawn="1"/>
        </p:nvGrpSpPr>
        <p:grpSpPr>
          <a:xfrm>
            <a:off x="2139855" y="3590483"/>
            <a:ext cx="6778192" cy="1698559"/>
            <a:chOff x="2139855" y="3199735"/>
            <a:chExt cx="6778192" cy="1698559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93E49A6-E826-4E03-B1C3-5C6361D285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8779"/>
            <a:stretch/>
          </p:blipFill>
          <p:spPr>
            <a:xfrm>
              <a:off x="2139855" y="4624175"/>
              <a:ext cx="5980816" cy="219181"/>
            </a:xfrm>
            <a:prstGeom prst="rect">
              <a:avLst/>
            </a:prstGeom>
          </p:spPr>
        </p:pic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8FF3ADB-4548-46A9-9E86-22D6CA655A74}"/>
                </a:ext>
              </a:extLst>
            </p:cNvPr>
            <p:cNvGrpSpPr/>
            <p:nvPr/>
          </p:nvGrpSpPr>
          <p:grpSpPr>
            <a:xfrm>
              <a:off x="4345298" y="3199735"/>
              <a:ext cx="4572749" cy="1698559"/>
              <a:chOff x="4345298" y="3199735"/>
              <a:chExt cx="4572749" cy="1698559"/>
            </a:xfrm>
          </p:grpSpPr>
          <p:sp>
            <p:nvSpPr>
              <p:cNvPr id="29" name="Freeform 34">
                <a:extLst>
                  <a:ext uri="{FF2B5EF4-FFF2-40B4-BE49-F238E27FC236}">
                    <a16:creationId xmlns:a16="http://schemas.microsoft.com/office/drawing/2014/main" id="{23CFB2FE-F07E-430E-B415-79D953F2C270}"/>
                  </a:ext>
                </a:extLst>
              </p:cNvPr>
              <p:cNvSpPr/>
              <p:nvPr/>
            </p:nvSpPr>
            <p:spPr>
              <a:xfrm flipH="1">
                <a:off x="4345298" y="3199735"/>
                <a:ext cx="4572749" cy="1698559"/>
              </a:xfrm>
              <a:custGeom>
                <a:avLst/>
                <a:gdLst>
                  <a:gd name="connsiteX0" fmla="*/ 707726 w 3850389"/>
                  <a:gd name="connsiteY0" fmla="*/ 0 h 1461275"/>
                  <a:gd name="connsiteX1" fmla="*/ 694412 w 3850389"/>
                  <a:gd name="connsiteY1" fmla="*/ 0 h 1461275"/>
                  <a:gd name="connsiteX2" fmla="*/ 680266 w 3850389"/>
                  <a:gd name="connsiteY2" fmla="*/ 2633 h 1461275"/>
                  <a:gd name="connsiteX3" fmla="*/ 667368 w 3850389"/>
                  <a:gd name="connsiteY3" fmla="*/ 6582 h 1461275"/>
                  <a:gd name="connsiteX4" fmla="*/ 654470 w 3850389"/>
                  <a:gd name="connsiteY4" fmla="*/ 12287 h 1461275"/>
                  <a:gd name="connsiteX5" fmla="*/ 642820 w 3850389"/>
                  <a:gd name="connsiteY5" fmla="*/ 20186 h 1461275"/>
                  <a:gd name="connsiteX6" fmla="*/ 631171 w 3850389"/>
                  <a:gd name="connsiteY6" fmla="*/ 29840 h 1461275"/>
                  <a:gd name="connsiteX7" fmla="*/ 28708 w 3850389"/>
                  <a:gd name="connsiteY7" fmla="*/ 658671 h 1461275"/>
                  <a:gd name="connsiteX8" fmla="*/ 19971 w 3850389"/>
                  <a:gd name="connsiteY8" fmla="*/ 669203 h 1461275"/>
                  <a:gd name="connsiteX9" fmla="*/ 12482 w 3850389"/>
                  <a:gd name="connsiteY9" fmla="*/ 680612 h 1461275"/>
                  <a:gd name="connsiteX10" fmla="*/ 7489 w 3850389"/>
                  <a:gd name="connsiteY10" fmla="*/ 692460 h 1461275"/>
                  <a:gd name="connsiteX11" fmla="*/ 3328 w 3850389"/>
                  <a:gd name="connsiteY11" fmla="*/ 705186 h 1461275"/>
                  <a:gd name="connsiteX12" fmla="*/ 832 w 3850389"/>
                  <a:gd name="connsiteY12" fmla="*/ 717473 h 1461275"/>
                  <a:gd name="connsiteX13" fmla="*/ 0 w 3850389"/>
                  <a:gd name="connsiteY13" fmla="*/ 730638 h 1461275"/>
                  <a:gd name="connsiteX14" fmla="*/ 832 w 3850389"/>
                  <a:gd name="connsiteY14" fmla="*/ 743802 h 1461275"/>
                  <a:gd name="connsiteX15" fmla="*/ 3328 w 3850389"/>
                  <a:gd name="connsiteY15" fmla="*/ 756967 h 1461275"/>
                  <a:gd name="connsiteX16" fmla="*/ 7489 w 3850389"/>
                  <a:gd name="connsiteY16" fmla="*/ 769693 h 1461275"/>
                  <a:gd name="connsiteX17" fmla="*/ 12482 w 3850389"/>
                  <a:gd name="connsiteY17" fmla="*/ 781541 h 1461275"/>
                  <a:gd name="connsiteX18" fmla="*/ 19971 w 3850389"/>
                  <a:gd name="connsiteY18" fmla="*/ 792950 h 1461275"/>
                  <a:gd name="connsiteX19" fmla="*/ 28708 w 3850389"/>
                  <a:gd name="connsiteY19" fmla="*/ 803043 h 1461275"/>
                  <a:gd name="connsiteX20" fmla="*/ 631171 w 3850389"/>
                  <a:gd name="connsiteY20" fmla="*/ 1431874 h 1461275"/>
                  <a:gd name="connsiteX21" fmla="*/ 642820 w 3850389"/>
                  <a:gd name="connsiteY21" fmla="*/ 1441528 h 1461275"/>
                  <a:gd name="connsiteX22" fmla="*/ 654470 w 3850389"/>
                  <a:gd name="connsiteY22" fmla="*/ 1449427 h 1461275"/>
                  <a:gd name="connsiteX23" fmla="*/ 667368 w 3850389"/>
                  <a:gd name="connsiteY23" fmla="*/ 1455571 h 1461275"/>
                  <a:gd name="connsiteX24" fmla="*/ 680266 w 3850389"/>
                  <a:gd name="connsiteY24" fmla="*/ 1459520 h 1461275"/>
                  <a:gd name="connsiteX25" fmla="*/ 694412 w 3850389"/>
                  <a:gd name="connsiteY25" fmla="*/ 1461275 h 1461275"/>
                  <a:gd name="connsiteX26" fmla="*/ 707726 w 3850389"/>
                  <a:gd name="connsiteY26" fmla="*/ 1461275 h 1461275"/>
                  <a:gd name="connsiteX27" fmla="*/ 721457 w 3850389"/>
                  <a:gd name="connsiteY27" fmla="*/ 1459520 h 1461275"/>
                  <a:gd name="connsiteX28" fmla="*/ 734771 w 3850389"/>
                  <a:gd name="connsiteY28" fmla="*/ 1455571 h 1461275"/>
                  <a:gd name="connsiteX29" fmla="*/ 747669 w 3850389"/>
                  <a:gd name="connsiteY29" fmla="*/ 1449427 h 1461275"/>
                  <a:gd name="connsiteX30" fmla="*/ 759319 w 3850389"/>
                  <a:gd name="connsiteY30" fmla="*/ 1441528 h 1461275"/>
                  <a:gd name="connsiteX31" fmla="*/ 770552 w 3850389"/>
                  <a:gd name="connsiteY31" fmla="*/ 1431874 h 1461275"/>
                  <a:gd name="connsiteX32" fmla="*/ 779706 w 3850389"/>
                  <a:gd name="connsiteY32" fmla="*/ 1420026 h 1461275"/>
                  <a:gd name="connsiteX33" fmla="*/ 787611 w 3850389"/>
                  <a:gd name="connsiteY33" fmla="*/ 1408178 h 1461275"/>
                  <a:gd name="connsiteX34" fmla="*/ 793020 w 3850389"/>
                  <a:gd name="connsiteY34" fmla="*/ 1394574 h 1461275"/>
                  <a:gd name="connsiteX35" fmla="*/ 797180 w 3850389"/>
                  <a:gd name="connsiteY35" fmla="*/ 1380971 h 1461275"/>
                  <a:gd name="connsiteX36" fmla="*/ 798845 w 3850389"/>
                  <a:gd name="connsiteY36" fmla="*/ 1366490 h 1461275"/>
                  <a:gd name="connsiteX37" fmla="*/ 798845 w 3850389"/>
                  <a:gd name="connsiteY37" fmla="*/ 1352447 h 1461275"/>
                  <a:gd name="connsiteX38" fmla="*/ 797180 w 3850389"/>
                  <a:gd name="connsiteY38" fmla="*/ 1337966 h 1461275"/>
                  <a:gd name="connsiteX39" fmla="*/ 793020 w 3850389"/>
                  <a:gd name="connsiteY39" fmla="*/ 1324363 h 1461275"/>
                  <a:gd name="connsiteX40" fmla="*/ 787611 w 3850389"/>
                  <a:gd name="connsiteY40" fmla="*/ 1311198 h 1461275"/>
                  <a:gd name="connsiteX41" fmla="*/ 779706 w 3850389"/>
                  <a:gd name="connsiteY41" fmla="*/ 1298472 h 1461275"/>
                  <a:gd name="connsiteX42" fmla="*/ 770552 w 3850389"/>
                  <a:gd name="connsiteY42" fmla="*/ 1287063 h 1461275"/>
                  <a:gd name="connsiteX43" fmla="*/ 713320 w 3850389"/>
                  <a:gd name="connsiteY43" fmla="*/ 1227360 h 1461275"/>
                  <a:gd name="connsiteX44" fmla="*/ 3233701 w 3850389"/>
                  <a:gd name="connsiteY44" fmla="*/ 1227360 h 1461275"/>
                  <a:gd name="connsiteX45" fmla="*/ 3850389 w 3850389"/>
                  <a:gd name="connsiteY45" fmla="*/ 1227360 h 1461275"/>
                  <a:gd name="connsiteX46" fmla="*/ 3233701 w 3850389"/>
                  <a:gd name="connsiteY46" fmla="*/ 227899 h 1461275"/>
                  <a:gd name="connsiteX47" fmla="*/ 719092 w 3850389"/>
                  <a:gd name="connsiteY47" fmla="*/ 227899 h 1461275"/>
                  <a:gd name="connsiteX48" fmla="*/ 770136 w 3850389"/>
                  <a:gd name="connsiteY48" fmla="*/ 174651 h 1461275"/>
                  <a:gd name="connsiteX49" fmla="*/ 779706 w 3850389"/>
                  <a:gd name="connsiteY49" fmla="*/ 163680 h 1461275"/>
                  <a:gd name="connsiteX50" fmla="*/ 787611 w 3850389"/>
                  <a:gd name="connsiteY50" fmla="*/ 150954 h 1461275"/>
                  <a:gd name="connsiteX51" fmla="*/ 793020 w 3850389"/>
                  <a:gd name="connsiteY51" fmla="*/ 137790 h 1461275"/>
                  <a:gd name="connsiteX52" fmla="*/ 797180 w 3850389"/>
                  <a:gd name="connsiteY52" fmla="*/ 123748 h 1461275"/>
                  <a:gd name="connsiteX53" fmla="*/ 798845 w 3850389"/>
                  <a:gd name="connsiteY53" fmla="*/ 109705 h 1461275"/>
                  <a:gd name="connsiteX54" fmla="*/ 798845 w 3850389"/>
                  <a:gd name="connsiteY54" fmla="*/ 95663 h 1461275"/>
                  <a:gd name="connsiteX55" fmla="*/ 797180 w 3850389"/>
                  <a:gd name="connsiteY55" fmla="*/ 81182 h 1461275"/>
                  <a:gd name="connsiteX56" fmla="*/ 793020 w 3850389"/>
                  <a:gd name="connsiteY56" fmla="*/ 67578 h 1461275"/>
                  <a:gd name="connsiteX57" fmla="*/ 787611 w 3850389"/>
                  <a:gd name="connsiteY57" fmla="*/ 53975 h 1461275"/>
                  <a:gd name="connsiteX58" fmla="*/ 779706 w 3850389"/>
                  <a:gd name="connsiteY58" fmla="*/ 41688 h 1461275"/>
                  <a:gd name="connsiteX59" fmla="*/ 770136 w 3850389"/>
                  <a:gd name="connsiteY59" fmla="*/ 29840 h 1461275"/>
                  <a:gd name="connsiteX60" fmla="*/ 759319 w 3850389"/>
                  <a:gd name="connsiteY60" fmla="*/ 20186 h 1461275"/>
                  <a:gd name="connsiteX61" fmla="*/ 747253 w 3850389"/>
                  <a:gd name="connsiteY61" fmla="*/ 12287 h 1461275"/>
                  <a:gd name="connsiteX62" fmla="*/ 734771 w 3850389"/>
                  <a:gd name="connsiteY62" fmla="*/ 6582 h 1461275"/>
                  <a:gd name="connsiteX63" fmla="*/ 721041 w 3850389"/>
                  <a:gd name="connsiteY63" fmla="*/ 2633 h 1461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3850389" h="1461275">
                    <a:moveTo>
                      <a:pt x="707726" y="0"/>
                    </a:moveTo>
                    <a:lnTo>
                      <a:pt x="694412" y="0"/>
                    </a:lnTo>
                    <a:lnTo>
                      <a:pt x="680266" y="2633"/>
                    </a:lnTo>
                    <a:lnTo>
                      <a:pt x="667368" y="6582"/>
                    </a:lnTo>
                    <a:lnTo>
                      <a:pt x="654470" y="12287"/>
                    </a:lnTo>
                    <a:lnTo>
                      <a:pt x="642820" y="20186"/>
                    </a:lnTo>
                    <a:lnTo>
                      <a:pt x="631171" y="29840"/>
                    </a:lnTo>
                    <a:lnTo>
                      <a:pt x="28708" y="658671"/>
                    </a:lnTo>
                    <a:lnTo>
                      <a:pt x="19971" y="669203"/>
                    </a:lnTo>
                    <a:lnTo>
                      <a:pt x="12482" y="680612"/>
                    </a:lnTo>
                    <a:lnTo>
                      <a:pt x="7489" y="692460"/>
                    </a:lnTo>
                    <a:lnTo>
                      <a:pt x="3328" y="705186"/>
                    </a:lnTo>
                    <a:lnTo>
                      <a:pt x="832" y="717473"/>
                    </a:lnTo>
                    <a:lnTo>
                      <a:pt x="0" y="730638"/>
                    </a:lnTo>
                    <a:lnTo>
                      <a:pt x="832" y="743802"/>
                    </a:lnTo>
                    <a:lnTo>
                      <a:pt x="3328" y="756967"/>
                    </a:lnTo>
                    <a:lnTo>
                      <a:pt x="7489" y="769693"/>
                    </a:lnTo>
                    <a:lnTo>
                      <a:pt x="12482" y="781541"/>
                    </a:lnTo>
                    <a:lnTo>
                      <a:pt x="19971" y="792950"/>
                    </a:lnTo>
                    <a:lnTo>
                      <a:pt x="28708" y="803043"/>
                    </a:lnTo>
                    <a:lnTo>
                      <a:pt x="631171" y="1431874"/>
                    </a:lnTo>
                    <a:lnTo>
                      <a:pt x="642820" y="1441528"/>
                    </a:lnTo>
                    <a:lnTo>
                      <a:pt x="654470" y="1449427"/>
                    </a:lnTo>
                    <a:lnTo>
                      <a:pt x="667368" y="1455571"/>
                    </a:lnTo>
                    <a:lnTo>
                      <a:pt x="680266" y="1459520"/>
                    </a:lnTo>
                    <a:lnTo>
                      <a:pt x="694412" y="1461275"/>
                    </a:lnTo>
                    <a:lnTo>
                      <a:pt x="707726" y="1461275"/>
                    </a:lnTo>
                    <a:lnTo>
                      <a:pt x="721457" y="1459520"/>
                    </a:lnTo>
                    <a:lnTo>
                      <a:pt x="734771" y="1455571"/>
                    </a:lnTo>
                    <a:lnTo>
                      <a:pt x="747669" y="1449427"/>
                    </a:lnTo>
                    <a:lnTo>
                      <a:pt x="759319" y="1441528"/>
                    </a:lnTo>
                    <a:lnTo>
                      <a:pt x="770552" y="1431874"/>
                    </a:lnTo>
                    <a:lnTo>
                      <a:pt x="779706" y="1420026"/>
                    </a:lnTo>
                    <a:lnTo>
                      <a:pt x="787611" y="1408178"/>
                    </a:lnTo>
                    <a:lnTo>
                      <a:pt x="793020" y="1394574"/>
                    </a:lnTo>
                    <a:lnTo>
                      <a:pt x="797180" y="1380971"/>
                    </a:lnTo>
                    <a:lnTo>
                      <a:pt x="798845" y="1366490"/>
                    </a:lnTo>
                    <a:lnTo>
                      <a:pt x="798845" y="1352447"/>
                    </a:lnTo>
                    <a:lnTo>
                      <a:pt x="797180" y="1337966"/>
                    </a:lnTo>
                    <a:lnTo>
                      <a:pt x="793020" y="1324363"/>
                    </a:lnTo>
                    <a:lnTo>
                      <a:pt x="787611" y="1311198"/>
                    </a:lnTo>
                    <a:lnTo>
                      <a:pt x="779706" y="1298472"/>
                    </a:lnTo>
                    <a:lnTo>
                      <a:pt x="770552" y="1287063"/>
                    </a:lnTo>
                    <a:lnTo>
                      <a:pt x="713320" y="1227360"/>
                    </a:lnTo>
                    <a:lnTo>
                      <a:pt x="3233701" y="1227360"/>
                    </a:lnTo>
                    <a:lnTo>
                      <a:pt x="3850389" y="1227360"/>
                    </a:lnTo>
                    <a:lnTo>
                      <a:pt x="3233701" y="227899"/>
                    </a:lnTo>
                    <a:lnTo>
                      <a:pt x="719092" y="227899"/>
                    </a:lnTo>
                    <a:lnTo>
                      <a:pt x="770136" y="174651"/>
                    </a:lnTo>
                    <a:lnTo>
                      <a:pt x="779706" y="163680"/>
                    </a:lnTo>
                    <a:lnTo>
                      <a:pt x="787611" y="150954"/>
                    </a:lnTo>
                    <a:lnTo>
                      <a:pt x="793020" y="137790"/>
                    </a:lnTo>
                    <a:lnTo>
                      <a:pt x="797180" y="123748"/>
                    </a:lnTo>
                    <a:lnTo>
                      <a:pt x="798845" y="109705"/>
                    </a:lnTo>
                    <a:lnTo>
                      <a:pt x="798845" y="95663"/>
                    </a:lnTo>
                    <a:lnTo>
                      <a:pt x="797180" y="81182"/>
                    </a:lnTo>
                    <a:lnTo>
                      <a:pt x="793020" y="67578"/>
                    </a:lnTo>
                    <a:lnTo>
                      <a:pt x="787611" y="53975"/>
                    </a:lnTo>
                    <a:lnTo>
                      <a:pt x="779706" y="41688"/>
                    </a:lnTo>
                    <a:lnTo>
                      <a:pt x="770136" y="29840"/>
                    </a:lnTo>
                    <a:lnTo>
                      <a:pt x="759319" y="20186"/>
                    </a:lnTo>
                    <a:lnTo>
                      <a:pt x="747253" y="12287"/>
                    </a:lnTo>
                    <a:lnTo>
                      <a:pt x="734771" y="6582"/>
                    </a:lnTo>
                    <a:lnTo>
                      <a:pt x="721041" y="2633"/>
                    </a:lnTo>
                    <a:close/>
                  </a:path>
                </a:pathLst>
              </a:custGeom>
              <a:solidFill>
                <a:srgbClr val="50535A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392DFB6-9B64-4F21-8D97-E51EA5C29F5A}"/>
                  </a:ext>
                </a:extLst>
              </p:cNvPr>
              <p:cNvSpPr/>
              <p:nvPr/>
            </p:nvSpPr>
            <p:spPr>
              <a:xfrm>
                <a:off x="7570487" y="3633516"/>
                <a:ext cx="52770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800" b="1" dirty="0">
                    <a:solidFill>
                      <a:schemeClr val="bg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endParaRPr lang="en-US" sz="4800" dirty="0">
                  <a:solidFill>
                    <a:schemeClr val="bg1"/>
                  </a:solidFill>
                  <a:effectLst/>
                </a:endParaRPr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776AA79-04B6-4EDE-A185-5B88DEF1019C}"/>
              </a:ext>
            </a:extLst>
          </p:cNvPr>
          <p:cNvGrpSpPr/>
          <p:nvPr userDrawn="1"/>
        </p:nvGrpSpPr>
        <p:grpSpPr>
          <a:xfrm>
            <a:off x="3301441" y="4830511"/>
            <a:ext cx="6750704" cy="1698559"/>
            <a:chOff x="3301441" y="4439763"/>
            <a:chExt cx="6750704" cy="1698559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7A8D7A8A-9815-410A-8C45-2EC55FFC75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8779"/>
            <a:stretch/>
          </p:blipFill>
          <p:spPr>
            <a:xfrm>
              <a:off x="4071329" y="5859843"/>
              <a:ext cx="5980816" cy="219181"/>
            </a:xfrm>
            <a:prstGeom prst="rect">
              <a:avLst/>
            </a:prstGeom>
          </p:spPr>
        </p:pic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EB9D875-0F49-44CA-A780-661231C7A2C4}"/>
                </a:ext>
              </a:extLst>
            </p:cNvPr>
            <p:cNvGrpSpPr/>
            <p:nvPr/>
          </p:nvGrpSpPr>
          <p:grpSpPr>
            <a:xfrm>
              <a:off x="3301441" y="4439763"/>
              <a:ext cx="4572749" cy="1698559"/>
              <a:chOff x="3301441" y="4439763"/>
              <a:chExt cx="4572749" cy="1698559"/>
            </a:xfrm>
          </p:grpSpPr>
          <p:sp>
            <p:nvSpPr>
              <p:cNvPr id="37" name="Freeform 35">
                <a:extLst>
                  <a:ext uri="{FF2B5EF4-FFF2-40B4-BE49-F238E27FC236}">
                    <a16:creationId xmlns:a16="http://schemas.microsoft.com/office/drawing/2014/main" id="{158EB054-6C2A-4588-9A71-745B884A5D78}"/>
                  </a:ext>
                </a:extLst>
              </p:cNvPr>
              <p:cNvSpPr/>
              <p:nvPr/>
            </p:nvSpPr>
            <p:spPr>
              <a:xfrm>
                <a:off x="3301441" y="4439763"/>
                <a:ext cx="4572749" cy="1698559"/>
              </a:xfrm>
              <a:custGeom>
                <a:avLst/>
                <a:gdLst>
                  <a:gd name="connsiteX0" fmla="*/ 707726 w 3850389"/>
                  <a:gd name="connsiteY0" fmla="*/ 0 h 1461275"/>
                  <a:gd name="connsiteX1" fmla="*/ 694412 w 3850389"/>
                  <a:gd name="connsiteY1" fmla="*/ 0 h 1461275"/>
                  <a:gd name="connsiteX2" fmla="*/ 680266 w 3850389"/>
                  <a:gd name="connsiteY2" fmla="*/ 2633 h 1461275"/>
                  <a:gd name="connsiteX3" fmla="*/ 667368 w 3850389"/>
                  <a:gd name="connsiteY3" fmla="*/ 6582 h 1461275"/>
                  <a:gd name="connsiteX4" fmla="*/ 654470 w 3850389"/>
                  <a:gd name="connsiteY4" fmla="*/ 12287 h 1461275"/>
                  <a:gd name="connsiteX5" fmla="*/ 642820 w 3850389"/>
                  <a:gd name="connsiteY5" fmla="*/ 20186 h 1461275"/>
                  <a:gd name="connsiteX6" fmla="*/ 631171 w 3850389"/>
                  <a:gd name="connsiteY6" fmla="*/ 29840 h 1461275"/>
                  <a:gd name="connsiteX7" fmla="*/ 28708 w 3850389"/>
                  <a:gd name="connsiteY7" fmla="*/ 658671 h 1461275"/>
                  <a:gd name="connsiteX8" fmla="*/ 19971 w 3850389"/>
                  <a:gd name="connsiteY8" fmla="*/ 669203 h 1461275"/>
                  <a:gd name="connsiteX9" fmla="*/ 12482 w 3850389"/>
                  <a:gd name="connsiteY9" fmla="*/ 680612 h 1461275"/>
                  <a:gd name="connsiteX10" fmla="*/ 7489 w 3850389"/>
                  <a:gd name="connsiteY10" fmla="*/ 692460 h 1461275"/>
                  <a:gd name="connsiteX11" fmla="*/ 3328 w 3850389"/>
                  <a:gd name="connsiteY11" fmla="*/ 705186 h 1461275"/>
                  <a:gd name="connsiteX12" fmla="*/ 832 w 3850389"/>
                  <a:gd name="connsiteY12" fmla="*/ 717473 h 1461275"/>
                  <a:gd name="connsiteX13" fmla="*/ 0 w 3850389"/>
                  <a:gd name="connsiteY13" fmla="*/ 730638 h 1461275"/>
                  <a:gd name="connsiteX14" fmla="*/ 832 w 3850389"/>
                  <a:gd name="connsiteY14" fmla="*/ 743802 h 1461275"/>
                  <a:gd name="connsiteX15" fmla="*/ 3328 w 3850389"/>
                  <a:gd name="connsiteY15" fmla="*/ 756967 h 1461275"/>
                  <a:gd name="connsiteX16" fmla="*/ 7489 w 3850389"/>
                  <a:gd name="connsiteY16" fmla="*/ 769693 h 1461275"/>
                  <a:gd name="connsiteX17" fmla="*/ 12482 w 3850389"/>
                  <a:gd name="connsiteY17" fmla="*/ 781541 h 1461275"/>
                  <a:gd name="connsiteX18" fmla="*/ 19971 w 3850389"/>
                  <a:gd name="connsiteY18" fmla="*/ 792950 h 1461275"/>
                  <a:gd name="connsiteX19" fmla="*/ 28708 w 3850389"/>
                  <a:gd name="connsiteY19" fmla="*/ 803043 h 1461275"/>
                  <a:gd name="connsiteX20" fmla="*/ 631171 w 3850389"/>
                  <a:gd name="connsiteY20" fmla="*/ 1431874 h 1461275"/>
                  <a:gd name="connsiteX21" fmla="*/ 642820 w 3850389"/>
                  <a:gd name="connsiteY21" fmla="*/ 1441528 h 1461275"/>
                  <a:gd name="connsiteX22" fmla="*/ 654470 w 3850389"/>
                  <a:gd name="connsiteY22" fmla="*/ 1449427 h 1461275"/>
                  <a:gd name="connsiteX23" fmla="*/ 667368 w 3850389"/>
                  <a:gd name="connsiteY23" fmla="*/ 1455571 h 1461275"/>
                  <a:gd name="connsiteX24" fmla="*/ 680266 w 3850389"/>
                  <a:gd name="connsiteY24" fmla="*/ 1459520 h 1461275"/>
                  <a:gd name="connsiteX25" fmla="*/ 694412 w 3850389"/>
                  <a:gd name="connsiteY25" fmla="*/ 1461275 h 1461275"/>
                  <a:gd name="connsiteX26" fmla="*/ 707726 w 3850389"/>
                  <a:gd name="connsiteY26" fmla="*/ 1461275 h 1461275"/>
                  <a:gd name="connsiteX27" fmla="*/ 721457 w 3850389"/>
                  <a:gd name="connsiteY27" fmla="*/ 1459520 h 1461275"/>
                  <a:gd name="connsiteX28" fmla="*/ 734771 w 3850389"/>
                  <a:gd name="connsiteY28" fmla="*/ 1455571 h 1461275"/>
                  <a:gd name="connsiteX29" fmla="*/ 747669 w 3850389"/>
                  <a:gd name="connsiteY29" fmla="*/ 1449427 h 1461275"/>
                  <a:gd name="connsiteX30" fmla="*/ 759319 w 3850389"/>
                  <a:gd name="connsiteY30" fmla="*/ 1441528 h 1461275"/>
                  <a:gd name="connsiteX31" fmla="*/ 770552 w 3850389"/>
                  <a:gd name="connsiteY31" fmla="*/ 1431874 h 1461275"/>
                  <a:gd name="connsiteX32" fmla="*/ 779706 w 3850389"/>
                  <a:gd name="connsiteY32" fmla="*/ 1420026 h 1461275"/>
                  <a:gd name="connsiteX33" fmla="*/ 787611 w 3850389"/>
                  <a:gd name="connsiteY33" fmla="*/ 1408178 h 1461275"/>
                  <a:gd name="connsiteX34" fmla="*/ 793020 w 3850389"/>
                  <a:gd name="connsiteY34" fmla="*/ 1394574 h 1461275"/>
                  <a:gd name="connsiteX35" fmla="*/ 797180 w 3850389"/>
                  <a:gd name="connsiteY35" fmla="*/ 1380971 h 1461275"/>
                  <a:gd name="connsiteX36" fmla="*/ 798845 w 3850389"/>
                  <a:gd name="connsiteY36" fmla="*/ 1366490 h 1461275"/>
                  <a:gd name="connsiteX37" fmla="*/ 798845 w 3850389"/>
                  <a:gd name="connsiteY37" fmla="*/ 1352447 h 1461275"/>
                  <a:gd name="connsiteX38" fmla="*/ 797180 w 3850389"/>
                  <a:gd name="connsiteY38" fmla="*/ 1337966 h 1461275"/>
                  <a:gd name="connsiteX39" fmla="*/ 793020 w 3850389"/>
                  <a:gd name="connsiteY39" fmla="*/ 1324363 h 1461275"/>
                  <a:gd name="connsiteX40" fmla="*/ 787611 w 3850389"/>
                  <a:gd name="connsiteY40" fmla="*/ 1311198 h 1461275"/>
                  <a:gd name="connsiteX41" fmla="*/ 779706 w 3850389"/>
                  <a:gd name="connsiteY41" fmla="*/ 1298472 h 1461275"/>
                  <a:gd name="connsiteX42" fmla="*/ 770552 w 3850389"/>
                  <a:gd name="connsiteY42" fmla="*/ 1287063 h 1461275"/>
                  <a:gd name="connsiteX43" fmla="*/ 713320 w 3850389"/>
                  <a:gd name="connsiteY43" fmla="*/ 1227360 h 1461275"/>
                  <a:gd name="connsiteX44" fmla="*/ 3233701 w 3850389"/>
                  <a:gd name="connsiteY44" fmla="*/ 1227360 h 1461275"/>
                  <a:gd name="connsiteX45" fmla="*/ 3850389 w 3850389"/>
                  <a:gd name="connsiteY45" fmla="*/ 1227360 h 1461275"/>
                  <a:gd name="connsiteX46" fmla="*/ 3233701 w 3850389"/>
                  <a:gd name="connsiteY46" fmla="*/ 227899 h 1461275"/>
                  <a:gd name="connsiteX47" fmla="*/ 719092 w 3850389"/>
                  <a:gd name="connsiteY47" fmla="*/ 227899 h 1461275"/>
                  <a:gd name="connsiteX48" fmla="*/ 770136 w 3850389"/>
                  <a:gd name="connsiteY48" fmla="*/ 174651 h 1461275"/>
                  <a:gd name="connsiteX49" fmla="*/ 779706 w 3850389"/>
                  <a:gd name="connsiteY49" fmla="*/ 163680 h 1461275"/>
                  <a:gd name="connsiteX50" fmla="*/ 787611 w 3850389"/>
                  <a:gd name="connsiteY50" fmla="*/ 150954 h 1461275"/>
                  <a:gd name="connsiteX51" fmla="*/ 793020 w 3850389"/>
                  <a:gd name="connsiteY51" fmla="*/ 137790 h 1461275"/>
                  <a:gd name="connsiteX52" fmla="*/ 797180 w 3850389"/>
                  <a:gd name="connsiteY52" fmla="*/ 123748 h 1461275"/>
                  <a:gd name="connsiteX53" fmla="*/ 798845 w 3850389"/>
                  <a:gd name="connsiteY53" fmla="*/ 109705 h 1461275"/>
                  <a:gd name="connsiteX54" fmla="*/ 798845 w 3850389"/>
                  <a:gd name="connsiteY54" fmla="*/ 95663 h 1461275"/>
                  <a:gd name="connsiteX55" fmla="*/ 797180 w 3850389"/>
                  <a:gd name="connsiteY55" fmla="*/ 81182 h 1461275"/>
                  <a:gd name="connsiteX56" fmla="*/ 793020 w 3850389"/>
                  <a:gd name="connsiteY56" fmla="*/ 67578 h 1461275"/>
                  <a:gd name="connsiteX57" fmla="*/ 787611 w 3850389"/>
                  <a:gd name="connsiteY57" fmla="*/ 53975 h 1461275"/>
                  <a:gd name="connsiteX58" fmla="*/ 779706 w 3850389"/>
                  <a:gd name="connsiteY58" fmla="*/ 41688 h 1461275"/>
                  <a:gd name="connsiteX59" fmla="*/ 770136 w 3850389"/>
                  <a:gd name="connsiteY59" fmla="*/ 29840 h 1461275"/>
                  <a:gd name="connsiteX60" fmla="*/ 759319 w 3850389"/>
                  <a:gd name="connsiteY60" fmla="*/ 20186 h 1461275"/>
                  <a:gd name="connsiteX61" fmla="*/ 747253 w 3850389"/>
                  <a:gd name="connsiteY61" fmla="*/ 12287 h 1461275"/>
                  <a:gd name="connsiteX62" fmla="*/ 734771 w 3850389"/>
                  <a:gd name="connsiteY62" fmla="*/ 6582 h 1461275"/>
                  <a:gd name="connsiteX63" fmla="*/ 721041 w 3850389"/>
                  <a:gd name="connsiteY63" fmla="*/ 2633 h 1461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3850389" h="1461275">
                    <a:moveTo>
                      <a:pt x="707726" y="0"/>
                    </a:moveTo>
                    <a:lnTo>
                      <a:pt x="694412" y="0"/>
                    </a:lnTo>
                    <a:lnTo>
                      <a:pt x="680266" y="2633"/>
                    </a:lnTo>
                    <a:lnTo>
                      <a:pt x="667368" y="6582"/>
                    </a:lnTo>
                    <a:lnTo>
                      <a:pt x="654470" y="12287"/>
                    </a:lnTo>
                    <a:lnTo>
                      <a:pt x="642820" y="20186"/>
                    </a:lnTo>
                    <a:lnTo>
                      <a:pt x="631171" y="29840"/>
                    </a:lnTo>
                    <a:lnTo>
                      <a:pt x="28708" y="658671"/>
                    </a:lnTo>
                    <a:lnTo>
                      <a:pt x="19971" y="669203"/>
                    </a:lnTo>
                    <a:lnTo>
                      <a:pt x="12482" y="680612"/>
                    </a:lnTo>
                    <a:lnTo>
                      <a:pt x="7489" y="692460"/>
                    </a:lnTo>
                    <a:lnTo>
                      <a:pt x="3328" y="705186"/>
                    </a:lnTo>
                    <a:lnTo>
                      <a:pt x="832" y="717473"/>
                    </a:lnTo>
                    <a:lnTo>
                      <a:pt x="0" y="730638"/>
                    </a:lnTo>
                    <a:lnTo>
                      <a:pt x="832" y="743802"/>
                    </a:lnTo>
                    <a:lnTo>
                      <a:pt x="3328" y="756967"/>
                    </a:lnTo>
                    <a:lnTo>
                      <a:pt x="7489" y="769693"/>
                    </a:lnTo>
                    <a:lnTo>
                      <a:pt x="12482" y="781541"/>
                    </a:lnTo>
                    <a:lnTo>
                      <a:pt x="19971" y="792950"/>
                    </a:lnTo>
                    <a:lnTo>
                      <a:pt x="28708" y="803043"/>
                    </a:lnTo>
                    <a:lnTo>
                      <a:pt x="631171" y="1431874"/>
                    </a:lnTo>
                    <a:lnTo>
                      <a:pt x="642820" y="1441528"/>
                    </a:lnTo>
                    <a:lnTo>
                      <a:pt x="654470" y="1449427"/>
                    </a:lnTo>
                    <a:lnTo>
                      <a:pt x="667368" y="1455571"/>
                    </a:lnTo>
                    <a:lnTo>
                      <a:pt x="680266" y="1459520"/>
                    </a:lnTo>
                    <a:lnTo>
                      <a:pt x="694412" y="1461275"/>
                    </a:lnTo>
                    <a:lnTo>
                      <a:pt x="707726" y="1461275"/>
                    </a:lnTo>
                    <a:lnTo>
                      <a:pt x="721457" y="1459520"/>
                    </a:lnTo>
                    <a:lnTo>
                      <a:pt x="734771" y="1455571"/>
                    </a:lnTo>
                    <a:lnTo>
                      <a:pt x="747669" y="1449427"/>
                    </a:lnTo>
                    <a:lnTo>
                      <a:pt x="759319" y="1441528"/>
                    </a:lnTo>
                    <a:lnTo>
                      <a:pt x="770552" y="1431874"/>
                    </a:lnTo>
                    <a:lnTo>
                      <a:pt x="779706" y="1420026"/>
                    </a:lnTo>
                    <a:lnTo>
                      <a:pt x="787611" y="1408178"/>
                    </a:lnTo>
                    <a:lnTo>
                      <a:pt x="793020" y="1394574"/>
                    </a:lnTo>
                    <a:lnTo>
                      <a:pt x="797180" y="1380971"/>
                    </a:lnTo>
                    <a:lnTo>
                      <a:pt x="798845" y="1366490"/>
                    </a:lnTo>
                    <a:lnTo>
                      <a:pt x="798845" y="1352447"/>
                    </a:lnTo>
                    <a:lnTo>
                      <a:pt x="797180" y="1337966"/>
                    </a:lnTo>
                    <a:lnTo>
                      <a:pt x="793020" y="1324363"/>
                    </a:lnTo>
                    <a:lnTo>
                      <a:pt x="787611" y="1311198"/>
                    </a:lnTo>
                    <a:lnTo>
                      <a:pt x="779706" y="1298472"/>
                    </a:lnTo>
                    <a:lnTo>
                      <a:pt x="770552" y="1287063"/>
                    </a:lnTo>
                    <a:lnTo>
                      <a:pt x="713320" y="1227360"/>
                    </a:lnTo>
                    <a:lnTo>
                      <a:pt x="3233701" y="1227360"/>
                    </a:lnTo>
                    <a:lnTo>
                      <a:pt x="3850389" y="1227360"/>
                    </a:lnTo>
                    <a:lnTo>
                      <a:pt x="3233701" y="227899"/>
                    </a:lnTo>
                    <a:lnTo>
                      <a:pt x="719092" y="227899"/>
                    </a:lnTo>
                    <a:lnTo>
                      <a:pt x="770136" y="174651"/>
                    </a:lnTo>
                    <a:lnTo>
                      <a:pt x="779706" y="163680"/>
                    </a:lnTo>
                    <a:lnTo>
                      <a:pt x="787611" y="150954"/>
                    </a:lnTo>
                    <a:lnTo>
                      <a:pt x="793020" y="137790"/>
                    </a:lnTo>
                    <a:lnTo>
                      <a:pt x="797180" y="123748"/>
                    </a:lnTo>
                    <a:lnTo>
                      <a:pt x="798845" y="109705"/>
                    </a:lnTo>
                    <a:lnTo>
                      <a:pt x="798845" y="95663"/>
                    </a:lnTo>
                    <a:lnTo>
                      <a:pt x="797180" y="81182"/>
                    </a:lnTo>
                    <a:lnTo>
                      <a:pt x="793020" y="67578"/>
                    </a:lnTo>
                    <a:lnTo>
                      <a:pt x="787611" y="53975"/>
                    </a:lnTo>
                    <a:lnTo>
                      <a:pt x="779706" y="41688"/>
                    </a:lnTo>
                    <a:lnTo>
                      <a:pt x="770136" y="29840"/>
                    </a:lnTo>
                    <a:lnTo>
                      <a:pt x="759319" y="20186"/>
                    </a:lnTo>
                    <a:lnTo>
                      <a:pt x="747253" y="12287"/>
                    </a:lnTo>
                    <a:lnTo>
                      <a:pt x="734771" y="6582"/>
                    </a:lnTo>
                    <a:lnTo>
                      <a:pt x="721041" y="2633"/>
                    </a:lnTo>
                    <a:close/>
                  </a:path>
                </a:pathLst>
              </a:custGeom>
              <a:solidFill>
                <a:srgbClr val="FAB54D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15A27A16-9ED9-47B0-A69A-14E414BD96F2}"/>
                  </a:ext>
                </a:extLst>
              </p:cNvPr>
              <p:cNvSpPr/>
              <p:nvPr/>
            </p:nvSpPr>
            <p:spPr>
              <a:xfrm>
                <a:off x="3635953" y="4910281"/>
                <a:ext cx="527709" cy="8309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4800" b="1" dirty="0">
                    <a:solidFill>
                      <a:schemeClr val="bg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endParaRPr lang="en-US" sz="4800" dirty="0">
                  <a:solidFill>
                    <a:schemeClr val="bg1"/>
                  </a:solidFill>
                  <a:effectLst/>
                </a:endParaRPr>
              </a:p>
            </p:txBody>
          </p:sp>
        </p:grpSp>
      </p:grpSp>
      <p:pic>
        <p:nvPicPr>
          <p:cNvPr id="41" name="Picture 40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EDBE4B2D-4120-477E-8E30-603C420024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2589" y="394722"/>
            <a:ext cx="1304146" cy="254945"/>
          </a:xfrm>
          <a:prstGeom prst="rect">
            <a:avLst/>
          </a:prstGeom>
        </p:spPr>
      </p:pic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241FEB2D-E01D-4785-8C93-25FE8ED2A4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37267" y="1591795"/>
            <a:ext cx="2808031" cy="61287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rgbClr val="0E78BC"/>
                </a:solidFill>
                <a:effectLst/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8C8541E9-D21D-4D3C-9DD3-8C0EF6DD89B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37267" y="4098705"/>
            <a:ext cx="2808031" cy="61287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rgbClr val="0E78BC"/>
                </a:solidFill>
                <a:effectLst/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E387903F-8225-4554-844D-7525E9BD72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70488" y="2927917"/>
            <a:ext cx="2808031" cy="61287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rgbClr val="0E78BC"/>
                </a:solidFill>
                <a:effectLst/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6DA10A58-84E3-4C34-AAB7-8409A7864E6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570488" y="5437853"/>
            <a:ext cx="2808031" cy="61287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rgbClr val="0E78BC"/>
                </a:solidFill>
                <a:effectLst/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85163300-D5F0-47C5-B66A-BDA9A12F73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30263" y="1553188"/>
            <a:ext cx="2440224" cy="797266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6E7489FE-EC17-4947-92EC-B5BC2B6B23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96535" y="2790705"/>
            <a:ext cx="2440224" cy="797266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9C10EB5D-E619-4B3F-9302-2193F58AC96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30263" y="4031018"/>
            <a:ext cx="2440224" cy="797266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41F0F75E-4E70-4737-BD5A-2C6986C2C00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96535" y="5268535"/>
            <a:ext cx="2440224" cy="797266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347EF0F4-6E5E-4A91-A36F-08A0C719AA3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1857" y="400012"/>
            <a:ext cx="7090914" cy="804066"/>
          </a:xfrm>
        </p:spPr>
        <p:txBody>
          <a:bodyPr wrap="square">
            <a:spAutoFit/>
          </a:bodyPr>
          <a:lstStyle>
            <a:lvl1pPr marL="0" indent="0">
              <a:buNone/>
              <a:defRPr sz="5000" b="1">
                <a:solidFill>
                  <a:srgbClr val="0E78BC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Four Step Template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998432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ep_Template_V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33EB9AB3-74EE-4D13-A24D-50B92CB4BC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5086506-54E8-45B5-B5C5-D7CBD976AB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  <p:sp>
        <p:nvSpPr>
          <p:cNvPr id="21" name="Freeform 6">
            <a:extLst>
              <a:ext uri="{FF2B5EF4-FFF2-40B4-BE49-F238E27FC236}">
                <a16:creationId xmlns:a16="http://schemas.microsoft.com/office/drawing/2014/main" id="{FEFE87E5-B093-49D6-B1C4-0CCC98D337AB}"/>
              </a:ext>
            </a:extLst>
          </p:cNvPr>
          <p:cNvSpPr>
            <a:spLocks/>
          </p:cNvSpPr>
          <p:nvPr/>
        </p:nvSpPr>
        <p:spPr bwMode="auto">
          <a:xfrm>
            <a:off x="3529733" y="838200"/>
            <a:ext cx="5129358" cy="5138018"/>
          </a:xfrm>
          <a:custGeom>
            <a:avLst/>
            <a:gdLst/>
            <a:ahLst/>
            <a:cxnLst>
              <a:cxn ang="0">
                <a:pos x="1480" y="0"/>
              </a:cxn>
              <a:cxn ang="0">
                <a:pos x="2961" y="1484"/>
              </a:cxn>
              <a:cxn ang="0">
                <a:pos x="1480" y="2966"/>
              </a:cxn>
              <a:cxn ang="0">
                <a:pos x="0" y="1484"/>
              </a:cxn>
              <a:cxn ang="0">
                <a:pos x="1480" y="0"/>
              </a:cxn>
            </a:cxnLst>
            <a:rect l="0" t="0" r="r" b="b"/>
            <a:pathLst>
              <a:path w="2961" h="2966">
                <a:moveTo>
                  <a:pt x="1480" y="0"/>
                </a:moveTo>
                <a:lnTo>
                  <a:pt x="2961" y="1484"/>
                </a:lnTo>
                <a:lnTo>
                  <a:pt x="1480" y="2966"/>
                </a:lnTo>
                <a:lnTo>
                  <a:pt x="0" y="1484"/>
                </a:lnTo>
                <a:lnTo>
                  <a:pt x="1480" y="0"/>
                </a:lnTo>
                <a:close/>
              </a:path>
            </a:pathLst>
          </a:custGeom>
          <a:solidFill>
            <a:schemeClr val="bg1">
              <a:lumMod val="75000"/>
              <a:alpha val="46000"/>
            </a:schemeClr>
          </a:solidFill>
          <a:ln w="0">
            <a:noFill/>
            <a:prstDash val="solid"/>
            <a:round/>
            <a:headEnd/>
            <a:tailEnd/>
          </a:ln>
          <a:scene3d>
            <a:camera prst="perspectiveRelaxed" fov="1800000">
              <a:rot lat="19200000" lon="0" rev="0"/>
            </a:camera>
            <a:lightRig rig="soft" dir="t">
              <a:rot lat="0" lon="0" rev="16800000"/>
            </a:lightRig>
          </a:scene3d>
          <a:sp3d prstMaterial="metal">
            <a:bevelT w="0" h="571500"/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01E6C37F-81AB-40E8-A441-063971AC8407}"/>
              </a:ext>
            </a:extLst>
          </p:cNvPr>
          <p:cNvSpPr>
            <a:spLocks/>
          </p:cNvSpPr>
          <p:nvPr/>
        </p:nvSpPr>
        <p:spPr bwMode="auto">
          <a:xfrm>
            <a:off x="4276356" y="1574430"/>
            <a:ext cx="1732306" cy="1735770"/>
          </a:xfrm>
          <a:custGeom>
            <a:avLst/>
            <a:gdLst/>
            <a:ahLst/>
            <a:cxnLst>
              <a:cxn ang="0">
                <a:pos x="160" y="0"/>
              </a:cxn>
              <a:cxn ang="0">
                <a:pos x="840" y="0"/>
              </a:cxn>
              <a:cxn ang="0">
                <a:pos x="868" y="2"/>
              </a:cxn>
              <a:cxn ang="0">
                <a:pos x="895" y="9"/>
              </a:cxn>
              <a:cxn ang="0">
                <a:pos x="920" y="21"/>
              </a:cxn>
              <a:cxn ang="0">
                <a:pos x="943" y="37"/>
              </a:cxn>
              <a:cxn ang="0">
                <a:pos x="962" y="56"/>
              </a:cxn>
              <a:cxn ang="0">
                <a:pos x="978" y="79"/>
              </a:cxn>
              <a:cxn ang="0">
                <a:pos x="990" y="104"/>
              </a:cxn>
              <a:cxn ang="0">
                <a:pos x="997" y="131"/>
              </a:cxn>
              <a:cxn ang="0">
                <a:pos x="1000" y="160"/>
              </a:cxn>
              <a:cxn ang="0">
                <a:pos x="1000" y="841"/>
              </a:cxn>
              <a:cxn ang="0">
                <a:pos x="997" y="870"/>
              </a:cxn>
              <a:cxn ang="0">
                <a:pos x="990" y="898"/>
              </a:cxn>
              <a:cxn ang="0">
                <a:pos x="978" y="922"/>
              </a:cxn>
              <a:cxn ang="0">
                <a:pos x="962" y="944"/>
              </a:cxn>
              <a:cxn ang="0">
                <a:pos x="943" y="964"/>
              </a:cxn>
              <a:cxn ang="0">
                <a:pos x="920" y="980"/>
              </a:cxn>
              <a:cxn ang="0">
                <a:pos x="895" y="992"/>
              </a:cxn>
              <a:cxn ang="0">
                <a:pos x="868" y="999"/>
              </a:cxn>
              <a:cxn ang="0">
                <a:pos x="840" y="1002"/>
              </a:cxn>
              <a:cxn ang="0">
                <a:pos x="160" y="1002"/>
              </a:cxn>
              <a:cxn ang="0">
                <a:pos x="131" y="999"/>
              </a:cxn>
              <a:cxn ang="0">
                <a:pos x="104" y="992"/>
              </a:cxn>
              <a:cxn ang="0">
                <a:pos x="79" y="980"/>
              </a:cxn>
              <a:cxn ang="0">
                <a:pos x="56" y="964"/>
              </a:cxn>
              <a:cxn ang="0">
                <a:pos x="37" y="944"/>
              </a:cxn>
              <a:cxn ang="0">
                <a:pos x="21" y="922"/>
              </a:cxn>
              <a:cxn ang="0">
                <a:pos x="10" y="898"/>
              </a:cxn>
              <a:cxn ang="0">
                <a:pos x="2" y="870"/>
              </a:cxn>
              <a:cxn ang="0">
                <a:pos x="0" y="841"/>
              </a:cxn>
              <a:cxn ang="0">
                <a:pos x="0" y="160"/>
              </a:cxn>
              <a:cxn ang="0">
                <a:pos x="2" y="131"/>
              </a:cxn>
              <a:cxn ang="0">
                <a:pos x="10" y="104"/>
              </a:cxn>
              <a:cxn ang="0">
                <a:pos x="21" y="79"/>
              </a:cxn>
              <a:cxn ang="0">
                <a:pos x="37" y="56"/>
              </a:cxn>
              <a:cxn ang="0">
                <a:pos x="56" y="37"/>
              </a:cxn>
              <a:cxn ang="0">
                <a:pos x="79" y="21"/>
              </a:cxn>
              <a:cxn ang="0">
                <a:pos x="104" y="9"/>
              </a:cxn>
              <a:cxn ang="0">
                <a:pos x="131" y="2"/>
              </a:cxn>
              <a:cxn ang="0">
                <a:pos x="160" y="0"/>
              </a:cxn>
            </a:cxnLst>
            <a:rect l="0" t="0" r="r" b="b"/>
            <a:pathLst>
              <a:path w="1000" h="1002">
                <a:moveTo>
                  <a:pt x="160" y="0"/>
                </a:moveTo>
                <a:lnTo>
                  <a:pt x="840" y="0"/>
                </a:lnTo>
                <a:lnTo>
                  <a:pt x="868" y="2"/>
                </a:lnTo>
                <a:lnTo>
                  <a:pt x="895" y="9"/>
                </a:lnTo>
                <a:lnTo>
                  <a:pt x="920" y="21"/>
                </a:lnTo>
                <a:lnTo>
                  <a:pt x="943" y="37"/>
                </a:lnTo>
                <a:lnTo>
                  <a:pt x="962" y="56"/>
                </a:lnTo>
                <a:lnTo>
                  <a:pt x="978" y="79"/>
                </a:lnTo>
                <a:lnTo>
                  <a:pt x="990" y="104"/>
                </a:lnTo>
                <a:lnTo>
                  <a:pt x="997" y="131"/>
                </a:lnTo>
                <a:lnTo>
                  <a:pt x="1000" y="160"/>
                </a:lnTo>
                <a:lnTo>
                  <a:pt x="1000" y="841"/>
                </a:lnTo>
                <a:lnTo>
                  <a:pt x="997" y="870"/>
                </a:lnTo>
                <a:lnTo>
                  <a:pt x="990" y="898"/>
                </a:lnTo>
                <a:lnTo>
                  <a:pt x="978" y="922"/>
                </a:lnTo>
                <a:lnTo>
                  <a:pt x="962" y="944"/>
                </a:lnTo>
                <a:lnTo>
                  <a:pt x="943" y="964"/>
                </a:lnTo>
                <a:lnTo>
                  <a:pt x="920" y="980"/>
                </a:lnTo>
                <a:lnTo>
                  <a:pt x="895" y="992"/>
                </a:lnTo>
                <a:lnTo>
                  <a:pt x="868" y="999"/>
                </a:lnTo>
                <a:lnTo>
                  <a:pt x="840" y="1002"/>
                </a:lnTo>
                <a:lnTo>
                  <a:pt x="160" y="1002"/>
                </a:lnTo>
                <a:lnTo>
                  <a:pt x="131" y="999"/>
                </a:lnTo>
                <a:lnTo>
                  <a:pt x="104" y="992"/>
                </a:lnTo>
                <a:lnTo>
                  <a:pt x="79" y="980"/>
                </a:lnTo>
                <a:lnTo>
                  <a:pt x="56" y="964"/>
                </a:lnTo>
                <a:lnTo>
                  <a:pt x="37" y="944"/>
                </a:lnTo>
                <a:lnTo>
                  <a:pt x="21" y="922"/>
                </a:lnTo>
                <a:lnTo>
                  <a:pt x="10" y="898"/>
                </a:lnTo>
                <a:lnTo>
                  <a:pt x="2" y="870"/>
                </a:lnTo>
                <a:lnTo>
                  <a:pt x="0" y="841"/>
                </a:lnTo>
                <a:lnTo>
                  <a:pt x="0" y="160"/>
                </a:lnTo>
                <a:lnTo>
                  <a:pt x="2" y="131"/>
                </a:lnTo>
                <a:lnTo>
                  <a:pt x="10" y="104"/>
                </a:lnTo>
                <a:lnTo>
                  <a:pt x="21" y="79"/>
                </a:lnTo>
                <a:lnTo>
                  <a:pt x="37" y="56"/>
                </a:lnTo>
                <a:lnTo>
                  <a:pt x="56" y="37"/>
                </a:lnTo>
                <a:lnTo>
                  <a:pt x="79" y="21"/>
                </a:lnTo>
                <a:lnTo>
                  <a:pt x="104" y="9"/>
                </a:lnTo>
                <a:lnTo>
                  <a:pt x="131" y="2"/>
                </a:lnTo>
                <a:lnTo>
                  <a:pt x="160" y="0"/>
                </a:lnTo>
                <a:close/>
              </a:path>
            </a:pathLst>
          </a:custGeom>
          <a:solidFill>
            <a:srgbClr val="8EC152"/>
          </a:solidFill>
          <a:ln w="0">
            <a:noFill/>
            <a:prstDash val="solid"/>
            <a:round/>
            <a:headEnd/>
            <a:tailEnd/>
          </a:ln>
          <a:scene3d>
            <a:camera prst="perspectiveRelaxed" fov="1800000">
              <a:rot lat="19200000" lon="0" rev="0"/>
            </a:camera>
            <a:lightRig rig="soft" dir="t">
              <a:rot lat="0" lon="0" rev="16800000"/>
            </a:lightRig>
          </a:scene3d>
          <a:sp3d prstMaterial="metal">
            <a:bevelT w="0" h="571500"/>
          </a:sp3d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flatTx/>
          </a:bodyPr>
          <a:lstStyle/>
          <a:p>
            <a:pPr algn="ctr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3" name="Freeform 8">
            <a:extLst>
              <a:ext uri="{FF2B5EF4-FFF2-40B4-BE49-F238E27FC236}">
                <a16:creationId xmlns:a16="http://schemas.microsoft.com/office/drawing/2014/main" id="{8D77CA6E-74FC-423C-8620-5DE5F9520FA7}"/>
              </a:ext>
            </a:extLst>
          </p:cNvPr>
          <p:cNvSpPr>
            <a:spLocks/>
          </p:cNvSpPr>
          <p:nvPr/>
        </p:nvSpPr>
        <p:spPr bwMode="auto">
          <a:xfrm>
            <a:off x="6178429" y="1574430"/>
            <a:ext cx="1734038" cy="1735770"/>
          </a:xfrm>
          <a:custGeom>
            <a:avLst/>
            <a:gdLst/>
            <a:ahLst/>
            <a:cxnLst>
              <a:cxn ang="0">
                <a:pos x="161" y="0"/>
              </a:cxn>
              <a:cxn ang="0">
                <a:pos x="841" y="0"/>
              </a:cxn>
              <a:cxn ang="0">
                <a:pos x="870" y="2"/>
              </a:cxn>
              <a:cxn ang="0">
                <a:pos x="897" y="9"/>
              </a:cxn>
              <a:cxn ang="0">
                <a:pos x="922" y="21"/>
              </a:cxn>
              <a:cxn ang="0">
                <a:pos x="945" y="37"/>
              </a:cxn>
              <a:cxn ang="0">
                <a:pos x="963" y="56"/>
              </a:cxn>
              <a:cxn ang="0">
                <a:pos x="980" y="79"/>
              </a:cxn>
              <a:cxn ang="0">
                <a:pos x="991" y="104"/>
              </a:cxn>
              <a:cxn ang="0">
                <a:pos x="999" y="131"/>
              </a:cxn>
              <a:cxn ang="0">
                <a:pos x="1001" y="160"/>
              </a:cxn>
              <a:cxn ang="0">
                <a:pos x="1001" y="841"/>
              </a:cxn>
              <a:cxn ang="0">
                <a:pos x="999" y="870"/>
              </a:cxn>
              <a:cxn ang="0">
                <a:pos x="991" y="898"/>
              </a:cxn>
              <a:cxn ang="0">
                <a:pos x="980" y="922"/>
              </a:cxn>
              <a:cxn ang="0">
                <a:pos x="963" y="944"/>
              </a:cxn>
              <a:cxn ang="0">
                <a:pos x="945" y="964"/>
              </a:cxn>
              <a:cxn ang="0">
                <a:pos x="922" y="980"/>
              </a:cxn>
              <a:cxn ang="0">
                <a:pos x="897" y="992"/>
              </a:cxn>
              <a:cxn ang="0">
                <a:pos x="870" y="999"/>
              </a:cxn>
              <a:cxn ang="0">
                <a:pos x="841" y="1002"/>
              </a:cxn>
              <a:cxn ang="0">
                <a:pos x="161" y="1002"/>
              </a:cxn>
              <a:cxn ang="0">
                <a:pos x="133" y="999"/>
              </a:cxn>
              <a:cxn ang="0">
                <a:pos x="105" y="992"/>
              </a:cxn>
              <a:cxn ang="0">
                <a:pos x="81" y="980"/>
              </a:cxn>
              <a:cxn ang="0">
                <a:pos x="58" y="964"/>
              </a:cxn>
              <a:cxn ang="0">
                <a:pos x="38" y="944"/>
              </a:cxn>
              <a:cxn ang="0">
                <a:pos x="22" y="922"/>
              </a:cxn>
              <a:cxn ang="0">
                <a:pos x="10" y="898"/>
              </a:cxn>
              <a:cxn ang="0">
                <a:pos x="3" y="870"/>
              </a:cxn>
              <a:cxn ang="0">
                <a:pos x="0" y="841"/>
              </a:cxn>
              <a:cxn ang="0">
                <a:pos x="0" y="160"/>
              </a:cxn>
              <a:cxn ang="0">
                <a:pos x="3" y="131"/>
              </a:cxn>
              <a:cxn ang="0">
                <a:pos x="10" y="104"/>
              </a:cxn>
              <a:cxn ang="0">
                <a:pos x="22" y="79"/>
              </a:cxn>
              <a:cxn ang="0">
                <a:pos x="38" y="56"/>
              </a:cxn>
              <a:cxn ang="0">
                <a:pos x="58" y="37"/>
              </a:cxn>
              <a:cxn ang="0">
                <a:pos x="81" y="21"/>
              </a:cxn>
              <a:cxn ang="0">
                <a:pos x="105" y="9"/>
              </a:cxn>
              <a:cxn ang="0">
                <a:pos x="133" y="2"/>
              </a:cxn>
              <a:cxn ang="0">
                <a:pos x="161" y="0"/>
              </a:cxn>
            </a:cxnLst>
            <a:rect l="0" t="0" r="r" b="b"/>
            <a:pathLst>
              <a:path w="1001" h="1002">
                <a:moveTo>
                  <a:pt x="161" y="0"/>
                </a:moveTo>
                <a:lnTo>
                  <a:pt x="841" y="0"/>
                </a:lnTo>
                <a:lnTo>
                  <a:pt x="870" y="2"/>
                </a:lnTo>
                <a:lnTo>
                  <a:pt x="897" y="9"/>
                </a:lnTo>
                <a:lnTo>
                  <a:pt x="922" y="21"/>
                </a:lnTo>
                <a:lnTo>
                  <a:pt x="945" y="37"/>
                </a:lnTo>
                <a:lnTo>
                  <a:pt x="963" y="56"/>
                </a:lnTo>
                <a:lnTo>
                  <a:pt x="980" y="79"/>
                </a:lnTo>
                <a:lnTo>
                  <a:pt x="991" y="104"/>
                </a:lnTo>
                <a:lnTo>
                  <a:pt x="999" y="131"/>
                </a:lnTo>
                <a:lnTo>
                  <a:pt x="1001" y="160"/>
                </a:lnTo>
                <a:lnTo>
                  <a:pt x="1001" y="841"/>
                </a:lnTo>
                <a:lnTo>
                  <a:pt x="999" y="870"/>
                </a:lnTo>
                <a:lnTo>
                  <a:pt x="991" y="898"/>
                </a:lnTo>
                <a:lnTo>
                  <a:pt x="980" y="922"/>
                </a:lnTo>
                <a:lnTo>
                  <a:pt x="963" y="944"/>
                </a:lnTo>
                <a:lnTo>
                  <a:pt x="945" y="964"/>
                </a:lnTo>
                <a:lnTo>
                  <a:pt x="922" y="980"/>
                </a:lnTo>
                <a:lnTo>
                  <a:pt x="897" y="992"/>
                </a:lnTo>
                <a:lnTo>
                  <a:pt x="870" y="999"/>
                </a:lnTo>
                <a:lnTo>
                  <a:pt x="841" y="1002"/>
                </a:lnTo>
                <a:lnTo>
                  <a:pt x="161" y="1002"/>
                </a:lnTo>
                <a:lnTo>
                  <a:pt x="133" y="999"/>
                </a:lnTo>
                <a:lnTo>
                  <a:pt x="105" y="992"/>
                </a:lnTo>
                <a:lnTo>
                  <a:pt x="81" y="980"/>
                </a:lnTo>
                <a:lnTo>
                  <a:pt x="58" y="964"/>
                </a:lnTo>
                <a:lnTo>
                  <a:pt x="38" y="944"/>
                </a:lnTo>
                <a:lnTo>
                  <a:pt x="22" y="922"/>
                </a:lnTo>
                <a:lnTo>
                  <a:pt x="10" y="898"/>
                </a:lnTo>
                <a:lnTo>
                  <a:pt x="3" y="870"/>
                </a:lnTo>
                <a:lnTo>
                  <a:pt x="0" y="841"/>
                </a:lnTo>
                <a:lnTo>
                  <a:pt x="0" y="160"/>
                </a:lnTo>
                <a:lnTo>
                  <a:pt x="3" y="131"/>
                </a:lnTo>
                <a:lnTo>
                  <a:pt x="10" y="104"/>
                </a:lnTo>
                <a:lnTo>
                  <a:pt x="22" y="79"/>
                </a:lnTo>
                <a:lnTo>
                  <a:pt x="38" y="56"/>
                </a:lnTo>
                <a:lnTo>
                  <a:pt x="58" y="37"/>
                </a:lnTo>
                <a:lnTo>
                  <a:pt x="81" y="21"/>
                </a:lnTo>
                <a:lnTo>
                  <a:pt x="105" y="9"/>
                </a:lnTo>
                <a:lnTo>
                  <a:pt x="133" y="2"/>
                </a:lnTo>
                <a:lnTo>
                  <a:pt x="161" y="0"/>
                </a:lnTo>
                <a:close/>
              </a:path>
            </a:pathLst>
          </a:custGeom>
          <a:solidFill>
            <a:srgbClr val="0E78BC"/>
          </a:solidFill>
          <a:ln w="0">
            <a:noFill/>
            <a:prstDash val="solid"/>
            <a:round/>
            <a:headEnd/>
            <a:tailEnd/>
          </a:ln>
          <a:scene3d>
            <a:camera prst="perspectiveRelaxed" fov="1800000">
              <a:rot lat="19200000" lon="0" rev="0"/>
            </a:camera>
            <a:lightRig rig="soft" dir="t">
              <a:rot lat="0" lon="0" rev="16800000"/>
            </a:lightRig>
          </a:scene3d>
          <a:sp3d prstMaterial="metal">
            <a:bevelT w="0" h="571500"/>
          </a:sp3d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flatTx/>
          </a:bodyPr>
          <a:lstStyle/>
          <a:p>
            <a:pPr algn="ctr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4" name="Freeform 9">
            <a:extLst>
              <a:ext uri="{FF2B5EF4-FFF2-40B4-BE49-F238E27FC236}">
                <a16:creationId xmlns:a16="http://schemas.microsoft.com/office/drawing/2014/main" id="{11A59C34-4EFC-422A-A5F3-21F88CA3D964}"/>
              </a:ext>
            </a:extLst>
          </p:cNvPr>
          <p:cNvSpPr>
            <a:spLocks/>
          </p:cNvSpPr>
          <p:nvPr/>
        </p:nvSpPr>
        <p:spPr bwMode="auto">
          <a:xfrm>
            <a:off x="4276356" y="3505950"/>
            <a:ext cx="1732306" cy="1735770"/>
          </a:xfrm>
          <a:custGeom>
            <a:avLst/>
            <a:gdLst/>
            <a:ahLst/>
            <a:cxnLst>
              <a:cxn ang="0">
                <a:pos x="160" y="0"/>
              </a:cxn>
              <a:cxn ang="0">
                <a:pos x="840" y="0"/>
              </a:cxn>
              <a:cxn ang="0">
                <a:pos x="868" y="3"/>
              </a:cxn>
              <a:cxn ang="0">
                <a:pos x="895" y="10"/>
              </a:cxn>
              <a:cxn ang="0">
                <a:pos x="920" y="22"/>
              </a:cxn>
              <a:cxn ang="0">
                <a:pos x="943" y="38"/>
              </a:cxn>
              <a:cxn ang="0">
                <a:pos x="962" y="57"/>
              </a:cxn>
              <a:cxn ang="0">
                <a:pos x="978" y="80"/>
              </a:cxn>
              <a:cxn ang="0">
                <a:pos x="990" y="105"/>
              </a:cxn>
              <a:cxn ang="0">
                <a:pos x="997" y="132"/>
              </a:cxn>
              <a:cxn ang="0">
                <a:pos x="1000" y="161"/>
              </a:cxn>
              <a:cxn ang="0">
                <a:pos x="1000" y="842"/>
              </a:cxn>
              <a:cxn ang="0">
                <a:pos x="997" y="871"/>
              </a:cxn>
              <a:cxn ang="0">
                <a:pos x="990" y="898"/>
              </a:cxn>
              <a:cxn ang="0">
                <a:pos x="978" y="923"/>
              </a:cxn>
              <a:cxn ang="0">
                <a:pos x="962" y="945"/>
              </a:cxn>
              <a:cxn ang="0">
                <a:pos x="943" y="964"/>
              </a:cxn>
              <a:cxn ang="0">
                <a:pos x="920" y="980"/>
              </a:cxn>
              <a:cxn ang="0">
                <a:pos x="895" y="992"/>
              </a:cxn>
              <a:cxn ang="0">
                <a:pos x="868" y="999"/>
              </a:cxn>
              <a:cxn ang="0">
                <a:pos x="840" y="1002"/>
              </a:cxn>
              <a:cxn ang="0">
                <a:pos x="160" y="1002"/>
              </a:cxn>
              <a:cxn ang="0">
                <a:pos x="131" y="999"/>
              </a:cxn>
              <a:cxn ang="0">
                <a:pos x="104" y="992"/>
              </a:cxn>
              <a:cxn ang="0">
                <a:pos x="79" y="980"/>
              </a:cxn>
              <a:cxn ang="0">
                <a:pos x="56" y="964"/>
              </a:cxn>
              <a:cxn ang="0">
                <a:pos x="37" y="945"/>
              </a:cxn>
              <a:cxn ang="0">
                <a:pos x="21" y="923"/>
              </a:cxn>
              <a:cxn ang="0">
                <a:pos x="10" y="898"/>
              </a:cxn>
              <a:cxn ang="0">
                <a:pos x="2" y="871"/>
              </a:cxn>
              <a:cxn ang="0">
                <a:pos x="0" y="842"/>
              </a:cxn>
              <a:cxn ang="0">
                <a:pos x="0" y="161"/>
              </a:cxn>
              <a:cxn ang="0">
                <a:pos x="2" y="132"/>
              </a:cxn>
              <a:cxn ang="0">
                <a:pos x="10" y="105"/>
              </a:cxn>
              <a:cxn ang="0">
                <a:pos x="21" y="80"/>
              </a:cxn>
              <a:cxn ang="0">
                <a:pos x="37" y="57"/>
              </a:cxn>
              <a:cxn ang="0">
                <a:pos x="56" y="38"/>
              </a:cxn>
              <a:cxn ang="0">
                <a:pos x="79" y="22"/>
              </a:cxn>
              <a:cxn ang="0">
                <a:pos x="104" y="10"/>
              </a:cxn>
              <a:cxn ang="0">
                <a:pos x="131" y="3"/>
              </a:cxn>
              <a:cxn ang="0">
                <a:pos x="160" y="0"/>
              </a:cxn>
            </a:cxnLst>
            <a:rect l="0" t="0" r="r" b="b"/>
            <a:pathLst>
              <a:path w="1000" h="1002">
                <a:moveTo>
                  <a:pt x="160" y="0"/>
                </a:moveTo>
                <a:lnTo>
                  <a:pt x="840" y="0"/>
                </a:lnTo>
                <a:lnTo>
                  <a:pt x="868" y="3"/>
                </a:lnTo>
                <a:lnTo>
                  <a:pt x="895" y="10"/>
                </a:lnTo>
                <a:lnTo>
                  <a:pt x="920" y="22"/>
                </a:lnTo>
                <a:lnTo>
                  <a:pt x="943" y="38"/>
                </a:lnTo>
                <a:lnTo>
                  <a:pt x="962" y="57"/>
                </a:lnTo>
                <a:lnTo>
                  <a:pt x="978" y="80"/>
                </a:lnTo>
                <a:lnTo>
                  <a:pt x="990" y="105"/>
                </a:lnTo>
                <a:lnTo>
                  <a:pt x="997" y="132"/>
                </a:lnTo>
                <a:lnTo>
                  <a:pt x="1000" y="161"/>
                </a:lnTo>
                <a:lnTo>
                  <a:pt x="1000" y="842"/>
                </a:lnTo>
                <a:lnTo>
                  <a:pt x="997" y="871"/>
                </a:lnTo>
                <a:lnTo>
                  <a:pt x="990" y="898"/>
                </a:lnTo>
                <a:lnTo>
                  <a:pt x="978" y="923"/>
                </a:lnTo>
                <a:lnTo>
                  <a:pt x="962" y="945"/>
                </a:lnTo>
                <a:lnTo>
                  <a:pt x="943" y="964"/>
                </a:lnTo>
                <a:lnTo>
                  <a:pt x="920" y="980"/>
                </a:lnTo>
                <a:lnTo>
                  <a:pt x="895" y="992"/>
                </a:lnTo>
                <a:lnTo>
                  <a:pt x="868" y="999"/>
                </a:lnTo>
                <a:lnTo>
                  <a:pt x="840" y="1002"/>
                </a:lnTo>
                <a:lnTo>
                  <a:pt x="160" y="1002"/>
                </a:lnTo>
                <a:lnTo>
                  <a:pt x="131" y="999"/>
                </a:lnTo>
                <a:lnTo>
                  <a:pt x="104" y="992"/>
                </a:lnTo>
                <a:lnTo>
                  <a:pt x="79" y="980"/>
                </a:lnTo>
                <a:lnTo>
                  <a:pt x="56" y="964"/>
                </a:lnTo>
                <a:lnTo>
                  <a:pt x="37" y="945"/>
                </a:lnTo>
                <a:lnTo>
                  <a:pt x="21" y="923"/>
                </a:lnTo>
                <a:lnTo>
                  <a:pt x="10" y="898"/>
                </a:lnTo>
                <a:lnTo>
                  <a:pt x="2" y="871"/>
                </a:lnTo>
                <a:lnTo>
                  <a:pt x="0" y="842"/>
                </a:lnTo>
                <a:lnTo>
                  <a:pt x="0" y="161"/>
                </a:lnTo>
                <a:lnTo>
                  <a:pt x="2" y="132"/>
                </a:lnTo>
                <a:lnTo>
                  <a:pt x="10" y="105"/>
                </a:lnTo>
                <a:lnTo>
                  <a:pt x="21" y="80"/>
                </a:lnTo>
                <a:lnTo>
                  <a:pt x="37" y="57"/>
                </a:lnTo>
                <a:lnTo>
                  <a:pt x="56" y="38"/>
                </a:lnTo>
                <a:lnTo>
                  <a:pt x="79" y="22"/>
                </a:lnTo>
                <a:lnTo>
                  <a:pt x="104" y="10"/>
                </a:lnTo>
                <a:lnTo>
                  <a:pt x="131" y="3"/>
                </a:lnTo>
                <a:lnTo>
                  <a:pt x="160" y="0"/>
                </a:lnTo>
                <a:close/>
              </a:path>
            </a:pathLst>
          </a:custGeom>
          <a:solidFill>
            <a:srgbClr val="ED6A5E"/>
          </a:solidFill>
          <a:ln w="0">
            <a:noFill/>
            <a:prstDash val="solid"/>
            <a:round/>
            <a:headEnd/>
            <a:tailEnd/>
          </a:ln>
          <a:scene3d>
            <a:camera prst="perspectiveRelaxed" fov="1800000">
              <a:rot lat="19200000" lon="0" rev="0"/>
            </a:camera>
            <a:lightRig rig="soft" dir="t">
              <a:rot lat="0" lon="0" rev="16800000"/>
            </a:lightRig>
          </a:scene3d>
          <a:sp3d prstMaterial="metal">
            <a:bevelT w="0" h="571500"/>
          </a:sp3d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flatTx/>
          </a:bodyPr>
          <a:lstStyle/>
          <a:p>
            <a:pPr algn="ctr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25" name="Freeform 10">
            <a:extLst>
              <a:ext uri="{FF2B5EF4-FFF2-40B4-BE49-F238E27FC236}">
                <a16:creationId xmlns:a16="http://schemas.microsoft.com/office/drawing/2014/main" id="{D417F3FE-9A01-4F40-A7CB-0E16C7559890}"/>
              </a:ext>
            </a:extLst>
          </p:cNvPr>
          <p:cNvSpPr>
            <a:spLocks/>
          </p:cNvSpPr>
          <p:nvPr/>
        </p:nvSpPr>
        <p:spPr bwMode="auto">
          <a:xfrm>
            <a:off x="6178429" y="3505950"/>
            <a:ext cx="1734038" cy="1735770"/>
          </a:xfrm>
          <a:custGeom>
            <a:avLst/>
            <a:gdLst/>
            <a:ahLst/>
            <a:cxnLst>
              <a:cxn ang="0">
                <a:pos x="161" y="0"/>
              </a:cxn>
              <a:cxn ang="0">
                <a:pos x="841" y="0"/>
              </a:cxn>
              <a:cxn ang="0">
                <a:pos x="870" y="3"/>
              </a:cxn>
              <a:cxn ang="0">
                <a:pos x="897" y="10"/>
              </a:cxn>
              <a:cxn ang="0">
                <a:pos x="922" y="22"/>
              </a:cxn>
              <a:cxn ang="0">
                <a:pos x="945" y="38"/>
              </a:cxn>
              <a:cxn ang="0">
                <a:pos x="963" y="57"/>
              </a:cxn>
              <a:cxn ang="0">
                <a:pos x="980" y="80"/>
              </a:cxn>
              <a:cxn ang="0">
                <a:pos x="991" y="105"/>
              </a:cxn>
              <a:cxn ang="0">
                <a:pos x="999" y="132"/>
              </a:cxn>
              <a:cxn ang="0">
                <a:pos x="1001" y="161"/>
              </a:cxn>
              <a:cxn ang="0">
                <a:pos x="1001" y="842"/>
              </a:cxn>
              <a:cxn ang="0">
                <a:pos x="999" y="871"/>
              </a:cxn>
              <a:cxn ang="0">
                <a:pos x="991" y="898"/>
              </a:cxn>
              <a:cxn ang="0">
                <a:pos x="980" y="923"/>
              </a:cxn>
              <a:cxn ang="0">
                <a:pos x="963" y="945"/>
              </a:cxn>
              <a:cxn ang="0">
                <a:pos x="945" y="964"/>
              </a:cxn>
              <a:cxn ang="0">
                <a:pos x="922" y="980"/>
              </a:cxn>
              <a:cxn ang="0">
                <a:pos x="897" y="992"/>
              </a:cxn>
              <a:cxn ang="0">
                <a:pos x="870" y="999"/>
              </a:cxn>
              <a:cxn ang="0">
                <a:pos x="841" y="1002"/>
              </a:cxn>
              <a:cxn ang="0">
                <a:pos x="161" y="1002"/>
              </a:cxn>
              <a:cxn ang="0">
                <a:pos x="133" y="999"/>
              </a:cxn>
              <a:cxn ang="0">
                <a:pos x="105" y="992"/>
              </a:cxn>
              <a:cxn ang="0">
                <a:pos x="81" y="980"/>
              </a:cxn>
              <a:cxn ang="0">
                <a:pos x="58" y="964"/>
              </a:cxn>
              <a:cxn ang="0">
                <a:pos x="38" y="945"/>
              </a:cxn>
              <a:cxn ang="0">
                <a:pos x="22" y="923"/>
              </a:cxn>
              <a:cxn ang="0">
                <a:pos x="10" y="898"/>
              </a:cxn>
              <a:cxn ang="0">
                <a:pos x="3" y="871"/>
              </a:cxn>
              <a:cxn ang="0">
                <a:pos x="0" y="842"/>
              </a:cxn>
              <a:cxn ang="0">
                <a:pos x="0" y="161"/>
              </a:cxn>
              <a:cxn ang="0">
                <a:pos x="3" y="132"/>
              </a:cxn>
              <a:cxn ang="0">
                <a:pos x="10" y="105"/>
              </a:cxn>
              <a:cxn ang="0">
                <a:pos x="22" y="80"/>
              </a:cxn>
              <a:cxn ang="0">
                <a:pos x="38" y="57"/>
              </a:cxn>
              <a:cxn ang="0">
                <a:pos x="58" y="38"/>
              </a:cxn>
              <a:cxn ang="0">
                <a:pos x="81" y="22"/>
              </a:cxn>
              <a:cxn ang="0">
                <a:pos x="105" y="10"/>
              </a:cxn>
              <a:cxn ang="0">
                <a:pos x="133" y="3"/>
              </a:cxn>
              <a:cxn ang="0">
                <a:pos x="161" y="0"/>
              </a:cxn>
            </a:cxnLst>
            <a:rect l="0" t="0" r="r" b="b"/>
            <a:pathLst>
              <a:path w="1001" h="1002">
                <a:moveTo>
                  <a:pt x="161" y="0"/>
                </a:moveTo>
                <a:lnTo>
                  <a:pt x="841" y="0"/>
                </a:lnTo>
                <a:lnTo>
                  <a:pt x="870" y="3"/>
                </a:lnTo>
                <a:lnTo>
                  <a:pt x="897" y="10"/>
                </a:lnTo>
                <a:lnTo>
                  <a:pt x="922" y="22"/>
                </a:lnTo>
                <a:lnTo>
                  <a:pt x="945" y="38"/>
                </a:lnTo>
                <a:lnTo>
                  <a:pt x="963" y="57"/>
                </a:lnTo>
                <a:lnTo>
                  <a:pt x="980" y="80"/>
                </a:lnTo>
                <a:lnTo>
                  <a:pt x="991" y="105"/>
                </a:lnTo>
                <a:lnTo>
                  <a:pt x="999" y="132"/>
                </a:lnTo>
                <a:lnTo>
                  <a:pt x="1001" y="161"/>
                </a:lnTo>
                <a:lnTo>
                  <a:pt x="1001" y="842"/>
                </a:lnTo>
                <a:lnTo>
                  <a:pt x="999" y="871"/>
                </a:lnTo>
                <a:lnTo>
                  <a:pt x="991" y="898"/>
                </a:lnTo>
                <a:lnTo>
                  <a:pt x="980" y="923"/>
                </a:lnTo>
                <a:lnTo>
                  <a:pt x="963" y="945"/>
                </a:lnTo>
                <a:lnTo>
                  <a:pt x="945" y="964"/>
                </a:lnTo>
                <a:lnTo>
                  <a:pt x="922" y="980"/>
                </a:lnTo>
                <a:lnTo>
                  <a:pt x="897" y="992"/>
                </a:lnTo>
                <a:lnTo>
                  <a:pt x="870" y="999"/>
                </a:lnTo>
                <a:lnTo>
                  <a:pt x="841" y="1002"/>
                </a:lnTo>
                <a:lnTo>
                  <a:pt x="161" y="1002"/>
                </a:lnTo>
                <a:lnTo>
                  <a:pt x="133" y="999"/>
                </a:lnTo>
                <a:lnTo>
                  <a:pt x="105" y="992"/>
                </a:lnTo>
                <a:lnTo>
                  <a:pt x="81" y="980"/>
                </a:lnTo>
                <a:lnTo>
                  <a:pt x="58" y="964"/>
                </a:lnTo>
                <a:lnTo>
                  <a:pt x="38" y="945"/>
                </a:lnTo>
                <a:lnTo>
                  <a:pt x="22" y="923"/>
                </a:lnTo>
                <a:lnTo>
                  <a:pt x="10" y="898"/>
                </a:lnTo>
                <a:lnTo>
                  <a:pt x="3" y="871"/>
                </a:lnTo>
                <a:lnTo>
                  <a:pt x="0" y="842"/>
                </a:lnTo>
                <a:lnTo>
                  <a:pt x="0" y="161"/>
                </a:lnTo>
                <a:lnTo>
                  <a:pt x="3" y="132"/>
                </a:lnTo>
                <a:lnTo>
                  <a:pt x="10" y="105"/>
                </a:lnTo>
                <a:lnTo>
                  <a:pt x="22" y="80"/>
                </a:lnTo>
                <a:lnTo>
                  <a:pt x="38" y="57"/>
                </a:lnTo>
                <a:lnTo>
                  <a:pt x="58" y="38"/>
                </a:lnTo>
                <a:lnTo>
                  <a:pt x="81" y="22"/>
                </a:lnTo>
                <a:lnTo>
                  <a:pt x="105" y="10"/>
                </a:lnTo>
                <a:lnTo>
                  <a:pt x="133" y="3"/>
                </a:lnTo>
                <a:lnTo>
                  <a:pt x="161" y="0"/>
                </a:lnTo>
                <a:close/>
              </a:path>
            </a:pathLst>
          </a:custGeom>
          <a:solidFill>
            <a:srgbClr val="FFC000"/>
          </a:solidFill>
          <a:ln w="0">
            <a:noFill/>
            <a:prstDash val="solid"/>
            <a:round/>
            <a:headEnd/>
            <a:tailEnd/>
          </a:ln>
          <a:scene3d>
            <a:camera prst="perspectiveRelaxed" fov="1800000">
              <a:rot lat="19200000" lon="0" rev="0"/>
            </a:camera>
            <a:lightRig rig="soft" dir="t">
              <a:rot lat="0" lon="0" rev="16800000"/>
            </a:lightRig>
          </a:scene3d>
          <a:sp3d prstMaterial="metal">
            <a:bevelT w="0" h="571500"/>
          </a:sp3d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  <a:flatTx/>
          </a:bodyPr>
          <a:lstStyle/>
          <a:p>
            <a:pPr algn="ctr"/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465FF35-A493-4ABC-91A9-C52768C4963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9622" y="394722"/>
            <a:ext cx="6918386" cy="658812"/>
          </a:xfrm>
        </p:spPr>
        <p:txBody>
          <a:bodyPr anchor="t">
            <a:noAutofit/>
          </a:bodyPr>
          <a:lstStyle>
            <a:lvl1pPr marL="0" indent="0" algn="l">
              <a:buNone/>
              <a:defRPr sz="5000" b="1"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Four Step Template</a:t>
            </a:r>
            <a:endParaRPr lang="en-ZA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57EA0910-4A15-4FE9-8439-925C30E61A3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29939" y="2202987"/>
            <a:ext cx="2499795" cy="47865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6C6B94-3964-452A-BCA3-1532BC7E082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29938" y="4134507"/>
            <a:ext cx="2499795" cy="47865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rgbClr val="ED6A5E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6678AEB8-22A0-4FD5-B4A9-5162FE2913F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659091" y="2202987"/>
            <a:ext cx="2499795" cy="47865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rgbClr val="197FC0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25C8631C-3D14-497D-B2F3-3A103B430E1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59090" y="4134507"/>
            <a:ext cx="2499795" cy="47865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rgbClr val="FCC008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9D978BC-15A5-4B59-BEF0-2F92161743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28710" y="1918736"/>
            <a:ext cx="1454505" cy="106600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9D10957B-5870-4FCE-9F96-DCAE8249717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8710" y="3840833"/>
            <a:ext cx="1454505" cy="106600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F831E35-CCE6-4093-A45F-EE3F99F3896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332213" y="1914025"/>
            <a:ext cx="1454505" cy="106600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3BF25820-C1E6-44A4-9373-1F83DFE2BD5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32213" y="3836122"/>
            <a:ext cx="1454505" cy="106600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20778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ep_Funnel_Template_V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DCCCA28A-5480-4D8B-8723-31810CCF00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" name="Picture 42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D66E1ED0-0EEC-48E1-A566-EB4C0A64A8F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42E7AEB-AE8E-4CC1-9591-C51E75291889}"/>
              </a:ext>
            </a:extLst>
          </p:cNvPr>
          <p:cNvGrpSpPr/>
          <p:nvPr userDrawn="1"/>
        </p:nvGrpSpPr>
        <p:grpSpPr>
          <a:xfrm>
            <a:off x="651639" y="1679557"/>
            <a:ext cx="5004555" cy="4692650"/>
            <a:chOff x="1211263" y="1555750"/>
            <a:chExt cx="5004555" cy="4692650"/>
          </a:xfrm>
        </p:grpSpPr>
        <p:grpSp>
          <p:nvGrpSpPr>
            <p:cNvPr id="8" name="Group 44">
              <a:extLst>
                <a:ext uri="{FF2B5EF4-FFF2-40B4-BE49-F238E27FC236}">
                  <a16:creationId xmlns:a16="http://schemas.microsoft.com/office/drawing/2014/main" id="{0597DD59-D7BC-413D-B3AF-917564E3D3A7}"/>
                </a:ext>
              </a:extLst>
            </p:cNvPr>
            <p:cNvGrpSpPr/>
            <p:nvPr/>
          </p:nvGrpSpPr>
          <p:grpSpPr>
            <a:xfrm>
              <a:off x="2470088" y="1555750"/>
              <a:ext cx="2938524" cy="4692650"/>
              <a:chOff x="2470088" y="1555750"/>
              <a:chExt cx="2938524" cy="4692650"/>
            </a:xfrm>
          </p:grpSpPr>
          <p:grpSp>
            <p:nvGrpSpPr>
              <p:cNvPr id="32" name="Group 14">
                <a:extLst>
                  <a:ext uri="{FF2B5EF4-FFF2-40B4-BE49-F238E27FC236}">
                    <a16:creationId xmlns:a16="http://schemas.microsoft.com/office/drawing/2014/main" id="{A3DF19B6-D4D8-40BB-8828-77816BDEAB3C}"/>
                  </a:ext>
                </a:extLst>
              </p:cNvPr>
              <p:cNvGrpSpPr/>
              <p:nvPr/>
            </p:nvGrpSpPr>
            <p:grpSpPr>
              <a:xfrm>
                <a:off x="2574924" y="1555750"/>
                <a:ext cx="2799222" cy="4406900"/>
                <a:chOff x="1603375" y="1555750"/>
                <a:chExt cx="2799222" cy="4406900"/>
              </a:xfrm>
            </p:grpSpPr>
            <p:sp>
              <p:nvSpPr>
                <p:cNvPr id="34" name="Freeform 6">
                  <a:extLst>
                    <a:ext uri="{FF2B5EF4-FFF2-40B4-BE49-F238E27FC236}">
                      <a16:creationId xmlns:a16="http://schemas.microsoft.com/office/drawing/2014/main" id="{8E8BFF0B-0010-4E8A-BCEE-B71C79C07C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3288" y="4962525"/>
                  <a:ext cx="1612900" cy="247650"/>
                </a:xfrm>
                <a:custGeom>
                  <a:avLst/>
                  <a:gdLst/>
                  <a:ahLst/>
                  <a:cxnLst>
                    <a:cxn ang="0">
                      <a:pos x="457" y="0"/>
                    </a:cxn>
                    <a:cxn ang="0">
                      <a:pos x="569" y="0"/>
                    </a:cxn>
                    <a:cxn ang="0">
                      <a:pos x="629" y="2"/>
                    </a:cxn>
                    <a:cxn ang="0">
                      <a:pos x="690" y="6"/>
                    </a:cxn>
                    <a:cxn ang="0">
                      <a:pos x="753" y="12"/>
                    </a:cxn>
                    <a:cxn ang="0">
                      <a:pos x="817" y="21"/>
                    </a:cxn>
                    <a:cxn ang="0">
                      <a:pos x="882" y="32"/>
                    </a:cxn>
                    <a:cxn ang="0">
                      <a:pos x="949" y="44"/>
                    </a:cxn>
                    <a:cxn ang="0">
                      <a:pos x="1016" y="60"/>
                    </a:cxn>
                    <a:cxn ang="0">
                      <a:pos x="1014" y="61"/>
                    </a:cxn>
                    <a:cxn ang="0">
                      <a:pos x="1007" y="64"/>
                    </a:cxn>
                    <a:cxn ang="0">
                      <a:pos x="996" y="67"/>
                    </a:cxn>
                    <a:cxn ang="0">
                      <a:pos x="982" y="72"/>
                    </a:cxn>
                    <a:cxn ang="0">
                      <a:pos x="962" y="79"/>
                    </a:cxn>
                    <a:cxn ang="0">
                      <a:pos x="940" y="86"/>
                    </a:cxn>
                    <a:cxn ang="0">
                      <a:pos x="914" y="92"/>
                    </a:cxn>
                    <a:cxn ang="0">
                      <a:pos x="886" y="101"/>
                    </a:cxn>
                    <a:cxn ang="0">
                      <a:pos x="854" y="108"/>
                    </a:cxn>
                    <a:cxn ang="0">
                      <a:pos x="819" y="117"/>
                    </a:cxn>
                    <a:cxn ang="0">
                      <a:pos x="781" y="124"/>
                    </a:cxn>
                    <a:cxn ang="0">
                      <a:pos x="742" y="132"/>
                    </a:cxn>
                    <a:cxn ang="0">
                      <a:pos x="701" y="139"/>
                    </a:cxn>
                    <a:cxn ang="0">
                      <a:pos x="657" y="145"/>
                    </a:cxn>
                    <a:cxn ang="0">
                      <a:pos x="611" y="150"/>
                    </a:cxn>
                    <a:cxn ang="0">
                      <a:pos x="563" y="153"/>
                    </a:cxn>
                    <a:cxn ang="0">
                      <a:pos x="515" y="156"/>
                    </a:cxn>
                    <a:cxn ang="0">
                      <a:pos x="466" y="156"/>
                    </a:cxn>
                    <a:cxn ang="0">
                      <a:pos x="414" y="156"/>
                    </a:cxn>
                    <a:cxn ang="0">
                      <a:pos x="363" y="153"/>
                    </a:cxn>
                    <a:cxn ang="0">
                      <a:pos x="312" y="148"/>
                    </a:cxn>
                    <a:cxn ang="0">
                      <a:pos x="259" y="140"/>
                    </a:cxn>
                    <a:cxn ang="0">
                      <a:pos x="207" y="130"/>
                    </a:cxn>
                    <a:cxn ang="0">
                      <a:pos x="154" y="118"/>
                    </a:cxn>
                    <a:cxn ang="0">
                      <a:pos x="102" y="102"/>
                    </a:cxn>
                    <a:cxn ang="0">
                      <a:pos x="51" y="82"/>
                    </a:cxn>
                    <a:cxn ang="0">
                      <a:pos x="0" y="60"/>
                    </a:cxn>
                    <a:cxn ang="0">
                      <a:pos x="2" y="60"/>
                    </a:cxn>
                    <a:cxn ang="0">
                      <a:pos x="9" y="58"/>
                    </a:cxn>
                    <a:cxn ang="0">
                      <a:pos x="21" y="55"/>
                    </a:cxn>
                    <a:cxn ang="0">
                      <a:pos x="37" y="51"/>
                    </a:cxn>
                    <a:cxn ang="0">
                      <a:pos x="58" y="46"/>
                    </a:cxn>
                    <a:cxn ang="0">
                      <a:pos x="82" y="41"/>
                    </a:cxn>
                    <a:cxn ang="0">
                      <a:pos x="111" y="36"/>
                    </a:cxn>
                    <a:cxn ang="0">
                      <a:pos x="143" y="30"/>
                    </a:cxn>
                    <a:cxn ang="0">
                      <a:pos x="178" y="24"/>
                    </a:cxn>
                    <a:cxn ang="0">
                      <a:pos x="217" y="18"/>
                    </a:cxn>
                    <a:cxn ang="0">
                      <a:pos x="260" y="13"/>
                    </a:cxn>
                    <a:cxn ang="0">
                      <a:pos x="304" y="9"/>
                    </a:cxn>
                    <a:cxn ang="0">
                      <a:pos x="353" y="5"/>
                    </a:cxn>
                    <a:cxn ang="0">
                      <a:pos x="403" y="2"/>
                    </a:cxn>
                    <a:cxn ang="0">
                      <a:pos x="457" y="0"/>
                    </a:cxn>
                  </a:cxnLst>
                  <a:rect l="0" t="0" r="r" b="b"/>
                  <a:pathLst>
                    <a:path w="1016" h="156">
                      <a:moveTo>
                        <a:pt x="457" y="0"/>
                      </a:moveTo>
                      <a:lnTo>
                        <a:pt x="569" y="0"/>
                      </a:lnTo>
                      <a:lnTo>
                        <a:pt x="629" y="2"/>
                      </a:lnTo>
                      <a:lnTo>
                        <a:pt x="690" y="6"/>
                      </a:lnTo>
                      <a:lnTo>
                        <a:pt x="753" y="12"/>
                      </a:lnTo>
                      <a:lnTo>
                        <a:pt x="817" y="21"/>
                      </a:lnTo>
                      <a:lnTo>
                        <a:pt x="882" y="32"/>
                      </a:lnTo>
                      <a:lnTo>
                        <a:pt x="949" y="44"/>
                      </a:lnTo>
                      <a:lnTo>
                        <a:pt x="1016" y="60"/>
                      </a:lnTo>
                      <a:lnTo>
                        <a:pt x="1014" y="61"/>
                      </a:lnTo>
                      <a:lnTo>
                        <a:pt x="1007" y="64"/>
                      </a:lnTo>
                      <a:lnTo>
                        <a:pt x="996" y="67"/>
                      </a:lnTo>
                      <a:lnTo>
                        <a:pt x="982" y="72"/>
                      </a:lnTo>
                      <a:lnTo>
                        <a:pt x="962" y="79"/>
                      </a:lnTo>
                      <a:lnTo>
                        <a:pt x="940" y="86"/>
                      </a:lnTo>
                      <a:lnTo>
                        <a:pt x="914" y="92"/>
                      </a:lnTo>
                      <a:lnTo>
                        <a:pt x="886" y="101"/>
                      </a:lnTo>
                      <a:lnTo>
                        <a:pt x="854" y="108"/>
                      </a:lnTo>
                      <a:lnTo>
                        <a:pt x="819" y="117"/>
                      </a:lnTo>
                      <a:lnTo>
                        <a:pt x="781" y="124"/>
                      </a:lnTo>
                      <a:lnTo>
                        <a:pt x="742" y="132"/>
                      </a:lnTo>
                      <a:lnTo>
                        <a:pt x="701" y="139"/>
                      </a:lnTo>
                      <a:lnTo>
                        <a:pt x="657" y="145"/>
                      </a:lnTo>
                      <a:lnTo>
                        <a:pt x="611" y="150"/>
                      </a:lnTo>
                      <a:lnTo>
                        <a:pt x="563" y="153"/>
                      </a:lnTo>
                      <a:lnTo>
                        <a:pt x="515" y="156"/>
                      </a:lnTo>
                      <a:lnTo>
                        <a:pt x="466" y="156"/>
                      </a:lnTo>
                      <a:lnTo>
                        <a:pt x="414" y="156"/>
                      </a:lnTo>
                      <a:lnTo>
                        <a:pt x="363" y="153"/>
                      </a:lnTo>
                      <a:lnTo>
                        <a:pt x="312" y="148"/>
                      </a:lnTo>
                      <a:lnTo>
                        <a:pt x="259" y="140"/>
                      </a:lnTo>
                      <a:lnTo>
                        <a:pt x="207" y="130"/>
                      </a:lnTo>
                      <a:lnTo>
                        <a:pt x="154" y="118"/>
                      </a:lnTo>
                      <a:lnTo>
                        <a:pt x="102" y="102"/>
                      </a:lnTo>
                      <a:lnTo>
                        <a:pt x="51" y="82"/>
                      </a:lnTo>
                      <a:lnTo>
                        <a:pt x="0" y="60"/>
                      </a:lnTo>
                      <a:lnTo>
                        <a:pt x="2" y="60"/>
                      </a:lnTo>
                      <a:lnTo>
                        <a:pt x="9" y="58"/>
                      </a:lnTo>
                      <a:lnTo>
                        <a:pt x="21" y="55"/>
                      </a:lnTo>
                      <a:lnTo>
                        <a:pt x="37" y="51"/>
                      </a:lnTo>
                      <a:lnTo>
                        <a:pt x="58" y="46"/>
                      </a:lnTo>
                      <a:lnTo>
                        <a:pt x="82" y="41"/>
                      </a:lnTo>
                      <a:lnTo>
                        <a:pt x="111" y="36"/>
                      </a:lnTo>
                      <a:lnTo>
                        <a:pt x="143" y="30"/>
                      </a:lnTo>
                      <a:lnTo>
                        <a:pt x="178" y="24"/>
                      </a:lnTo>
                      <a:lnTo>
                        <a:pt x="217" y="18"/>
                      </a:lnTo>
                      <a:lnTo>
                        <a:pt x="260" y="13"/>
                      </a:lnTo>
                      <a:lnTo>
                        <a:pt x="304" y="9"/>
                      </a:lnTo>
                      <a:lnTo>
                        <a:pt x="353" y="5"/>
                      </a:lnTo>
                      <a:lnTo>
                        <a:pt x="403" y="2"/>
                      </a:lnTo>
                      <a:lnTo>
                        <a:pt x="457" y="0"/>
                      </a:ln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5" name="Freeform 7">
                  <a:extLst>
                    <a:ext uri="{FF2B5EF4-FFF2-40B4-BE49-F238E27FC236}">
                      <a16:creationId xmlns:a16="http://schemas.microsoft.com/office/drawing/2014/main" id="{2F7697D5-68F8-4C5A-806B-AB34929722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9138" y="3840163"/>
                  <a:ext cx="1987550" cy="241300"/>
                </a:xfrm>
                <a:custGeom>
                  <a:avLst/>
                  <a:gdLst/>
                  <a:ahLst/>
                  <a:cxnLst>
                    <a:cxn ang="0">
                      <a:pos x="574" y="0"/>
                    </a:cxn>
                    <a:cxn ang="0">
                      <a:pos x="641" y="0"/>
                    </a:cxn>
                    <a:cxn ang="0">
                      <a:pos x="709" y="0"/>
                    </a:cxn>
                    <a:cxn ang="0">
                      <a:pos x="780" y="3"/>
                    </a:cxn>
                    <a:cxn ang="0">
                      <a:pos x="854" y="7"/>
                    </a:cxn>
                    <a:cxn ang="0">
                      <a:pos x="930" y="12"/>
                    </a:cxn>
                    <a:cxn ang="0">
                      <a:pos x="1008" y="20"/>
                    </a:cxn>
                    <a:cxn ang="0">
                      <a:pos x="1088" y="29"/>
                    </a:cxn>
                    <a:cxn ang="0">
                      <a:pos x="1169" y="41"/>
                    </a:cxn>
                    <a:cxn ang="0">
                      <a:pos x="1252" y="54"/>
                    </a:cxn>
                    <a:cxn ang="0">
                      <a:pos x="1249" y="55"/>
                    </a:cxn>
                    <a:cxn ang="0">
                      <a:pos x="1242" y="58"/>
                    </a:cxn>
                    <a:cxn ang="0">
                      <a:pos x="1231" y="62"/>
                    </a:cxn>
                    <a:cxn ang="0">
                      <a:pos x="1215" y="67"/>
                    </a:cxn>
                    <a:cxn ang="0">
                      <a:pos x="1195" y="73"/>
                    </a:cxn>
                    <a:cxn ang="0">
                      <a:pos x="1171" y="80"/>
                    </a:cxn>
                    <a:cxn ang="0">
                      <a:pos x="1143" y="87"/>
                    </a:cxn>
                    <a:cxn ang="0">
                      <a:pos x="1111" y="95"/>
                    </a:cxn>
                    <a:cxn ang="0">
                      <a:pos x="1077" y="103"/>
                    </a:cxn>
                    <a:cxn ang="0">
                      <a:pos x="1038" y="111"/>
                    </a:cxn>
                    <a:cxn ang="0">
                      <a:pos x="996" y="119"/>
                    </a:cxn>
                    <a:cxn ang="0">
                      <a:pos x="950" y="127"/>
                    </a:cxn>
                    <a:cxn ang="0">
                      <a:pos x="902" y="134"/>
                    </a:cxn>
                    <a:cxn ang="0">
                      <a:pos x="852" y="140"/>
                    </a:cxn>
                    <a:cxn ang="0">
                      <a:pos x="798" y="145"/>
                    </a:cxn>
                    <a:cxn ang="0">
                      <a:pos x="742" y="149"/>
                    </a:cxn>
                    <a:cxn ang="0">
                      <a:pos x="684" y="151"/>
                    </a:cxn>
                    <a:cxn ang="0">
                      <a:pos x="623" y="152"/>
                    </a:cxn>
                    <a:cxn ang="0">
                      <a:pos x="560" y="151"/>
                    </a:cxn>
                    <a:cxn ang="0">
                      <a:pos x="495" y="148"/>
                    </a:cxn>
                    <a:cxn ang="0">
                      <a:pos x="429" y="143"/>
                    </a:cxn>
                    <a:cxn ang="0">
                      <a:pos x="360" y="135"/>
                    </a:cxn>
                    <a:cxn ang="0">
                      <a:pos x="291" y="125"/>
                    </a:cxn>
                    <a:cxn ang="0">
                      <a:pos x="220" y="112"/>
                    </a:cxn>
                    <a:cxn ang="0">
                      <a:pos x="147" y="97"/>
                    </a:cxn>
                    <a:cxn ang="0">
                      <a:pos x="74" y="77"/>
                    </a:cxn>
                    <a:cxn ang="0">
                      <a:pos x="0" y="54"/>
                    </a:cxn>
                    <a:cxn ang="0">
                      <a:pos x="3" y="54"/>
                    </a:cxn>
                    <a:cxn ang="0">
                      <a:pos x="10" y="52"/>
                    </a:cxn>
                    <a:cxn ang="0">
                      <a:pos x="24" y="49"/>
                    </a:cxn>
                    <a:cxn ang="0">
                      <a:pos x="41" y="47"/>
                    </a:cxn>
                    <a:cxn ang="0">
                      <a:pos x="63" y="43"/>
                    </a:cxn>
                    <a:cxn ang="0">
                      <a:pos x="90" y="38"/>
                    </a:cxn>
                    <a:cxn ang="0">
                      <a:pos x="121" y="33"/>
                    </a:cxn>
                    <a:cxn ang="0">
                      <a:pos x="158" y="28"/>
                    </a:cxn>
                    <a:cxn ang="0">
                      <a:pos x="197" y="23"/>
                    </a:cxn>
                    <a:cxn ang="0">
                      <a:pos x="240" y="19"/>
                    </a:cxn>
                    <a:cxn ang="0">
                      <a:pos x="287" y="14"/>
                    </a:cxn>
                    <a:cxn ang="0">
                      <a:pos x="339" y="10"/>
                    </a:cxn>
                    <a:cxn ang="0">
                      <a:pos x="392" y="6"/>
                    </a:cxn>
                    <a:cxn ang="0">
                      <a:pos x="450" y="3"/>
                    </a:cxn>
                    <a:cxn ang="0">
                      <a:pos x="510" y="0"/>
                    </a:cxn>
                    <a:cxn ang="0">
                      <a:pos x="574" y="0"/>
                    </a:cxn>
                  </a:cxnLst>
                  <a:rect l="0" t="0" r="r" b="b"/>
                  <a:pathLst>
                    <a:path w="1252" h="152">
                      <a:moveTo>
                        <a:pt x="574" y="0"/>
                      </a:moveTo>
                      <a:lnTo>
                        <a:pt x="641" y="0"/>
                      </a:lnTo>
                      <a:lnTo>
                        <a:pt x="709" y="0"/>
                      </a:lnTo>
                      <a:lnTo>
                        <a:pt x="780" y="3"/>
                      </a:lnTo>
                      <a:lnTo>
                        <a:pt x="854" y="7"/>
                      </a:lnTo>
                      <a:lnTo>
                        <a:pt x="930" y="12"/>
                      </a:lnTo>
                      <a:lnTo>
                        <a:pt x="1008" y="20"/>
                      </a:lnTo>
                      <a:lnTo>
                        <a:pt x="1088" y="29"/>
                      </a:lnTo>
                      <a:lnTo>
                        <a:pt x="1169" y="41"/>
                      </a:lnTo>
                      <a:lnTo>
                        <a:pt x="1252" y="54"/>
                      </a:lnTo>
                      <a:lnTo>
                        <a:pt x="1249" y="55"/>
                      </a:lnTo>
                      <a:lnTo>
                        <a:pt x="1242" y="58"/>
                      </a:lnTo>
                      <a:lnTo>
                        <a:pt x="1231" y="62"/>
                      </a:lnTo>
                      <a:lnTo>
                        <a:pt x="1215" y="67"/>
                      </a:lnTo>
                      <a:lnTo>
                        <a:pt x="1195" y="73"/>
                      </a:lnTo>
                      <a:lnTo>
                        <a:pt x="1171" y="80"/>
                      </a:lnTo>
                      <a:lnTo>
                        <a:pt x="1143" y="87"/>
                      </a:lnTo>
                      <a:lnTo>
                        <a:pt x="1111" y="95"/>
                      </a:lnTo>
                      <a:lnTo>
                        <a:pt x="1077" y="103"/>
                      </a:lnTo>
                      <a:lnTo>
                        <a:pt x="1038" y="111"/>
                      </a:lnTo>
                      <a:lnTo>
                        <a:pt x="996" y="119"/>
                      </a:lnTo>
                      <a:lnTo>
                        <a:pt x="950" y="127"/>
                      </a:lnTo>
                      <a:lnTo>
                        <a:pt x="902" y="134"/>
                      </a:lnTo>
                      <a:lnTo>
                        <a:pt x="852" y="140"/>
                      </a:lnTo>
                      <a:lnTo>
                        <a:pt x="798" y="145"/>
                      </a:lnTo>
                      <a:lnTo>
                        <a:pt x="742" y="149"/>
                      </a:lnTo>
                      <a:lnTo>
                        <a:pt x="684" y="151"/>
                      </a:lnTo>
                      <a:lnTo>
                        <a:pt x="623" y="152"/>
                      </a:lnTo>
                      <a:lnTo>
                        <a:pt x="560" y="151"/>
                      </a:lnTo>
                      <a:lnTo>
                        <a:pt x="495" y="148"/>
                      </a:lnTo>
                      <a:lnTo>
                        <a:pt x="429" y="143"/>
                      </a:lnTo>
                      <a:lnTo>
                        <a:pt x="360" y="135"/>
                      </a:lnTo>
                      <a:lnTo>
                        <a:pt x="291" y="125"/>
                      </a:lnTo>
                      <a:lnTo>
                        <a:pt x="220" y="112"/>
                      </a:lnTo>
                      <a:lnTo>
                        <a:pt x="147" y="97"/>
                      </a:lnTo>
                      <a:lnTo>
                        <a:pt x="74" y="77"/>
                      </a:lnTo>
                      <a:lnTo>
                        <a:pt x="0" y="54"/>
                      </a:lnTo>
                      <a:lnTo>
                        <a:pt x="3" y="54"/>
                      </a:lnTo>
                      <a:lnTo>
                        <a:pt x="10" y="52"/>
                      </a:lnTo>
                      <a:lnTo>
                        <a:pt x="24" y="49"/>
                      </a:lnTo>
                      <a:lnTo>
                        <a:pt x="41" y="47"/>
                      </a:lnTo>
                      <a:lnTo>
                        <a:pt x="63" y="43"/>
                      </a:lnTo>
                      <a:lnTo>
                        <a:pt x="90" y="38"/>
                      </a:lnTo>
                      <a:lnTo>
                        <a:pt x="121" y="33"/>
                      </a:lnTo>
                      <a:lnTo>
                        <a:pt x="158" y="28"/>
                      </a:lnTo>
                      <a:lnTo>
                        <a:pt x="197" y="23"/>
                      </a:lnTo>
                      <a:lnTo>
                        <a:pt x="240" y="19"/>
                      </a:lnTo>
                      <a:lnTo>
                        <a:pt x="287" y="14"/>
                      </a:lnTo>
                      <a:lnTo>
                        <a:pt x="339" y="10"/>
                      </a:lnTo>
                      <a:lnTo>
                        <a:pt x="392" y="6"/>
                      </a:lnTo>
                      <a:lnTo>
                        <a:pt x="450" y="3"/>
                      </a:lnTo>
                      <a:lnTo>
                        <a:pt x="510" y="0"/>
                      </a:lnTo>
                      <a:lnTo>
                        <a:pt x="574" y="0"/>
                      </a:ln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6" name="Freeform 8">
                  <a:extLst>
                    <a:ext uri="{FF2B5EF4-FFF2-40B4-BE49-F238E27FC236}">
                      <a16:creationId xmlns:a16="http://schemas.microsoft.com/office/drawing/2014/main" id="{37561FD6-6B15-47AF-A351-B11EC88BBC9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5463" y="2700338"/>
                  <a:ext cx="2368550" cy="320675"/>
                </a:xfrm>
                <a:custGeom>
                  <a:avLst/>
                  <a:gdLst/>
                  <a:ahLst/>
                  <a:cxnLst>
                    <a:cxn ang="0">
                      <a:pos x="753" y="0"/>
                    </a:cxn>
                    <a:cxn ang="0">
                      <a:pos x="886" y="0"/>
                    </a:cxn>
                    <a:cxn ang="0">
                      <a:pos x="954" y="1"/>
                    </a:cxn>
                    <a:cxn ang="0">
                      <a:pos x="1022" y="4"/>
                    </a:cxn>
                    <a:cxn ang="0">
                      <a:pos x="1090" y="7"/>
                    </a:cxn>
                    <a:cxn ang="0">
                      <a:pos x="1158" y="11"/>
                    </a:cxn>
                    <a:cxn ang="0">
                      <a:pos x="1226" y="17"/>
                    </a:cxn>
                    <a:cxn ang="0">
                      <a:pos x="1294" y="24"/>
                    </a:cxn>
                    <a:cxn ang="0">
                      <a:pos x="1360" y="32"/>
                    </a:cxn>
                    <a:cxn ang="0">
                      <a:pos x="1427" y="43"/>
                    </a:cxn>
                    <a:cxn ang="0">
                      <a:pos x="1492" y="54"/>
                    </a:cxn>
                    <a:cxn ang="0">
                      <a:pos x="1489" y="54"/>
                    </a:cxn>
                    <a:cxn ang="0">
                      <a:pos x="1483" y="58"/>
                    </a:cxn>
                    <a:cxn ang="0">
                      <a:pos x="1472" y="62"/>
                    </a:cxn>
                    <a:cxn ang="0">
                      <a:pos x="1458" y="68"/>
                    </a:cxn>
                    <a:cxn ang="0">
                      <a:pos x="1439" y="75"/>
                    </a:cxn>
                    <a:cxn ang="0">
                      <a:pos x="1417" y="84"/>
                    </a:cxn>
                    <a:cxn ang="0">
                      <a:pos x="1392" y="93"/>
                    </a:cxn>
                    <a:cxn ang="0">
                      <a:pos x="1363" y="103"/>
                    </a:cxn>
                    <a:cxn ang="0">
                      <a:pos x="1330" y="113"/>
                    </a:cxn>
                    <a:cxn ang="0">
                      <a:pos x="1295" y="124"/>
                    </a:cxn>
                    <a:cxn ang="0">
                      <a:pos x="1255" y="135"/>
                    </a:cxn>
                    <a:cxn ang="0">
                      <a:pos x="1213" y="145"/>
                    </a:cxn>
                    <a:cxn ang="0">
                      <a:pos x="1168" y="156"/>
                    </a:cxn>
                    <a:cxn ang="0">
                      <a:pos x="1120" y="166"/>
                    </a:cxn>
                    <a:cxn ang="0">
                      <a:pos x="1070" y="175"/>
                    </a:cxn>
                    <a:cxn ang="0">
                      <a:pos x="1018" y="182"/>
                    </a:cxn>
                    <a:cxn ang="0">
                      <a:pos x="962" y="189"/>
                    </a:cxn>
                    <a:cxn ang="0">
                      <a:pos x="904" y="195"/>
                    </a:cxn>
                    <a:cxn ang="0">
                      <a:pos x="844" y="199"/>
                    </a:cxn>
                    <a:cxn ang="0">
                      <a:pos x="783" y="201"/>
                    </a:cxn>
                    <a:cxn ang="0">
                      <a:pos x="719" y="202"/>
                    </a:cxn>
                    <a:cxn ang="0">
                      <a:pos x="653" y="200"/>
                    </a:cxn>
                    <a:cxn ang="0">
                      <a:pos x="586" y="196"/>
                    </a:cxn>
                    <a:cxn ang="0">
                      <a:pos x="517" y="189"/>
                    </a:cxn>
                    <a:cxn ang="0">
                      <a:pos x="446" y="180"/>
                    </a:cxn>
                    <a:cxn ang="0">
                      <a:pos x="375" y="167"/>
                    </a:cxn>
                    <a:cxn ang="0">
                      <a:pos x="301" y="151"/>
                    </a:cxn>
                    <a:cxn ang="0">
                      <a:pos x="227" y="133"/>
                    </a:cxn>
                    <a:cxn ang="0">
                      <a:pos x="153" y="110"/>
                    </a:cxn>
                    <a:cxn ang="0">
                      <a:pos x="77" y="84"/>
                    </a:cxn>
                    <a:cxn ang="0">
                      <a:pos x="0" y="54"/>
                    </a:cxn>
                    <a:cxn ang="0">
                      <a:pos x="3" y="54"/>
                    </a:cxn>
                    <a:cxn ang="0">
                      <a:pos x="11" y="52"/>
                    </a:cxn>
                    <a:cxn ang="0">
                      <a:pos x="25" y="50"/>
                    </a:cxn>
                    <a:cxn ang="0">
                      <a:pos x="43" y="48"/>
                    </a:cxn>
                    <a:cxn ang="0">
                      <a:pos x="66" y="45"/>
                    </a:cxn>
                    <a:cxn ang="0">
                      <a:pos x="94" y="42"/>
                    </a:cxn>
                    <a:cxn ang="0">
                      <a:pos x="126" y="38"/>
                    </a:cxn>
                    <a:cxn ang="0">
                      <a:pos x="161" y="34"/>
                    </a:cxn>
                    <a:cxn ang="0">
                      <a:pos x="201" y="31"/>
                    </a:cxn>
                    <a:cxn ang="0">
                      <a:pos x="244" y="27"/>
                    </a:cxn>
                    <a:cxn ang="0">
                      <a:pos x="291" y="22"/>
                    </a:cxn>
                    <a:cxn ang="0">
                      <a:pos x="340" y="19"/>
                    </a:cxn>
                    <a:cxn ang="0">
                      <a:pos x="392" y="15"/>
                    </a:cxn>
                    <a:cxn ang="0">
                      <a:pos x="448" y="11"/>
                    </a:cxn>
                    <a:cxn ang="0">
                      <a:pos x="505" y="8"/>
                    </a:cxn>
                    <a:cxn ang="0">
                      <a:pos x="565" y="6"/>
                    </a:cxn>
                    <a:cxn ang="0">
                      <a:pos x="626" y="3"/>
                    </a:cxn>
                    <a:cxn ang="0">
                      <a:pos x="689" y="1"/>
                    </a:cxn>
                    <a:cxn ang="0">
                      <a:pos x="753" y="0"/>
                    </a:cxn>
                  </a:cxnLst>
                  <a:rect l="0" t="0" r="r" b="b"/>
                  <a:pathLst>
                    <a:path w="1492" h="202">
                      <a:moveTo>
                        <a:pt x="753" y="0"/>
                      </a:moveTo>
                      <a:lnTo>
                        <a:pt x="886" y="0"/>
                      </a:lnTo>
                      <a:lnTo>
                        <a:pt x="954" y="1"/>
                      </a:lnTo>
                      <a:lnTo>
                        <a:pt x="1022" y="4"/>
                      </a:lnTo>
                      <a:lnTo>
                        <a:pt x="1090" y="7"/>
                      </a:lnTo>
                      <a:lnTo>
                        <a:pt x="1158" y="11"/>
                      </a:lnTo>
                      <a:lnTo>
                        <a:pt x="1226" y="17"/>
                      </a:lnTo>
                      <a:lnTo>
                        <a:pt x="1294" y="24"/>
                      </a:lnTo>
                      <a:lnTo>
                        <a:pt x="1360" y="32"/>
                      </a:lnTo>
                      <a:lnTo>
                        <a:pt x="1427" y="43"/>
                      </a:lnTo>
                      <a:lnTo>
                        <a:pt x="1492" y="54"/>
                      </a:lnTo>
                      <a:lnTo>
                        <a:pt x="1489" y="54"/>
                      </a:lnTo>
                      <a:lnTo>
                        <a:pt x="1483" y="58"/>
                      </a:lnTo>
                      <a:lnTo>
                        <a:pt x="1472" y="62"/>
                      </a:lnTo>
                      <a:lnTo>
                        <a:pt x="1458" y="68"/>
                      </a:lnTo>
                      <a:lnTo>
                        <a:pt x="1439" y="75"/>
                      </a:lnTo>
                      <a:lnTo>
                        <a:pt x="1417" y="84"/>
                      </a:lnTo>
                      <a:lnTo>
                        <a:pt x="1392" y="93"/>
                      </a:lnTo>
                      <a:lnTo>
                        <a:pt x="1363" y="103"/>
                      </a:lnTo>
                      <a:lnTo>
                        <a:pt x="1330" y="113"/>
                      </a:lnTo>
                      <a:lnTo>
                        <a:pt x="1295" y="124"/>
                      </a:lnTo>
                      <a:lnTo>
                        <a:pt x="1255" y="135"/>
                      </a:lnTo>
                      <a:lnTo>
                        <a:pt x="1213" y="145"/>
                      </a:lnTo>
                      <a:lnTo>
                        <a:pt x="1168" y="156"/>
                      </a:lnTo>
                      <a:lnTo>
                        <a:pt x="1120" y="166"/>
                      </a:lnTo>
                      <a:lnTo>
                        <a:pt x="1070" y="175"/>
                      </a:lnTo>
                      <a:lnTo>
                        <a:pt x="1018" y="182"/>
                      </a:lnTo>
                      <a:lnTo>
                        <a:pt x="962" y="189"/>
                      </a:lnTo>
                      <a:lnTo>
                        <a:pt x="904" y="195"/>
                      </a:lnTo>
                      <a:lnTo>
                        <a:pt x="844" y="199"/>
                      </a:lnTo>
                      <a:lnTo>
                        <a:pt x="783" y="201"/>
                      </a:lnTo>
                      <a:lnTo>
                        <a:pt x="719" y="202"/>
                      </a:lnTo>
                      <a:lnTo>
                        <a:pt x="653" y="200"/>
                      </a:lnTo>
                      <a:lnTo>
                        <a:pt x="586" y="196"/>
                      </a:lnTo>
                      <a:lnTo>
                        <a:pt x="517" y="189"/>
                      </a:lnTo>
                      <a:lnTo>
                        <a:pt x="446" y="180"/>
                      </a:lnTo>
                      <a:lnTo>
                        <a:pt x="375" y="167"/>
                      </a:lnTo>
                      <a:lnTo>
                        <a:pt x="301" y="151"/>
                      </a:lnTo>
                      <a:lnTo>
                        <a:pt x="227" y="133"/>
                      </a:lnTo>
                      <a:lnTo>
                        <a:pt x="153" y="110"/>
                      </a:lnTo>
                      <a:lnTo>
                        <a:pt x="77" y="84"/>
                      </a:lnTo>
                      <a:lnTo>
                        <a:pt x="0" y="54"/>
                      </a:lnTo>
                      <a:lnTo>
                        <a:pt x="3" y="54"/>
                      </a:lnTo>
                      <a:lnTo>
                        <a:pt x="11" y="52"/>
                      </a:lnTo>
                      <a:lnTo>
                        <a:pt x="25" y="50"/>
                      </a:lnTo>
                      <a:lnTo>
                        <a:pt x="43" y="48"/>
                      </a:lnTo>
                      <a:lnTo>
                        <a:pt x="66" y="45"/>
                      </a:lnTo>
                      <a:lnTo>
                        <a:pt x="94" y="42"/>
                      </a:lnTo>
                      <a:lnTo>
                        <a:pt x="126" y="38"/>
                      </a:lnTo>
                      <a:lnTo>
                        <a:pt x="161" y="34"/>
                      </a:lnTo>
                      <a:lnTo>
                        <a:pt x="201" y="31"/>
                      </a:lnTo>
                      <a:lnTo>
                        <a:pt x="244" y="27"/>
                      </a:lnTo>
                      <a:lnTo>
                        <a:pt x="291" y="22"/>
                      </a:lnTo>
                      <a:lnTo>
                        <a:pt x="340" y="19"/>
                      </a:lnTo>
                      <a:lnTo>
                        <a:pt x="392" y="15"/>
                      </a:lnTo>
                      <a:lnTo>
                        <a:pt x="448" y="11"/>
                      </a:lnTo>
                      <a:lnTo>
                        <a:pt x="505" y="8"/>
                      </a:lnTo>
                      <a:lnTo>
                        <a:pt x="565" y="6"/>
                      </a:lnTo>
                      <a:lnTo>
                        <a:pt x="626" y="3"/>
                      </a:lnTo>
                      <a:lnTo>
                        <a:pt x="689" y="1"/>
                      </a:lnTo>
                      <a:lnTo>
                        <a:pt x="753" y="0"/>
                      </a:ln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7" name="Freeform 9">
                  <a:extLst>
                    <a:ext uri="{FF2B5EF4-FFF2-40B4-BE49-F238E27FC236}">
                      <a16:creationId xmlns:a16="http://schemas.microsoft.com/office/drawing/2014/main" id="{47AD2992-517D-4E57-8618-F200F92A57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38759" y="1655764"/>
                  <a:ext cx="2763838" cy="94456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" y="0"/>
                    </a:cxn>
                    <a:cxn ang="0">
                      <a:pos x="10" y="2"/>
                    </a:cxn>
                    <a:cxn ang="0">
                      <a:pos x="24" y="5"/>
                    </a:cxn>
                    <a:cxn ang="0">
                      <a:pos x="41" y="8"/>
                    </a:cxn>
                    <a:cxn ang="0">
                      <a:pos x="64" y="12"/>
                    </a:cxn>
                    <a:cxn ang="0">
                      <a:pos x="91" y="17"/>
                    </a:cxn>
                    <a:cxn ang="0">
                      <a:pos x="123" y="23"/>
                    </a:cxn>
                    <a:cxn ang="0">
                      <a:pos x="159" y="28"/>
                    </a:cxn>
                    <a:cxn ang="0">
                      <a:pos x="200" y="34"/>
                    </a:cxn>
                    <a:cxn ang="0">
                      <a:pos x="245" y="41"/>
                    </a:cxn>
                    <a:cxn ang="0">
                      <a:pos x="294" y="47"/>
                    </a:cxn>
                    <a:cxn ang="0">
                      <a:pos x="347" y="53"/>
                    </a:cxn>
                    <a:cxn ang="0">
                      <a:pos x="404" y="58"/>
                    </a:cxn>
                    <a:cxn ang="0">
                      <a:pos x="465" y="63"/>
                    </a:cxn>
                    <a:cxn ang="0">
                      <a:pos x="529" y="68"/>
                    </a:cxn>
                    <a:cxn ang="0">
                      <a:pos x="597" y="71"/>
                    </a:cxn>
                    <a:cxn ang="0">
                      <a:pos x="667" y="75"/>
                    </a:cxn>
                    <a:cxn ang="0">
                      <a:pos x="742" y="76"/>
                    </a:cxn>
                    <a:cxn ang="0">
                      <a:pos x="820" y="77"/>
                    </a:cxn>
                    <a:cxn ang="0">
                      <a:pos x="901" y="77"/>
                    </a:cxn>
                    <a:cxn ang="0">
                      <a:pos x="984" y="75"/>
                    </a:cxn>
                    <a:cxn ang="0">
                      <a:pos x="1070" y="73"/>
                    </a:cxn>
                    <a:cxn ang="0">
                      <a:pos x="1159" y="68"/>
                    </a:cxn>
                    <a:cxn ang="0">
                      <a:pos x="1251" y="62"/>
                    </a:cxn>
                    <a:cxn ang="0">
                      <a:pos x="1344" y="53"/>
                    </a:cxn>
                    <a:cxn ang="0">
                      <a:pos x="1440" y="43"/>
                    </a:cxn>
                    <a:cxn ang="0">
                      <a:pos x="1538" y="31"/>
                    </a:cxn>
                    <a:cxn ang="0">
                      <a:pos x="1639" y="16"/>
                    </a:cxn>
                    <a:cxn ang="0">
                      <a:pos x="1741" y="0"/>
                    </a:cxn>
                    <a:cxn ang="0">
                      <a:pos x="1647" y="504"/>
                    </a:cxn>
                    <a:cxn ang="0">
                      <a:pos x="1645" y="505"/>
                    </a:cxn>
                    <a:cxn ang="0">
                      <a:pos x="1637" y="507"/>
                    </a:cxn>
                    <a:cxn ang="0">
                      <a:pos x="1625" y="510"/>
                    </a:cxn>
                    <a:cxn ang="0">
                      <a:pos x="1608" y="514"/>
                    </a:cxn>
                    <a:cxn ang="0">
                      <a:pos x="1587" y="520"/>
                    </a:cxn>
                    <a:cxn ang="0">
                      <a:pos x="1561" y="525"/>
                    </a:cxn>
                    <a:cxn ang="0">
                      <a:pos x="1532" y="531"/>
                    </a:cxn>
                    <a:cxn ang="0">
                      <a:pos x="1497" y="538"/>
                    </a:cxn>
                    <a:cxn ang="0">
                      <a:pos x="1459" y="545"/>
                    </a:cxn>
                    <a:cxn ang="0">
                      <a:pos x="1418" y="552"/>
                    </a:cxn>
                    <a:cxn ang="0">
                      <a:pos x="1373" y="559"/>
                    </a:cxn>
                    <a:cxn ang="0">
                      <a:pos x="1324" y="566"/>
                    </a:cxn>
                    <a:cxn ang="0">
                      <a:pos x="1272" y="573"/>
                    </a:cxn>
                    <a:cxn ang="0">
                      <a:pos x="1216" y="578"/>
                    </a:cxn>
                    <a:cxn ang="0">
                      <a:pos x="1157" y="584"/>
                    </a:cxn>
                    <a:cxn ang="0">
                      <a:pos x="1096" y="588"/>
                    </a:cxn>
                    <a:cxn ang="0">
                      <a:pos x="1031" y="592"/>
                    </a:cxn>
                    <a:cxn ang="0">
                      <a:pos x="964" y="595"/>
                    </a:cxn>
                    <a:cxn ang="0">
                      <a:pos x="894" y="595"/>
                    </a:cxn>
                    <a:cxn ang="0">
                      <a:pos x="822" y="595"/>
                    </a:cxn>
                    <a:cxn ang="0">
                      <a:pos x="747" y="593"/>
                    </a:cxn>
                    <a:cxn ang="0">
                      <a:pos x="671" y="589"/>
                    </a:cxn>
                    <a:cxn ang="0">
                      <a:pos x="592" y="584"/>
                    </a:cxn>
                    <a:cxn ang="0">
                      <a:pos x="512" y="577"/>
                    </a:cxn>
                    <a:cxn ang="0">
                      <a:pos x="429" y="568"/>
                    </a:cxn>
                    <a:cxn ang="0">
                      <a:pos x="345" y="556"/>
                    </a:cxn>
                    <a:cxn ang="0">
                      <a:pos x="260" y="541"/>
                    </a:cxn>
                    <a:cxn ang="0">
                      <a:pos x="173" y="524"/>
                    </a:cxn>
                    <a:cxn ang="0">
                      <a:pos x="85" y="50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741" h="595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10" y="2"/>
                      </a:lnTo>
                      <a:lnTo>
                        <a:pt x="24" y="5"/>
                      </a:lnTo>
                      <a:lnTo>
                        <a:pt x="41" y="8"/>
                      </a:lnTo>
                      <a:lnTo>
                        <a:pt x="64" y="12"/>
                      </a:lnTo>
                      <a:lnTo>
                        <a:pt x="91" y="17"/>
                      </a:lnTo>
                      <a:lnTo>
                        <a:pt x="123" y="23"/>
                      </a:lnTo>
                      <a:lnTo>
                        <a:pt x="159" y="28"/>
                      </a:lnTo>
                      <a:lnTo>
                        <a:pt x="200" y="34"/>
                      </a:lnTo>
                      <a:lnTo>
                        <a:pt x="245" y="41"/>
                      </a:lnTo>
                      <a:lnTo>
                        <a:pt x="294" y="47"/>
                      </a:lnTo>
                      <a:lnTo>
                        <a:pt x="347" y="53"/>
                      </a:lnTo>
                      <a:lnTo>
                        <a:pt x="404" y="58"/>
                      </a:lnTo>
                      <a:lnTo>
                        <a:pt x="465" y="63"/>
                      </a:lnTo>
                      <a:lnTo>
                        <a:pt x="529" y="68"/>
                      </a:lnTo>
                      <a:lnTo>
                        <a:pt x="597" y="71"/>
                      </a:lnTo>
                      <a:lnTo>
                        <a:pt x="667" y="75"/>
                      </a:lnTo>
                      <a:lnTo>
                        <a:pt x="742" y="76"/>
                      </a:lnTo>
                      <a:lnTo>
                        <a:pt x="820" y="77"/>
                      </a:lnTo>
                      <a:lnTo>
                        <a:pt x="901" y="77"/>
                      </a:lnTo>
                      <a:lnTo>
                        <a:pt x="984" y="75"/>
                      </a:lnTo>
                      <a:lnTo>
                        <a:pt x="1070" y="73"/>
                      </a:lnTo>
                      <a:lnTo>
                        <a:pt x="1159" y="68"/>
                      </a:lnTo>
                      <a:lnTo>
                        <a:pt x="1251" y="62"/>
                      </a:lnTo>
                      <a:lnTo>
                        <a:pt x="1344" y="53"/>
                      </a:lnTo>
                      <a:lnTo>
                        <a:pt x="1440" y="43"/>
                      </a:lnTo>
                      <a:lnTo>
                        <a:pt x="1538" y="31"/>
                      </a:lnTo>
                      <a:lnTo>
                        <a:pt x="1639" y="16"/>
                      </a:lnTo>
                      <a:lnTo>
                        <a:pt x="1741" y="0"/>
                      </a:lnTo>
                      <a:lnTo>
                        <a:pt x="1647" y="504"/>
                      </a:lnTo>
                      <a:lnTo>
                        <a:pt x="1645" y="505"/>
                      </a:lnTo>
                      <a:lnTo>
                        <a:pt x="1637" y="507"/>
                      </a:lnTo>
                      <a:lnTo>
                        <a:pt x="1625" y="510"/>
                      </a:lnTo>
                      <a:lnTo>
                        <a:pt x="1608" y="514"/>
                      </a:lnTo>
                      <a:lnTo>
                        <a:pt x="1587" y="520"/>
                      </a:lnTo>
                      <a:lnTo>
                        <a:pt x="1561" y="525"/>
                      </a:lnTo>
                      <a:lnTo>
                        <a:pt x="1532" y="531"/>
                      </a:lnTo>
                      <a:lnTo>
                        <a:pt x="1497" y="538"/>
                      </a:lnTo>
                      <a:lnTo>
                        <a:pt x="1459" y="545"/>
                      </a:lnTo>
                      <a:lnTo>
                        <a:pt x="1418" y="552"/>
                      </a:lnTo>
                      <a:lnTo>
                        <a:pt x="1373" y="559"/>
                      </a:lnTo>
                      <a:lnTo>
                        <a:pt x="1324" y="566"/>
                      </a:lnTo>
                      <a:lnTo>
                        <a:pt x="1272" y="573"/>
                      </a:lnTo>
                      <a:lnTo>
                        <a:pt x="1216" y="578"/>
                      </a:lnTo>
                      <a:lnTo>
                        <a:pt x="1157" y="584"/>
                      </a:lnTo>
                      <a:lnTo>
                        <a:pt x="1096" y="588"/>
                      </a:lnTo>
                      <a:lnTo>
                        <a:pt x="1031" y="592"/>
                      </a:lnTo>
                      <a:lnTo>
                        <a:pt x="964" y="595"/>
                      </a:lnTo>
                      <a:lnTo>
                        <a:pt x="894" y="595"/>
                      </a:lnTo>
                      <a:lnTo>
                        <a:pt x="822" y="595"/>
                      </a:lnTo>
                      <a:lnTo>
                        <a:pt x="747" y="593"/>
                      </a:lnTo>
                      <a:lnTo>
                        <a:pt x="671" y="589"/>
                      </a:lnTo>
                      <a:lnTo>
                        <a:pt x="592" y="584"/>
                      </a:lnTo>
                      <a:lnTo>
                        <a:pt x="512" y="577"/>
                      </a:lnTo>
                      <a:lnTo>
                        <a:pt x="429" y="568"/>
                      </a:lnTo>
                      <a:lnTo>
                        <a:pt x="345" y="556"/>
                      </a:lnTo>
                      <a:lnTo>
                        <a:pt x="260" y="541"/>
                      </a:lnTo>
                      <a:lnTo>
                        <a:pt x="173" y="524"/>
                      </a:lnTo>
                      <a:lnTo>
                        <a:pt x="85" y="50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E78BC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1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8" name="Freeform 10">
                  <a:extLst>
                    <a:ext uri="{FF2B5EF4-FFF2-40B4-BE49-F238E27FC236}">
                      <a16:creationId xmlns:a16="http://schemas.microsoft.com/office/drawing/2014/main" id="{AA729EC4-B638-4153-969E-9FB8039C92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5463" y="2786063"/>
                  <a:ext cx="2368550" cy="91598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" y="0"/>
                    </a:cxn>
                    <a:cxn ang="0">
                      <a:pos x="10" y="2"/>
                    </a:cxn>
                    <a:cxn ang="0">
                      <a:pos x="61" y="12"/>
                    </a:cxn>
                    <a:cxn ang="0">
                      <a:pos x="87" y="16"/>
                    </a:cxn>
                    <a:cxn ang="0">
                      <a:pos x="116" y="22"/>
                    </a:cxn>
                    <a:cxn ang="0">
                      <a:pos x="150" y="27"/>
                    </a:cxn>
                    <a:cxn ang="0">
                      <a:pos x="188" y="33"/>
                    </a:cxn>
                    <a:cxn ang="0">
                      <a:pos x="229" y="39"/>
                    </a:cxn>
                    <a:cxn ang="0">
                      <a:pos x="274" y="45"/>
                    </a:cxn>
                    <a:cxn ang="0">
                      <a:pos x="322" y="51"/>
                    </a:cxn>
                    <a:cxn ang="0">
                      <a:pos x="373" y="56"/>
                    </a:cxn>
                    <a:cxn ang="0">
                      <a:pos x="428" y="61"/>
                    </a:cxn>
                    <a:cxn ang="0">
                      <a:pos x="485" y="65"/>
                    </a:cxn>
                    <a:cxn ang="0">
                      <a:pos x="545" y="69"/>
                    </a:cxn>
                    <a:cxn ang="0">
                      <a:pos x="607" y="72"/>
                    </a:cxn>
                    <a:cxn ang="0">
                      <a:pos x="672" y="74"/>
                    </a:cxn>
                    <a:cxn ang="0">
                      <a:pos x="738" y="75"/>
                    </a:cxn>
                    <a:cxn ang="0">
                      <a:pos x="807" y="75"/>
                    </a:cxn>
                    <a:cxn ang="0">
                      <a:pos x="878" y="73"/>
                    </a:cxn>
                    <a:cxn ang="0">
                      <a:pos x="950" y="70"/>
                    </a:cxn>
                    <a:cxn ang="0">
                      <a:pos x="1024" y="65"/>
                    </a:cxn>
                    <a:cxn ang="0">
                      <a:pos x="1100" y="59"/>
                    </a:cxn>
                    <a:cxn ang="0">
                      <a:pos x="1177" y="52"/>
                    </a:cxn>
                    <a:cxn ang="0">
                      <a:pos x="1254" y="42"/>
                    </a:cxn>
                    <a:cxn ang="0">
                      <a:pos x="1332" y="30"/>
                    </a:cxn>
                    <a:cxn ang="0">
                      <a:pos x="1412" y="16"/>
                    </a:cxn>
                    <a:cxn ang="0">
                      <a:pos x="1492" y="0"/>
                    </a:cxn>
                    <a:cxn ang="0">
                      <a:pos x="1408" y="504"/>
                    </a:cxn>
                    <a:cxn ang="0">
                      <a:pos x="1406" y="504"/>
                    </a:cxn>
                    <a:cxn ang="0">
                      <a:pos x="1398" y="506"/>
                    </a:cxn>
                    <a:cxn ang="0">
                      <a:pos x="1386" y="509"/>
                    </a:cxn>
                    <a:cxn ang="0">
                      <a:pos x="1370" y="512"/>
                    </a:cxn>
                    <a:cxn ang="0">
                      <a:pos x="1324" y="521"/>
                    </a:cxn>
                    <a:cxn ang="0">
                      <a:pos x="1295" y="526"/>
                    </a:cxn>
                    <a:cxn ang="0">
                      <a:pos x="1263" y="532"/>
                    </a:cxn>
                    <a:cxn ang="0">
                      <a:pos x="1226" y="538"/>
                    </a:cxn>
                    <a:cxn ang="0">
                      <a:pos x="1187" y="544"/>
                    </a:cxn>
                    <a:cxn ang="0">
                      <a:pos x="1144" y="550"/>
                    </a:cxn>
                    <a:cxn ang="0">
                      <a:pos x="1098" y="555"/>
                    </a:cxn>
                    <a:cxn ang="0">
                      <a:pos x="1049" y="561"/>
                    </a:cxn>
                    <a:cxn ang="0">
                      <a:pos x="997" y="565"/>
                    </a:cxn>
                    <a:cxn ang="0">
                      <a:pos x="943" y="569"/>
                    </a:cxn>
                    <a:cxn ang="0">
                      <a:pos x="886" y="573"/>
                    </a:cxn>
                    <a:cxn ang="0">
                      <a:pos x="827" y="575"/>
                    </a:cxn>
                    <a:cxn ang="0">
                      <a:pos x="766" y="576"/>
                    </a:cxn>
                    <a:cxn ang="0">
                      <a:pos x="704" y="577"/>
                    </a:cxn>
                    <a:cxn ang="0">
                      <a:pos x="639" y="575"/>
                    </a:cxn>
                    <a:cxn ang="0">
                      <a:pos x="573" y="573"/>
                    </a:cxn>
                    <a:cxn ang="0">
                      <a:pos x="506" y="568"/>
                    </a:cxn>
                    <a:cxn ang="0">
                      <a:pos x="438" y="563"/>
                    </a:cxn>
                    <a:cxn ang="0">
                      <a:pos x="369" y="555"/>
                    </a:cxn>
                    <a:cxn ang="0">
                      <a:pos x="298" y="546"/>
                    </a:cxn>
                    <a:cxn ang="0">
                      <a:pos x="227" y="534"/>
                    </a:cxn>
                    <a:cxn ang="0">
                      <a:pos x="157" y="520"/>
                    </a:cxn>
                    <a:cxn ang="0">
                      <a:pos x="85" y="50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492" h="577">
                      <a:moveTo>
                        <a:pt x="0" y="0"/>
                      </a:moveTo>
                      <a:lnTo>
                        <a:pt x="3" y="0"/>
                      </a:lnTo>
                      <a:lnTo>
                        <a:pt x="10" y="2"/>
                      </a:lnTo>
                      <a:lnTo>
                        <a:pt x="61" y="12"/>
                      </a:lnTo>
                      <a:lnTo>
                        <a:pt x="87" y="16"/>
                      </a:lnTo>
                      <a:lnTo>
                        <a:pt x="116" y="22"/>
                      </a:lnTo>
                      <a:lnTo>
                        <a:pt x="150" y="27"/>
                      </a:lnTo>
                      <a:lnTo>
                        <a:pt x="188" y="33"/>
                      </a:lnTo>
                      <a:lnTo>
                        <a:pt x="229" y="39"/>
                      </a:lnTo>
                      <a:lnTo>
                        <a:pt x="274" y="45"/>
                      </a:lnTo>
                      <a:lnTo>
                        <a:pt x="322" y="51"/>
                      </a:lnTo>
                      <a:lnTo>
                        <a:pt x="373" y="56"/>
                      </a:lnTo>
                      <a:lnTo>
                        <a:pt x="428" y="61"/>
                      </a:lnTo>
                      <a:lnTo>
                        <a:pt x="485" y="65"/>
                      </a:lnTo>
                      <a:lnTo>
                        <a:pt x="545" y="69"/>
                      </a:lnTo>
                      <a:lnTo>
                        <a:pt x="607" y="72"/>
                      </a:lnTo>
                      <a:lnTo>
                        <a:pt x="672" y="74"/>
                      </a:lnTo>
                      <a:lnTo>
                        <a:pt x="738" y="75"/>
                      </a:lnTo>
                      <a:lnTo>
                        <a:pt x="807" y="75"/>
                      </a:lnTo>
                      <a:lnTo>
                        <a:pt x="878" y="73"/>
                      </a:lnTo>
                      <a:lnTo>
                        <a:pt x="950" y="70"/>
                      </a:lnTo>
                      <a:lnTo>
                        <a:pt x="1024" y="65"/>
                      </a:lnTo>
                      <a:lnTo>
                        <a:pt x="1100" y="59"/>
                      </a:lnTo>
                      <a:lnTo>
                        <a:pt x="1177" y="52"/>
                      </a:lnTo>
                      <a:lnTo>
                        <a:pt x="1254" y="42"/>
                      </a:lnTo>
                      <a:lnTo>
                        <a:pt x="1332" y="30"/>
                      </a:lnTo>
                      <a:lnTo>
                        <a:pt x="1412" y="16"/>
                      </a:lnTo>
                      <a:lnTo>
                        <a:pt x="1492" y="0"/>
                      </a:lnTo>
                      <a:lnTo>
                        <a:pt x="1408" y="504"/>
                      </a:lnTo>
                      <a:lnTo>
                        <a:pt x="1406" y="504"/>
                      </a:lnTo>
                      <a:lnTo>
                        <a:pt x="1398" y="506"/>
                      </a:lnTo>
                      <a:lnTo>
                        <a:pt x="1386" y="509"/>
                      </a:lnTo>
                      <a:lnTo>
                        <a:pt x="1370" y="512"/>
                      </a:lnTo>
                      <a:lnTo>
                        <a:pt x="1324" y="521"/>
                      </a:lnTo>
                      <a:lnTo>
                        <a:pt x="1295" y="526"/>
                      </a:lnTo>
                      <a:lnTo>
                        <a:pt x="1263" y="532"/>
                      </a:lnTo>
                      <a:lnTo>
                        <a:pt x="1226" y="538"/>
                      </a:lnTo>
                      <a:lnTo>
                        <a:pt x="1187" y="544"/>
                      </a:lnTo>
                      <a:lnTo>
                        <a:pt x="1144" y="550"/>
                      </a:lnTo>
                      <a:lnTo>
                        <a:pt x="1098" y="555"/>
                      </a:lnTo>
                      <a:lnTo>
                        <a:pt x="1049" y="561"/>
                      </a:lnTo>
                      <a:lnTo>
                        <a:pt x="997" y="565"/>
                      </a:lnTo>
                      <a:lnTo>
                        <a:pt x="943" y="569"/>
                      </a:lnTo>
                      <a:lnTo>
                        <a:pt x="886" y="573"/>
                      </a:lnTo>
                      <a:lnTo>
                        <a:pt x="827" y="575"/>
                      </a:lnTo>
                      <a:lnTo>
                        <a:pt x="766" y="576"/>
                      </a:lnTo>
                      <a:lnTo>
                        <a:pt x="704" y="577"/>
                      </a:lnTo>
                      <a:lnTo>
                        <a:pt x="639" y="575"/>
                      </a:lnTo>
                      <a:lnTo>
                        <a:pt x="573" y="573"/>
                      </a:lnTo>
                      <a:lnTo>
                        <a:pt x="506" y="568"/>
                      </a:lnTo>
                      <a:lnTo>
                        <a:pt x="438" y="563"/>
                      </a:lnTo>
                      <a:lnTo>
                        <a:pt x="369" y="555"/>
                      </a:lnTo>
                      <a:lnTo>
                        <a:pt x="298" y="546"/>
                      </a:lnTo>
                      <a:lnTo>
                        <a:pt x="227" y="534"/>
                      </a:lnTo>
                      <a:lnTo>
                        <a:pt x="157" y="520"/>
                      </a:lnTo>
                      <a:lnTo>
                        <a:pt x="85" y="50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D6A5E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1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39" name="Freeform 11">
                  <a:extLst>
                    <a:ext uri="{FF2B5EF4-FFF2-40B4-BE49-F238E27FC236}">
                      <a16:creationId xmlns:a16="http://schemas.microsoft.com/office/drawing/2014/main" id="{8282FA62-B95A-45AC-B013-2F7DE04782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989138" y="3925888"/>
                  <a:ext cx="1987550" cy="93345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" y="1"/>
                    </a:cxn>
                    <a:cxn ang="0">
                      <a:pos x="10" y="3"/>
                    </a:cxn>
                    <a:cxn ang="0">
                      <a:pos x="86" y="18"/>
                    </a:cxn>
                    <a:cxn ang="0">
                      <a:pos x="116" y="23"/>
                    </a:cxn>
                    <a:cxn ang="0">
                      <a:pos x="149" y="28"/>
                    </a:cxn>
                    <a:cxn ang="0">
                      <a:pos x="186" y="34"/>
                    </a:cxn>
                    <a:cxn ang="0">
                      <a:pos x="227" y="39"/>
                    </a:cxn>
                    <a:cxn ang="0">
                      <a:pos x="270" y="45"/>
                    </a:cxn>
                    <a:cxn ang="0">
                      <a:pos x="317" y="50"/>
                    </a:cxn>
                    <a:cxn ang="0">
                      <a:pos x="366" y="55"/>
                    </a:cxn>
                    <a:cxn ang="0">
                      <a:pos x="419" y="59"/>
                    </a:cxn>
                    <a:cxn ang="0">
                      <a:pos x="473" y="63"/>
                    </a:cxn>
                    <a:cxn ang="0">
                      <a:pos x="530" y="65"/>
                    </a:cxn>
                    <a:cxn ang="0">
                      <a:pos x="589" y="67"/>
                    </a:cxn>
                    <a:cxn ang="0">
                      <a:pos x="650" y="68"/>
                    </a:cxn>
                    <a:cxn ang="0">
                      <a:pos x="712" y="67"/>
                    </a:cxn>
                    <a:cxn ang="0">
                      <a:pos x="776" y="64"/>
                    </a:cxn>
                    <a:cxn ang="0">
                      <a:pos x="842" y="61"/>
                    </a:cxn>
                    <a:cxn ang="0">
                      <a:pos x="908" y="56"/>
                    </a:cxn>
                    <a:cxn ang="0">
                      <a:pos x="976" y="49"/>
                    </a:cxn>
                    <a:cxn ang="0">
                      <a:pos x="1045" y="40"/>
                    </a:cxn>
                    <a:cxn ang="0">
                      <a:pos x="1113" y="29"/>
                    </a:cxn>
                    <a:cxn ang="0">
                      <a:pos x="1183" y="16"/>
                    </a:cxn>
                    <a:cxn ang="0">
                      <a:pos x="1252" y="0"/>
                    </a:cxn>
                    <a:cxn ang="0">
                      <a:pos x="1168" y="493"/>
                    </a:cxn>
                    <a:cxn ang="0">
                      <a:pos x="1166" y="494"/>
                    </a:cxn>
                    <a:cxn ang="0">
                      <a:pos x="1159" y="497"/>
                    </a:cxn>
                    <a:cxn ang="0">
                      <a:pos x="1148" y="502"/>
                    </a:cxn>
                    <a:cxn ang="0">
                      <a:pos x="1113" y="514"/>
                    </a:cxn>
                    <a:cxn ang="0">
                      <a:pos x="1089" y="521"/>
                    </a:cxn>
                    <a:cxn ang="0">
                      <a:pos x="1062" y="530"/>
                    </a:cxn>
                    <a:cxn ang="0">
                      <a:pos x="1031" y="538"/>
                    </a:cxn>
                    <a:cxn ang="0">
                      <a:pos x="997" y="547"/>
                    </a:cxn>
                    <a:cxn ang="0">
                      <a:pos x="959" y="555"/>
                    </a:cxn>
                    <a:cxn ang="0">
                      <a:pos x="918" y="563"/>
                    </a:cxn>
                    <a:cxn ang="0">
                      <a:pos x="874" y="570"/>
                    </a:cxn>
                    <a:cxn ang="0">
                      <a:pos x="827" y="576"/>
                    </a:cxn>
                    <a:cxn ang="0">
                      <a:pos x="776" y="581"/>
                    </a:cxn>
                    <a:cxn ang="0">
                      <a:pos x="723" y="585"/>
                    </a:cxn>
                    <a:cxn ang="0">
                      <a:pos x="668" y="587"/>
                    </a:cxn>
                    <a:cxn ang="0">
                      <a:pos x="610" y="588"/>
                    </a:cxn>
                    <a:cxn ang="0">
                      <a:pos x="551" y="586"/>
                    </a:cxn>
                    <a:cxn ang="0">
                      <a:pos x="488" y="582"/>
                    </a:cxn>
                    <a:cxn ang="0">
                      <a:pos x="424" y="575"/>
                    </a:cxn>
                    <a:cxn ang="0">
                      <a:pos x="358" y="565"/>
                    </a:cxn>
                    <a:cxn ang="0">
                      <a:pos x="291" y="552"/>
                    </a:cxn>
                    <a:cxn ang="0">
                      <a:pos x="222" y="536"/>
                    </a:cxn>
                    <a:cxn ang="0">
                      <a:pos x="151" y="517"/>
                    </a:cxn>
                    <a:cxn ang="0">
                      <a:pos x="78" y="493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252" h="588">
                      <a:moveTo>
                        <a:pt x="0" y="0"/>
                      </a:moveTo>
                      <a:lnTo>
                        <a:pt x="3" y="1"/>
                      </a:lnTo>
                      <a:lnTo>
                        <a:pt x="10" y="3"/>
                      </a:lnTo>
                      <a:lnTo>
                        <a:pt x="86" y="18"/>
                      </a:lnTo>
                      <a:lnTo>
                        <a:pt x="116" y="23"/>
                      </a:lnTo>
                      <a:lnTo>
                        <a:pt x="149" y="28"/>
                      </a:lnTo>
                      <a:lnTo>
                        <a:pt x="186" y="34"/>
                      </a:lnTo>
                      <a:lnTo>
                        <a:pt x="227" y="39"/>
                      </a:lnTo>
                      <a:lnTo>
                        <a:pt x="270" y="45"/>
                      </a:lnTo>
                      <a:lnTo>
                        <a:pt x="317" y="50"/>
                      </a:lnTo>
                      <a:lnTo>
                        <a:pt x="366" y="55"/>
                      </a:lnTo>
                      <a:lnTo>
                        <a:pt x="419" y="59"/>
                      </a:lnTo>
                      <a:lnTo>
                        <a:pt x="473" y="63"/>
                      </a:lnTo>
                      <a:lnTo>
                        <a:pt x="530" y="65"/>
                      </a:lnTo>
                      <a:lnTo>
                        <a:pt x="589" y="67"/>
                      </a:lnTo>
                      <a:lnTo>
                        <a:pt x="650" y="68"/>
                      </a:lnTo>
                      <a:lnTo>
                        <a:pt x="712" y="67"/>
                      </a:lnTo>
                      <a:lnTo>
                        <a:pt x="776" y="64"/>
                      </a:lnTo>
                      <a:lnTo>
                        <a:pt x="842" y="61"/>
                      </a:lnTo>
                      <a:lnTo>
                        <a:pt x="908" y="56"/>
                      </a:lnTo>
                      <a:lnTo>
                        <a:pt x="976" y="49"/>
                      </a:lnTo>
                      <a:lnTo>
                        <a:pt x="1045" y="40"/>
                      </a:lnTo>
                      <a:lnTo>
                        <a:pt x="1113" y="29"/>
                      </a:lnTo>
                      <a:lnTo>
                        <a:pt x="1183" y="16"/>
                      </a:lnTo>
                      <a:lnTo>
                        <a:pt x="1252" y="0"/>
                      </a:lnTo>
                      <a:lnTo>
                        <a:pt x="1168" y="493"/>
                      </a:lnTo>
                      <a:lnTo>
                        <a:pt x="1166" y="494"/>
                      </a:lnTo>
                      <a:lnTo>
                        <a:pt x="1159" y="497"/>
                      </a:lnTo>
                      <a:lnTo>
                        <a:pt x="1148" y="502"/>
                      </a:lnTo>
                      <a:lnTo>
                        <a:pt x="1113" y="514"/>
                      </a:lnTo>
                      <a:lnTo>
                        <a:pt x="1089" y="521"/>
                      </a:lnTo>
                      <a:lnTo>
                        <a:pt x="1062" y="530"/>
                      </a:lnTo>
                      <a:lnTo>
                        <a:pt x="1031" y="538"/>
                      </a:lnTo>
                      <a:lnTo>
                        <a:pt x="997" y="547"/>
                      </a:lnTo>
                      <a:lnTo>
                        <a:pt x="959" y="555"/>
                      </a:lnTo>
                      <a:lnTo>
                        <a:pt x="918" y="563"/>
                      </a:lnTo>
                      <a:lnTo>
                        <a:pt x="874" y="570"/>
                      </a:lnTo>
                      <a:lnTo>
                        <a:pt x="827" y="576"/>
                      </a:lnTo>
                      <a:lnTo>
                        <a:pt x="776" y="581"/>
                      </a:lnTo>
                      <a:lnTo>
                        <a:pt x="723" y="585"/>
                      </a:lnTo>
                      <a:lnTo>
                        <a:pt x="668" y="587"/>
                      </a:lnTo>
                      <a:lnTo>
                        <a:pt x="610" y="588"/>
                      </a:lnTo>
                      <a:lnTo>
                        <a:pt x="551" y="586"/>
                      </a:lnTo>
                      <a:lnTo>
                        <a:pt x="488" y="582"/>
                      </a:lnTo>
                      <a:lnTo>
                        <a:pt x="424" y="575"/>
                      </a:lnTo>
                      <a:lnTo>
                        <a:pt x="358" y="565"/>
                      </a:lnTo>
                      <a:lnTo>
                        <a:pt x="291" y="552"/>
                      </a:lnTo>
                      <a:lnTo>
                        <a:pt x="222" y="536"/>
                      </a:lnTo>
                      <a:lnTo>
                        <a:pt x="151" y="517"/>
                      </a:lnTo>
                      <a:lnTo>
                        <a:pt x="78" y="4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EC15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1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dirty="0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0" name="Freeform 12">
                  <a:extLst>
                    <a:ext uri="{FF2B5EF4-FFF2-40B4-BE49-F238E27FC236}">
                      <a16:creationId xmlns:a16="http://schemas.microsoft.com/office/drawing/2014/main" id="{734D4186-917F-4F60-9227-DFF8C57939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73288" y="5057775"/>
                  <a:ext cx="1612900" cy="90487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1"/>
                    </a:cxn>
                    <a:cxn ang="0">
                      <a:pos x="9" y="4"/>
                    </a:cxn>
                    <a:cxn ang="0">
                      <a:pos x="21" y="7"/>
                    </a:cxn>
                    <a:cxn ang="0">
                      <a:pos x="37" y="11"/>
                    </a:cxn>
                    <a:cxn ang="0">
                      <a:pos x="58" y="17"/>
                    </a:cxn>
                    <a:cxn ang="0">
                      <a:pos x="82" y="23"/>
                    </a:cxn>
                    <a:cxn ang="0">
                      <a:pos x="111" y="30"/>
                    </a:cxn>
                    <a:cxn ang="0">
                      <a:pos x="143" y="36"/>
                    </a:cxn>
                    <a:cxn ang="0">
                      <a:pos x="180" y="43"/>
                    </a:cxn>
                    <a:cxn ang="0">
                      <a:pos x="220" y="48"/>
                    </a:cxn>
                    <a:cxn ang="0">
                      <a:pos x="264" y="54"/>
                    </a:cxn>
                    <a:cxn ang="0">
                      <a:pos x="311" y="59"/>
                    </a:cxn>
                    <a:cxn ang="0">
                      <a:pos x="361" y="64"/>
                    </a:cxn>
                    <a:cxn ang="0">
                      <a:pos x="414" y="66"/>
                    </a:cxn>
                    <a:cxn ang="0">
                      <a:pos x="472" y="67"/>
                    </a:cxn>
                    <a:cxn ang="0">
                      <a:pos x="531" y="67"/>
                    </a:cxn>
                    <a:cxn ang="0">
                      <a:pos x="593" y="65"/>
                    </a:cxn>
                    <a:cxn ang="0">
                      <a:pos x="658" y="60"/>
                    </a:cxn>
                    <a:cxn ang="0">
                      <a:pos x="725" y="54"/>
                    </a:cxn>
                    <a:cxn ang="0">
                      <a:pos x="795" y="45"/>
                    </a:cxn>
                    <a:cxn ang="0">
                      <a:pos x="866" y="33"/>
                    </a:cxn>
                    <a:cxn ang="0">
                      <a:pos x="940" y="18"/>
                    </a:cxn>
                    <a:cxn ang="0">
                      <a:pos x="1016" y="0"/>
                    </a:cxn>
                    <a:cxn ang="0">
                      <a:pos x="937" y="476"/>
                    </a:cxn>
                    <a:cxn ang="0">
                      <a:pos x="929" y="480"/>
                    </a:cxn>
                    <a:cxn ang="0">
                      <a:pos x="919" y="485"/>
                    </a:cxn>
                    <a:cxn ang="0">
                      <a:pos x="905" y="491"/>
                    </a:cxn>
                    <a:cxn ang="0">
                      <a:pos x="888" y="499"/>
                    </a:cxn>
                    <a:cxn ang="0">
                      <a:pos x="867" y="507"/>
                    </a:cxn>
                    <a:cxn ang="0">
                      <a:pos x="843" y="515"/>
                    </a:cxn>
                    <a:cxn ang="0">
                      <a:pos x="815" y="525"/>
                    </a:cxn>
                    <a:cxn ang="0">
                      <a:pos x="785" y="534"/>
                    </a:cxn>
                    <a:cxn ang="0">
                      <a:pos x="751" y="542"/>
                    </a:cxn>
                    <a:cxn ang="0">
                      <a:pos x="714" y="551"/>
                    </a:cxn>
                    <a:cxn ang="0">
                      <a:pos x="674" y="557"/>
                    </a:cxn>
                    <a:cxn ang="0">
                      <a:pos x="632" y="563"/>
                    </a:cxn>
                    <a:cxn ang="0">
                      <a:pos x="588" y="568"/>
                    </a:cxn>
                    <a:cxn ang="0">
                      <a:pos x="540" y="570"/>
                    </a:cxn>
                    <a:cxn ang="0">
                      <a:pos x="490" y="570"/>
                    </a:cxn>
                    <a:cxn ang="0">
                      <a:pos x="438" y="568"/>
                    </a:cxn>
                    <a:cxn ang="0">
                      <a:pos x="384" y="563"/>
                    </a:cxn>
                    <a:cxn ang="0">
                      <a:pos x="329" y="555"/>
                    </a:cxn>
                    <a:cxn ang="0">
                      <a:pos x="271" y="544"/>
                    </a:cxn>
                    <a:cxn ang="0">
                      <a:pos x="211" y="530"/>
                    </a:cxn>
                    <a:cxn ang="0">
                      <a:pos x="149" y="510"/>
                    </a:cxn>
                    <a:cxn ang="0">
                      <a:pos x="86" y="488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016" h="570">
                      <a:moveTo>
                        <a:pt x="0" y="0"/>
                      </a:moveTo>
                      <a:lnTo>
                        <a:pt x="2" y="1"/>
                      </a:lnTo>
                      <a:lnTo>
                        <a:pt x="9" y="4"/>
                      </a:lnTo>
                      <a:lnTo>
                        <a:pt x="21" y="7"/>
                      </a:lnTo>
                      <a:lnTo>
                        <a:pt x="37" y="11"/>
                      </a:lnTo>
                      <a:lnTo>
                        <a:pt x="58" y="17"/>
                      </a:lnTo>
                      <a:lnTo>
                        <a:pt x="82" y="23"/>
                      </a:lnTo>
                      <a:lnTo>
                        <a:pt x="111" y="30"/>
                      </a:lnTo>
                      <a:lnTo>
                        <a:pt x="143" y="36"/>
                      </a:lnTo>
                      <a:lnTo>
                        <a:pt x="180" y="43"/>
                      </a:lnTo>
                      <a:lnTo>
                        <a:pt x="220" y="48"/>
                      </a:lnTo>
                      <a:lnTo>
                        <a:pt x="264" y="54"/>
                      </a:lnTo>
                      <a:lnTo>
                        <a:pt x="311" y="59"/>
                      </a:lnTo>
                      <a:lnTo>
                        <a:pt x="361" y="64"/>
                      </a:lnTo>
                      <a:lnTo>
                        <a:pt x="414" y="66"/>
                      </a:lnTo>
                      <a:lnTo>
                        <a:pt x="472" y="67"/>
                      </a:lnTo>
                      <a:lnTo>
                        <a:pt x="531" y="67"/>
                      </a:lnTo>
                      <a:lnTo>
                        <a:pt x="593" y="65"/>
                      </a:lnTo>
                      <a:lnTo>
                        <a:pt x="658" y="60"/>
                      </a:lnTo>
                      <a:lnTo>
                        <a:pt x="725" y="54"/>
                      </a:lnTo>
                      <a:lnTo>
                        <a:pt x="795" y="45"/>
                      </a:lnTo>
                      <a:lnTo>
                        <a:pt x="866" y="33"/>
                      </a:lnTo>
                      <a:lnTo>
                        <a:pt x="940" y="18"/>
                      </a:lnTo>
                      <a:lnTo>
                        <a:pt x="1016" y="0"/>
                      </a:lnTo>
                      <a:lnTo>
                        <a:pt x="937" y="476"/>
                      </a:lnTo>
                      <a:lnTo>
                        <a:pt x="929" y="480"/>
                      </a:lnTo>
                      <a:lnTo>
                        <a:pt x="919" y="485"/>
                      </a:lnTo>
                      <a:lnTo>
                        <a:pt x="905" y="491"/>
                      </a:lnTo>
                      <a:lnTo>
                        <a:pt x="888" y="499"/>
                      </a:lnTo>
                      <a:lnTo>
                        <a:pt x="867" y="507"/>
                      </a:lnTo>
                      <a:lnTo>
                        <a:pt x="843" y="515"/>
                      </a:lnTo>
                      <a:lnTo>
                        <a:pt x="815" y="525"/>
                      </a:lnTo>
                      <a:lnTo>
                        <a:pt x="785" y="534"/>
                      </a:lnTo>
                      <a:lnTo>
                        <a:pt x="751" y="542"/>
                      </a:lnTo>
                      <a:lnTo>
                        <a:pt x="714" y="551"/>
                      </a:lnTo>
                      <a:lnTo>
                        <a:pt x="674" y="557"/>
                      </a:lnTo>
                      <a:lnTo>
                        <a:pt x="632" y="563"/>
                      </a:lnTo>
                      <a:lnTo>
                        <a:pt x="588" y="568"/>
                      </a:lnTo>
                      <a:lnTo>
                        <a:pt x="540" y="570"/>
                      </a:lnTo>
                      <a:lnTo>
                        <a:pt x="490" y="570"/>
                      </a:lnTo>
                      <a:lnTo>
                        <a:pt x="438" y="568"/>
                      </a:lnTo>
                      <a:lnTo>
                        <a:pt x="384" y="563"/>
                      </a:lnTo>
                      <a:lnTo>
                        <a:pt x="329" y="555"/>
                      </a:lnTo>
                      <a:lnTo>
                        <a:pt x="271" y="544"/>
                      </a:lnTo>
                      <a:lnTo>
                        <a:pt x="211" y="530"/>
                      </a:lnTo>
                      <a:lnTo>
                        <a:pt x="149" y="510"/>
                      </a:lnTo>
                      <a:lnTo>
                        <a:pt x="86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AB54D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ctr" anchorCtr="1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41" name="Freeform 13">
                  <a:extLst>
                    <a:ext uri="{FF2B5EF4-FFF2-40B4-BE49-F238E27FC236}">
                      <a16:creationId xmlns:a16="http://schemas.microsoft.com/office/drawing/2014/main" id="{14600751-FC76-4E8F-A969-115AEF18EF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603375" y="1555750"/>
                  <a:ext cx="2763838" cy="277812"/>
                </a:xfrm>
                <a:custGeom>
                  <a:avLst/>
                  <a:gdLst/>
                  <a:ahLst/>
                  <a:cxnLst>
                    <a:cxn ang="0">
                      <a:pos x="826" y="0"/>
                    </a:cxn>
                    <a:cxn ang="0">
                      <a:pos x="906" y="1"/>
                    </a:cxn>
                    <a:cxn ang="0">
                      <a:pos x="990" y="2"/>
                    </a:cxn>
                    <a:cxn ang="0">
                      <a:pos x="1076" y="3"/>
                    </a:cxn>
                    <a:cxn ang="0">
                      <a:pos x="1164" y="7"/>
                    </a:cxn>
                    <a:cxn ang="0">
                      <a:pos x="1255" y="12"/>
                    </a:cxn>
                    <a:cxn ang="0">
                      <a:pos x="1348" y="18"/>
                    </a:cxn>
                    <a:cxn ang="0">
                      <a:pos x="1443" y="25"/>
                    </a:cxn>
                    <a:cxn ang="0">
                      <a:pos x="1541" y="34"/>
                    </a:cxn>
                    <a:cxn ang="0">
                      <a:pos x="1640" y="45"/>
                    </a:cxn>
                    <a:cxn ang="0">
                      <a:pos x="1741" y="57"/>
                    </a:cxn>
                    <a:cxn ang="0">
                      <a:pos x="1740" y="57"/>
                    </a:cxn>
                    <a:cxn ang="0">
                      <a:pos x="1735" y="59"/>
                    </a:cxn>
                    <a:cxn ang="0">
                      <a:pos x="1728" y="62"/>
                    </a:cxn>
                    <a:cxn ang="0">
                      <a:pos x="1718" y="67"/>
                    </a:cxn>
                    <a:cxn ang="0">
                      <a:pos x="1704" y="73"/>
                    </a:cxn>
                    <a:cxn ang="0">
                      <a:pos x="1688" y="78"/>
                    </a:cxn>
                    <a:cxn ang="0">
                      <a:pos x="1669" y="85"/>
                    </a:cxn>
                    <a:cxn ang="0">
                      <a:pos x="1646" y="92"/>
                    </a:cxn>
                    <a:cxn ang="0">
                      <a:pos x="1620" y="99"/>
                    </a:cxn>
                    <a:cxn ang="0">
                      <a:pos x="1591" y="108"/>
                    </a:cxn>
                    <a:cxn ang="0">
                      <a:pos x="1560" y="116"/>
                    </a:cxn>
                    <a:cxn ang="0">
                      <a:pos x="1524" y="124"/>
                    </a:cxn>
                    <a:cxn ang="0">
                      <a:pos x="1444" y="140"/>
                    </a:cxn>
                    <a:cxn ang="0">
                      <a:pos x="1400" y="147"/>
                    </a:cxn>
                    <a:cxn ang="0">
                      <a:pos x="1352" y="153"/>
                    </a:cxn>
                    <a:cxn ang="0">
                      <a:pos x="1300" y="159"/>
                    </a:cxn>
                    <a:cxn ang="0">
                      <a:pos x="1245" y="165"/>
                    </a:cxn>
                    <a:cxn ang="0">
                      <a:pos x="1187" y="169"/>
                    </a:cxn>
                    <a:cxn ang="0">
                      <a:pos x="1125" y="173"/>
                    </a:cxn>
                    <a:cxn ang="0">
                      <a:pos x="1060" y="174"/>
                    </a:cxn>
                    <a:cxn ang="0">
                      <a:pos x="991" y="175"/>
                    </a:cxn>
                    <a:cxn ang="0">
                      <a:pos x="919" y="174"/>
                    </a:cxn>
                    <a:cxn ang="0">
                      <a:pos x="843" y="172"/>
                    </a:cxn>
                    <a:cxn ang="0">
                      <a:pos x="764" y="168"/>
                    </a:cxn>
                    <a:cxn ang="0">
                      <a:pos x="682" y="162"/>
                    </a:cxn>
                    <a:cxn ang="0">
                      <a:pos x="595" y="154"/>
                    </a:cxn>
                    <a:cxn ang="0">
                      <a:pos x="505" y="144"/>
                    </a:cxn>
                    <a:cxn ang="0">
                      <a:pos x="412" y="132"/>
                    </a:cxn>
                    <a:cxn ang="0">
                      <a:pos x="314" y="116"/>
                    </a:cxn>
                    <a:cxn ang="0">
                      <a:pos x="213" y="99"/>
                    </a:cxn>
                    <a:cxn ang="0">
                      <a:pos x="109" y="79"/>
                    </a:cxn>
                    <a:cxn ang="0">
                      <a:pos x="0" y="57"/>
                    </a:cxn>
                    <a:cxn ang="0">
                      <a:pos x="3" y="56"/>
                    </a:cxn>
                    <a:cxn ang="0">
                      <a:pos x="11" y="55"/>
                    </a:cxn>
                    <a:cxn ang="0">
                      <a:pos x="24" y="53"/>
                    </a:cxn>
                    <a:cxn ang="0">
                      <a:pos x="42" y="51"/>
                    </a:cxn>
                    <a:cxn ang="0">
                      <a:pos x="65" y="47"/>
                    </a:cxn>
                    <a:cxn ang="0">
                      <a:pos x="93" y="44"/>
                    </a:cxn>
                    <a:cxn ang="0">
                      <a:pos x="125" y="40"/>
                    </a:cxn>
                    <a:cxn ang="0">
                      <a:pos x="162" y="35"/>
                    </a:cxn>
                    <a:cxn ang="0">
                      <a:pos x="203" y="31"/>
                    </a:cxn>
                    <a:cxn ang="0">
                      <a:pos x="248" y="27"/>
                    </a:cxn>
                    <a:cxn ang="0">
                      <a:pos x="298" y="23"/>
                    </a:cxn>
                    <a:cxn ang="0">
                      <a:pos x="351" y="19"/>
                    </a:cxn>
                    <a:cxn ang="0">
                      <a:pos x="408" y="14"/>
                    </a:cxn>
                    <a:cxn ang="0">
                      <a:pos x="470" y="11"/>
                    </a:cxn>
                    <a:cxn ang="0">
                      <a:pos x="534" y="8"/>
                    </a:cxn>
                    <a:cxn ang="0">
                      <a:pos x="602" y="5"/>
                    </a:cxn>
                    <a:cxn ang="0">
                      <a:pos x="673" y="3"/>
                    </a:cxn>
                    <a:cxn ang="0">
                      <a:pos x="748" y="1"/>
                    </a:cxn>
                    <a:cxn ang="0">
                      <a:pos x="826" y="0"/>
                    </a:cxn>
                  </a:cxnLst>
                  <a:rect l="0" t="0" r="r" b="b"/>
                  <a:pathLst>
                    <a:path w="1741" h="175">
                      <a:moveTo>
                        <a:pt x="826" y="0"/>
                      </a:moveTo>
                      <a:lnTo>
                        <a:pt x="906" y="1"/>
                      </a:lnTo>
                      <a:lnTo>
                        <a:pt x="990" y="2"/>
                      </a:lnTo>
                      <a:lnTo>
                        <a:pt x="1076" y="3"/>
                      </a:lnTo>
                      <a:lnTo>
                        <a:pt x="1164" y="7"/>
                      </a:lnTo>
                      <a:lnTo>
                        <a:pt x="1255" y="12"/>
                      </a:lnTo>
                      <a:lnTo>
                        <a:pt x="1348" y="18"/>
                      </a:lnTo>
                      <a:lnTo>
                        <a:pt x="1443" y="25"/>
                      </a:lnTo>
                      <a:lnTo>
                        <a:pt x="1541" y="34"/>
                      </a:lnTo>
                      <a:lnTo>
                        <a:pt x="1640" y="45"/>
                      </a:lnTo>
                      <a:lnTo>
                        <a:pt x="1741" y="57"/>
                      </a:lnTo>
                      <a:lnTo>
                        <a:pt x="1740" y="57"/>
                      </a:lnTo>
                      <a:lnTo>
                        <a:pt x="1735" y="59"/>
                      </a:lnTo>
                      <a:lnTo>
                        <a:pt x="1728" y="62"/>
                      </a:lnTo>
                      <a:lnTo>
                        <a:pt x="1718" y="67"/>
                      </a:lnTo>
                      <a:lnTo>
                        <a:pt x="1704" y="73"/>
                      </a:lnTo>
                      <a:lnTo>
                        <a:pt x="1688" y="78"/>
                      </a:lnTo>
                      <a:lnTo>
                        <a:pt x="1669" y="85"/>
                      </a:lnTo>
                      <a:lnTo>
                        <a:pt x="1646" y="92"/>
                      </a:lnTo>
                      <a:lnTo>
                        <a:pt x="1620" y="99"/>
                      </a:lnTo>
                      <a:lnTo>
                        <a:pt x="1591" y="108"/>
                      </a:lnTo>
                      <a:lnTo>
                        <a:pt x="1560" y="116"/>
                      </a:lnTo>
                      <a:lnTo>
                        <a:pt x="1524" y="124"/>
                      </a:lnTo>
                      <a:lnTo>
                        <a:pt x="1444" y="140"/>
                      </a:lnTo>
                      <a:lnTo>
                        <a:pt x="1400" y="147"/>
                      </a:lnTo>
                      <a:lnTo>
                        <a:pt x="1352" y="153"/>
                      </a:lnTo>
                      <a:lnTo>
                        <a:pt x="1300" y="159"/>
                      </a:lnTo>
                      <a:lnTo>
                        <a:pt x="1245" y="165"/>
                      </a:lnTo>
                      <a:lnTo>
                        <a:pt x="1187" y="169"/>
                      </a:lnTo>
                      <a:lnTo>
                        <a:pt x="1125" y="173"/>
                      </a:lnTo>
                      <a:lnTo>
                        <a:pt x="1060" y="174"/>
                      </a:lnTo>
                      <a:lnTo>
                        <a:pt x="991" y="175"/>
                      </a:lnTo>
                      <a:lnTo>
                        <a:pt x="919" y="174"/>
                      </a:lnTo>
                      <a:lnTo>
                        <a:pt x="843" y="172"/>
                      </a:lnTo>
                      <a:lnTo>
                        <a:pt x="764" y="168"/>
                      </a:lnTo>
                      <a:lnTo>
                        <a:pt x="682" y="162"/>
                      </a:lnTo>
                      <a:lnTo>
                        <a:pt x="595" y="154"/>
                      </a:lnTo>
                      <a:lnTo>
                        <a:pt x="505" y="144"/>
                      </a:lnTo>
                      <a:lnTo>
                        <a:pt x="412" y="132"/>
                      </a:lnTo>
                      <a:lnTo>
                        <a:pt x="314" y="116"/>
                      </a:lnTo>
                      <a:lnTo>
                        <a:pt x="213" y="99"/>
                      </a:lnTo>
                      <a:lnTo>
                        <a:pt x="109" y="79"/>
                      </a:lnTo>
                      <a:lnTo>
                        <a:pt x="0" y="57"/>
                      </a:lnTo>
                      <a:lnTo>
                        <a:pt x="3" y="56"/>
                      </a:lnTo>
                      <a:lnTo>
                        <a:pt x="11" y="55"/>
                      </a:lnTo>
                      <a:lnTo>
                        <a:pt x="24" y="53"/>
                      </a:lnTo>
                      <a:lnTo>
                        <a:pt x="42" y="51"/>
                      </a:lnTo>
                      <a:lnTo>
                        <a:pt x="65" y="47"/>
                      </a:lnTo>
                      <a:lnTo>
                        <a:pt x="93" y="44"/>
                      </a:lnTo>
                      <a:lnTo>
                        <a:pt x="125" y="40"/>
                      </a:lnTo>
                      <a:lnTo>
                        <a:pt x="162" y="35"/>
                      </a:lnTo>
                      <a:lnTo>
                        <a:pt x="203" y="31"/>
                      </a:lnTo>
                      <a:lnTo>
                        <a:pt x="248" y="27"/>
                      </a:lnTo>
                      <a:lnTo>
                        <a:pt x="298" y="23"/>
                      </a:lnTo>
                      <a:lnTo>
                        <a:pt x="351" y="19"/>
                      </a:lnTo>
                      <a:lnTo>
                        <a:pt x="408" y="14"/>
                      </a:lnTo>
                      <a:lnTo>
                        <a:pt x="470" y="11"/>
                      </a:lnTo>
                      <a:lnTo>
                        <a:pt x="534" y="8"/>
                      </a:lnTo>
                      <a:lnTo>
                        <a:pt x="602" y="5"/>
                      </a:lnTo>
                      <a:lnTo>
                        <a:pt x="673" y="3"/>
                      </a:lnTo>
                      <a:lnTo>
                        <a:pt x="748" y="1"/>
                      </a:lnTo>
                      <a:lnTo>
                        <a:pt x="826" y="0"/>
                      </a:ln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961DAEF-F960-4701-AE40-CE7A3C761163}"/>
                  </a:ext>
                </a:extLst>
              </p:cNvPr>
              <p:cNvSpPr/>
              <p:nvPr/>
            </p:nvSpPr>
            <p:spPr>
              <a:xfrm>
                <a:off x="2470088" y="5987142"/>
                <a:ext cx="2938524" cy="261258"/>
              </a:xfrm>
              <a:prstGeom prst="ellipse">
                <a:avLst/>
              </a:prstGeom>
              <a:gradFill flip="none" rotWithShape="1">
                <a:gsLst>
                  <a:gs pos="0">
                    <a:sysClr val="windowText" lastClr="000000">
                      <a:lumMod val="50000"/>
                      <a:lumOff val="50000"/>
                      <a:alpha val="70000"/>
                    </a:sysClr>
                  </a:gs>
                  <a:gs pos="100000">
                    <a:sysClr val="window" lastClr="FFFFFF">
                      <a:alpha val="0"/>
                      <a:lumMod val="100000"/>
                    </a:sysClr>
                  </a:gs>
                </a:gsLst>
                <a:path path="shape">
                  <a:fillToRect l="50000" t="50000" r="50000" b="50000"/>
                </a:path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23">
              <a:extLst>
                <a:ext uri="{FF2B5EF4-FFF2-40B4-BE49-F238E27FC236}">
                  <a16:creationId xmlns:a16="http://schemas.microsoft.com/office/drawing/2014/main" id="{16CF496F-23A6-4AFE-BF39-C50608BEE09E}"/>
                </a:ext>
              </a:extLst>
            </p:cNvPr>
            <p:cNvGrpSpPr/>
            <p:nvPr/>
          </p:nvGrpSpPr>
          <p:grpSpPr>
            <a:xfrm>
              <a:off x="1211263" y="1796142"/>
              <a:ext cx="1701798" cy="442686"/>
              <a:chOff x="963614" y="1796142"/>
              <a:chExt cx="1701798" cy="442686"/>
            </a:xfrm>
          </p:grpSpPr>
          <p:sp>
            <p:nvSpPr>
              <p:cNvPr id="30" name="Pentagon 26">
                <a:extLst>
                  <a:ext uri="{FF2B5EF4-FFF2-40B4-BE49-F238E27FC236}">
                    <a16:creationId xmlns:a16="http://schemas.microsoft.com/office/drawing/2014/main" id="{6E630617-8412-492D-BD4E-5BE84BB7DE45}"/>
                  </a:ext>
                </a:extLst>
              </p:cNvPr>
              <p:cNvSpPr/>
              <p:nvPr/>
            </p:nvSpPr>
            <p:spPr>
              <a:xfrm>
                <a:off x="1217612" y="1857828"/>
                <a:ext cx="1447800" cy="381000"/>
              </a:xfrm>
              <a:prstGeom prst="homePlate">
                <a:avLst/>
              </a:prstGeom>
              <a:solidFill>
                <a:srgbClr val="0E78BC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74320" rIns="182880" rtlCol="0" anchor="t" anchorCtr="0"/>
              <a:lstStyle/>
              <a:p>
                <a:endParaRPr lang="en-US" sz="1800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31" name="Folded Corner 27">
                <a:extLst>
                  <a:ext uri="{FF2B5EF4-FFF2-40B4-BE49-F238E27FC236}">
                    <a16:creationId xmlns:a16="http://schemas.microsoft.com/office/drawing/2014/main" id="{9A4F7698-ED7F-467D-8C2E-1DFCF2789676}"/>
                  </a:ext>
                </a:extLst>
              </p:cNvPr>
              <p:cNvSpPr/>
              <p:nvPr/>
            </p:nvSpPr>
            <p:spPr>
              <a:xfrm>
                <a:off x="963614" y="1796142"/>
                <a:ext cx="381000" cy="381000"/>
              </a:xfrm>
              <a:prstGeom prst="foldedCorner">
                <a:avLst/>
              </a:prstGeom>
              <a:solidFill>
                <a:srgbClr val="0E78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37160" rtlCol="0" anchor="ctr"/>
              <a:lstStyle/>
              <a:p>
                <a:pPr algn="ctr"/>
                <a:r>
                  <a:rPr lang="en-US" sz="1800" b="1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1</a:t>
                </a:r>
              </a:p>
            </p:txBody>
          </p:sp>
        </p:grpSp>
        <p:grpSp>
          <p:nvGrpSpPr>
            <p:cNvPr id="10" name="Group 24">
              <a:extLst>
                <a:ext uri="{FF2B5EF4-FFF2-40B4-BE49-F238E27FC236}">
                  <a16:creationId xmlns:a16="http://schemas.microsoft.com/office/drawing/2014/main" id="{FD1E1315-7B8F-4A88-977B-16D88C7F9C4F}"/>
                </a:ext>
              </a:extLst>
            </p:cNvPr>
            <p:cNvGrpSpPr/>
            <p:nvPr/>
          </p:nvGrpSpPr>
          <p:grpSpPr>
            <a:xfrm>
              <a:off x="1211263" y="2957285"/>
              <a:ext cx="1905000" cy="418495"/>
              <a:chOff x="963614" y="2957285"/>
              <a:chExt cx="1905000" cy="418495"/>
            </a:xfrm>
          </p:grpSpPr>
          <p:sp>
            <p:nvSpPr>
              <p:cNvPr id="28" name="Pentagon 24">
                <a:extLst>
                  <a:ext uri="{FF2B5EF4-FFF2-40B4-BE49-F238E27FC236}">
                    <a16:creationId xmlns:a16="http://schemas.microsoft.com/office/drawing/2014/main" id="{871A4DD1-9B0D-4DC2-8A34-97DA100B23DD}"/>
                  </a:ext>
                </a:extLst>
              </p:cNvPr>
              <p:cNvSpPr/>
              <p:nvPr/>
            </p:nvSpPr>
            <p:spPr>
              <a:xfrm>
                <a:off x="1217612" y="2994780"/>
                <a:ext cx="1651002" cy="381000"/>
              </a:xfrm>
              <a:prstGeom prst="homePlate">
                <a:avLst/>
              </a:prstGeom>
              <a:solidFill>
                <a:srgbClr val="ED6A5E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74320" rIns="182880" rtlCol="0" anchor="t" anchorCtr="0"/>
              <a:lstStyle/>
              <a:p>
                <a:endParaRPr lang="en-US" sz="1800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9" name="Folded Corner 25">
                <a:extLst>
                  <a:ext uri="{FF2B5EF4-FFF2-40B4-BE49-F238E27FC236}">
                    <a16:creationId xmlns:a16="http://schemas.microsoft.com/office/drawing/2014/main" id="{14B6E527-8CAB-4F64-9E87-D9D931F12079}"/>
                  </a:ext>
                </a:extLst>
              </p:cNvPr>
              <p:cNvSpPr/>
              <p:nvPr/>
            </p:nvSpPr>
            <p:spPr>
              <a:xfrm>
                <a:off x="963614" y="2957285"/>
                <a:ext cx="381000" cy="381000"/>
              </a:xfrm>
              <a:prstGeom prst="foldedCorner">
                <a:avLst/>
              </a:prstGeom>
              <a:solidFill>
                <a:srgbClr val="ED6A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37160" rtlCol="0" anchor="ctr"/>
              <a:lstStyle/>
              <a:p>
                <a:pPr algn="ctr"/>
                <a:r>
                  <a:rPr lang="en-US" sz="1800" b="1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2</a:t>
                </a:r>
              </a:p>
            </p:txBody>
          </p:sp>
        </p:grpSp>
        <p:grpSp>
          <p:nvGrpSpPr>
            <p:cNvPr id="11" name="Group 25">
              <a:extLst>
                <a:ext uri="{FF2B5EF4-FFF2-40B4-BE49-F238E27FC236}">
                  <a16:creationId xmlns:a16="http://schemas.microsoft.com/office/drawing/2014/main" id="{D0402502-BDC5-4625-A7E7-79D1D4C4F25F}"/>
                </a:ext>
              </a:extLst>
            </p:cNvPr>
            <p:cNvGrpSpPr/>
            <p:nvPr/>
          </p:nvGrpSpPr>
          <p:grpSpPr>
            <a:xfrm>
              <a:off x="1211263" y="4074885"/>
              <a:ext cx="2133600" cy="437847"/>
              <a:chOff x="963614" y="4074885"/>
              <a:chExt cx="2133600" cy="437847"/>
            </a:xfrm>
          </p:grpSpPr>
          <p:sp>
            <p:nvSpPr>
              <p:cNvPr id="26" name="Pentagon 22">
                <a:extLst>
                  <a:ext uri="{FF2B5EF4-FFF2-40B4-BE49-F238E27FC236}">
                    <a16:creationId xmlns:a16="http://schemas.microsoft.com/office/drawing/2014/main" id="{068E5270-B2CA-4677-B8F1-73F00FF57FDB}"/>
                  </a:ext>
                </a:extLst>
              </p:cNvPr>
              <p:cNvSpPr/>
              <p:nvPr/>
            </p:nvSpPr>
            <p:spPr>
              <a:xfrm>
                <a:off x="1217611" y="4131732"/>
                <a:ext cx="1879603" cy="381000"/>
              </a:xfrm>
              <a:prstGeom prst="homePlate">
                <a:avLst/>
              </a:prstGeom>
              <a:solidFill>
                <a:srgbClr val="8EC152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74320" rIns="182880" rtlCol="0" anchor="t" anchorCtr="0"/>
              <a:lstStyle/>
              <a:p>
                <a:endParaRPr lang="en-US" sz="1800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7" name="Folded Corner 23">
                <a:extLst>
                  <a:ext uri="{FF2B5EF4-FFF2-40B4-BE49-F238E27FC236}">
                    <a16:creationId xmlns:a16="http://schemas.microsoft.com/office/drawing/2014/main" id="{7D91FB97-77AB-4CF1-BBD9-85F1FBCFDB20}"/>
                  </a:ext>
                </a:extLst>
              </p:cNvPr>
              <p:cNvSpPr/>
              <p:nvPr/>
            </p:nvSpPr>
            <p:spPr>
              <a:xfrm>
                <a:off x="963614" y="4074885"/>
                <a:ext cx="381000" cy="381000"/>
              </a:xfrm>
              <a:prstGeom prst="foldedCorner">
                <a:avLst/>
              </a:prstGeom>
              <a:solidFill>
                <a:srgbClr val="8EC1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37160" rtlCol="0" anchor="ctr"/>
              <a:lstStyle/>
              <a:p>
                <a:pPr algn="ctr"/>
                <a:r>
                  <a:rPr lang="en-US" sz="1800" b="1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3</a:t>
                </a:r>
              </a:p>
            </p:txBody>
          </p:sp>
        </p:grpSp>
        <p:grpSp>
          <p:nvGrpSpPr>
            <p:cNvPr id="12" name="Group 26">
              <a:extLst>
                <a:ext uri="{FF2B5EF4-FFF2-40B4-BE49-F238E27FC236}">
                  <a16:creationId xmlns:a16="http://schemas.microsoft.com/office/drawing/2014/main" id="{3E3D1233-A311-41D1-A056-EDBE5AC265E5}"/>
                </a:ext>
              </a:extLst>
            </p:cNvPr>
            <p:cNvGrpSpPr/>
            <p:nvPr/>
          </p:nvGrpSpPr>
          <p:grpSpPr>
            <a:xfrm>
              <a:off x="1211263" y="5206999"/>
              <a:ext cx="2273072" cy="442686"/>
              <a:chOff x="963614" y="5206999"/>
              <a:chExt cx="2273072" cy="442686"/>
            </a:xfrm>
          </p:grpSpPr>
          <p:sp>
            <p:nvSpPr>
              <p:cNvPr id="24" name="Pentagon 20">
                <a:extLst>
                  <a:ext uri="{FF2B5EF4-FFF2-40B4-BE49-F238E27FC236}">
                    <a16:creationId xmlns:a16="http://schemas.microsoft.com/office/drawing/2014/main" id="{835C189F-6117-469E-9C0E-E40AE944B62B}"/>
                  </a:ext>
                </a:extLst>
              </p:cNvPr>
              <p:cNvSpPr/>
              <p:nvPr/>
            </p:nvSpPr>
            <p:spPr>
              <a:xfrm>
                <a:off x="1217612" y="5268685"/>
                <a:ext cx="2019074" cy="381000"/>
              </a:xfrm>
              <a:prstGeom prst="homePlate">
                <a:avLst/>
              </a:prstGeom>
              <a:solidFill>
                <a:srgbClr val="FAB54D">
                  <a:alpha val="7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74320" rIns="182880" rtlCol="0" anchor="t" anchorCtr="0"/>
              <a:lstStyle/>
              <a:p>
                <a:endParaRPr lang="en-US" sz="1800" dirty="0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5" name="Folded Corner 21">
                <a:extLst>
                  <a:ext uri="{FF2B5EF4-FFF2-40B4-BE49-F238E27FC236}">
                    <a16:creationId xmlns:a16="http://schemas.microsoft.com/office/drawing/2014/main" id="{149B04FC-D49F-48E2-B3C5-30FDF730ABB9}"/>
                  </a:ext>
                </a:extLst>
              </p:cNvPr>
              <p:cNvSpPr/>
              <p:nvPr/>
            </p:nvSpPr>
            <p:spPr>
              <a:xfrm>
                <a:off x="963614" y="5206999"/>
                <a:ext cx="381000" cy="381000"/>
              </a:xfrm>
              <a:prstGeom prst="foldedCorner">
                <a:avLst/>
              </a:prstGeom>
              <a:solidFill>
                <a:srgbClr val="FAB54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137160" rtlCol="0" anchor="ctr"/>
              <a:lstStyle/>
              <a:p>
                <a:pPr algn="ctr"/>
                <a:r>
                  <a:rPr lang="en-US" sz="1800" b="1">
                    <a:solidFill>
                      <a:schemeClr val="bg1"/>
                    </a:solidFill>
                    <a:latin typeface="Arial" pitchFamily="34" charset="0"/>
                    <a:cs typeface="Arial" pitchFamily="34" charset="0"/>
                  </a:rPr>
                  <a:t>4</a:t>
                </a:r>
              </a:p>
            </p:txBody>
          </p:sp>
        </p:grpSp>
        <p:grpSp>
          <p:nvGrpSpPr>
            <p:cNvPr id="18" name="Group 39">
              <a:extLst>
                <a:ext uri="{FF2B5EF4-FFF2-40B4-BE49-F238E27FC236}">
                  <a16:creationId xmlns:a16="http://schemas.microsoft.com/office/drawing/2014/main" id="{165147A4-FD1B-4FC4-8D0A-C7ABDD12A730}"/>
                </a:ext>
              </a:extLst>
            </p:cNvPr>
            <p:cNvGrpSpPr/>
            <p:nvPr/>
          </p:nvGrpSpPr>
          <p:grpSpPr>
            <a:xfrm>
              <a:off x="5466314" y="1676400"/>
              <a:ext cx="749504" cy="4172857"/>
              <a:chOff x="5396463" y="1676400"/>
              <a:chExt cx="749504" cy="4172857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0CD6CA1-C0E4-4E57-9BCF-15E9BFECB5B5}"/>
                  </a:ext>
                </a:extLst>
              </p:cNvPr>
              <p:cNvCxnSpPr/>
              <p:nvPr/>
            </p:nvCxnSpPr>
            <p:spPr>
              <a:xfrm rot="5400000">
                <a:off x="3669505" y="3411651"/>
                <a:ext cx="4172857" cy="702355"/>
              </a:xfrm>
              <a:prstGeom prst="line">
                <a:avLst/>
              </a:prstGeom>
              <a:ln>
                <a:solidFill>
                  <a:schemeClr val="bg1">
                    <a:lumMod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6480EF8-4B07-4AFD-91C3-3C45F60D787B}"/>
                  </a:ext>
                </a:extLst>
              </p:cNvPr>
              <p:cNvSpPr/>
              <p:nvPr/>
            </p:nvSpPr>
            <p:spPr>
              <a:xfrm>
                <a:off x="5966085" y="1963711"/>
                <a:ext cx="179882" cy="179882"/>
              </a:xfrm>
              <a:prstGeom prst="ellipse">
                <a:avLst/>
              </a:prstGeom>
              <a:solidFill>
                <a:srgbClr val="0E78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26585D4A-7755-447F-B110-4EAF258B3610}"/>
                  </a:ext>
                </a:extLst>
              </p:cNvPr>
              <p:cNvSpPr/>
              <p:nvPr/>
            </p:nvSpPr>
            <p:spPr>
              <a:xfrm>
                <a:off x="5771213" y="3097967"/>
                <a:ext cx="179882" cy="179882"/>
              </a:xfrm>
              <a:prstGeom prst="ellipse">
                <a:avLst/>
              </a:prstGeom>
              <a:solidFill>
                <a:srgbClr val="ED6A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8AF9B18-49FE-4083-946D-C31C7FB99C8B}"/>
                  </a:ext>
                </a:extLst>
              </p:cNvPr>
              <p:cNvSpPr/>
              <p:nvPr/>
            </p:nvSpPr>
            <p:spPr>
              <a:xfrm>
                <a:off x="5591333" y="4232223"/>
                <a:ext cx="179882" cy="179882"/>
              </a:xfrm>
              <a:prstGeom prst="ellipse">
                <a:avLst/>
              </a:prstGeom>
              <a:solidFill>
                <a:srgbClr val="8EC15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444D180-8292-4A97-A240-5AF399FD0CFD}"/>
                  </a:ext>
                </a:extLst>
              </p:cNvPr>
              <p:cNvSpPr/>
              <p:nvPr/>
            </p:nvSpPr>
            <p:spPr>
              <a:xfrm>
                <a:off x="5396463" y="5366478"/>
                <a:ext cx="179882" cy="179882"/>
              </a:xfrm>
              <a:prstGeom prst="ellipse">
                <a:avLst/>
              </a:prstGeom>
              <a:solidFill>
                <a:srgbClr val="FAB54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7BF37-015F-4C6F-A063-A71E9B34D2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590" y="405250"/>
            <a:ext cx="9291139" cy="860381"/>
          </a:xfrm>
        </p:spPr>
        <p:txBody>
          <a:bodyPr>
            <a:noAutofit/>
          </a:bodyPr>
          <a:lstStyle>
            <a:lvl1pPr marL="0" indent="0" algn="ctr">
              <a:buNone/>
              <a:defRPr sz="5000" b="1">
                <a:solidFill>
                  <a:srgbClr val="0E78BC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Four Step Funnel Template</a:t>
            </a:r>
            <a:endParaRPr lang="en-ZA" dirty="0"/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38FACDFC-1A24-45C6-A1CB-67391178819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36917" y="5504841"/>
            <a:ext cx="1388197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rgbClr val="232120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277E6F0F-89F0-49BA-8A36-B66B41DDFB9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6916" y="4375858"/>
            <a:ext cx="1388197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rgbClr val="232120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2D33967F-EC1F-4C4F-AEED-FC496D78C37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36918" y="3255084"/>
            <a:ext cx="1388197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rgbClr val="232120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60" name="Text Placeholder 4">
            <a:extLst>
              <a:ext uri="{FF2B5EF4-FFF2-40B4-BE49-F238E27FC236}">
                <a16:creationId xmlns:a16="http://schemas.microsoft.com/office/drawing/2014/main" id="{ACC424C2-CF98-4B77-8F58-108927751A7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36917" y="2126101"/>
            <a:ext cx="1388197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rgbClr val="232120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61" name="Text Placeholder 4">
            <a:extLst>
              <a:ext uri="{FF2B5EF4-FFF2-40B4-BE49-F238E27FC236}">
                <a16:creationId xmlns:a16="http://schemas.microsoft.com/office/drawing/2014/main" id="{1EF6E353-B4CE-443E-8907-D9DC540169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83722" y="1794101"/>
            <a:ext cx="3716887" cy="762907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0932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1FCCF27C-58AE-49DA-BE3E-0BA7C9456FA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02156" y="2909870"/>
            <a:ext cx="3716887" cy="762907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0932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63" name="Text Placeholder 4">
            <a:extLst>
              <a:ext uri="{FF2B5EF4-FFF2-40B4-BE49-F238E27FC236}">
                <a16:creationId xmlns:a16="http://schemas.microsoft.com/office/drawing/2014/main" id="{E700BCDB-80DD-4873-A831-C05CAD6110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20590" y="4025639"/>
            <a:ext cx="3716887" cy="762907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0932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64" name="Text Placeholder 4">
            <a:extLst>
              <a:ext uri="{FF2B5EF4-FFF2-40B4-BE49-F238E27FC236}">
                <a16:creationId xmlns:a16="http://schemas.microsoft.com/office/drawing/2014/main" id="{D8810748-6075-47A0-8367-DD83D8C0266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39024" y="5141408"/>
            <a:ext cx="3716887" cy="762907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rgbClr val="0932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5741787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ep_Sphere_Template_V01">
    <p:bg>
      <p:bgPr>
        <a:gradFill>
          <a:gsLst>
            <a:gs pos="100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B811EF6E-7360-41FD-897B-1B66C62DEA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93" y="-6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3D Model 6">
                <a:extLst>
                  <a:ext uri="{FF2B5EF4-FFF2-40B4-BE49-F238E27FC236}">
                    <a16:creationId xmlns:a16="http://schemas.microsoft.com/office/drawing/2014/main" id="{F1D802E2-B9DD-4D78-96A9-0A58C5AB891F}"/>
                  </a:ext>
                </a:extLst>
              </p:cNvPr>
              <p:cNvGraphicFramePr>
                <a:graphicFrameLocks noChangeAspect="1"/>
              </p:cNvGraphicFramePr>
              <p:nvPr userDrawn="1">
                <p:extLst>
                  <p:ext uri="{D42A27DB-BD31-4B8C-83A1-F6EECF244321}">
                    <p14:modId xmlns:p14="http://schemas.microsoft.com/office/powerpoint/2010/main" val="2290219067"/>
                  </p:ext>
                </p:extLst>
              </p:nvPr>
            </p:nvGraphicFramePr>
            <p:xfrm>
              <a:off x="4487643" y="2207733"/>
              <a:ext cx="3171203" cy="3190250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3171203" cy="3190250"/>
                    </a:xfrm>
                    <a:prstGeom prst="rect">
                      <a:avLst/>
                    </a:prstGeom>
                  </am3d:spPr>
                  <am3d:camera>
                    <am3d:pos x="0" y="0" z="7798892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07675" d="1000000"/>
                    <am3d:preTrans dx="1464298" dy="-34076" dz="-797422"/>
                    <am3d:scale>
                      <am3d:sx n="1000000" d="1000000"/>
                      <am3d:sy n="1000000" d="1000000"/>
                      <am3d:sz n="1000000" d="1000000"/>
                    </am3d:scale>
                    <am3d:rot ax="-127" ay="-3669866" az="119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41866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3D Model 6">
                <a:extLst>
                  <a:ext uri="{FF2B5EF4-FFF2-40B4-BE49-F238E27FC236}">
                    <a16:creationId xmlns:a16="http://schemas.microsoft.com/office/drawing/2014/main" id="{F1D802E2-B9DD-4D78-96A9-0A58C5AB891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87643" y="2207733"/>
                <a:ext cx="3171203" cy="319025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Freeform 26">
            <a:extLst>
              <a:ext uri="{FF2B5EF4-FFF2-40B4-BE49-F238E27FC236}">
                <a16:creationId xmlns:a16="http://schemas.microsoft.com/office/drawing/2014/main" id="{B1AB27C5-127F-4107-BB5D-595107EF827D}"/>
              </a:ext>
            </a:extLst>
          </p:cNvPr>
          <p:cNvSpPr/>
          <p:nvPr userDrawn="1"/>
        </p:nvSpPr>
        <p:spPr>
          <a:xfrm>
            <a:off x="3942566" y="1998903"/>
            <a:ext cx="1488749" cy="1189220"/>
          </a:xfrm>
          <a:custGeom>
            <a:avLst/>
            <a:gdLst>
              <a:gd name="connsiteX0" fmla="*/ 0 w 1359074"/>
              <a:gd name="connsiteY0" fmla="*/ 66300 h 730179"/>
              <a:gd name="connsiteX1" fmla="*/ 729641 w 1359074"/>
              <a:gd name="connsiteY1" fmla="*/ 63168 h 730179"/>
              <a:gd name="connsiteX2" fmla="*/ 1359074 w 1359074"/>
              <a:gd name="connsiteY2" fmla="*/ 730179 h 730179"/>
              <a:gd name="connsiteX3" fmla="*/ 1359074 w 1359074"/>
              <a:gd name="connsiteY3" fmla="*/ 730179 h 730179"/>
              <a:gd name="connsiteX0" fmla="*/ 0 w 1359074"/>
              <a:gd name="connsiteY0" fmla="*/ 66300 h 730179"/>
              <a:gd name="connsiteX1" fmla="*/ 729641 w 1359074"/>
              <a:gd name="connsiteY1" fmla="*/ 63168 h 730179"/>
              <a:gd name="connsiteX2" fmla="*/ 1359074 w 1359074"/>
              <a:gd name="connsiteY2" fmla="*/ 730179 h 730179"/>
              <a:gd name="connsiteX3" fmla="*/ 1359074 w 1359074"/>
              <a:gd name="connsiteY3" fmla="*/ 730179 h 730179"/>
              <a:gd name="connsiteX0" fmla="*/ 0 w 1359074"/>
              <a:gd name="connsiteY0" fmla="*/ 3132 h 667011"/>
              <a:gd name="connsiteX1" fmla="*/ 729641 w 1359074"/>
              <a:gd name="connsiteY1" fmla="*/ 0 h 667011"/>
              <a:gd name="connsiteX2" fmla="*/ 1359074 w 1359074"/>
              <a:gd name="connsiteY2" fmla="*/ 667011 h 667011"/>
              <a:gd name="connsiteX3" fmla="*/ 1359074 w 1359074"/>
              <a:gd name="connsiteY3" fmla="*/ 667011 h 667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59074" h="667011">
                <a:moveTo>
                  <a:pt x="0" y="3132"/>
                </a:moveTo>
                <a:lnTo>
                  <a:pt x="729641" y="0"/>
                </a:lnTo>
                <a:lnTo>
                  <a:pt x="1359074" y="667011"/>
                </a:lnTo>
                <a:lnTo>
                  <a:pt x="1359074" y="667011"/>
                </a:lnTo>
              </a:path>
            </a:pathLst>
          </a:custGeom>
          <a:noFill/>
          <a:ln w="6350">
            <a:solidFill>
              <a:srgbClr val="197FC0"/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Freeform 27">
            <a:extLst>
              <a:ext uri="{FF2B5EF4-FFF2-40B4-BE49-F238E27FC236}">
                <a16:creationId xmlns:a16="http://schemas.microsoft.com/office/drawing/2014/main" id="{800E6C8B-89D4-41DA-94C8-EE86388F28F6}"/>
              </a:ext>
            </a:extLst>
          </p:cNvPr>
          <p:cNvSpPr/>
          <p:nvPr userDrawn="1"/>
        </p:nvSpPr>
        <p:spPr>
          <a:xfrm>
            <a:off x="6773462" y="2003387"/>
            <a:ext cx="1397772" cy="1099333"/>
          </a:xfrm>
          <a:custGeom>
            <a:avLst/>
            <a:gdLst>
              <a:gd name="connsiteX0" fmla="*/ 1478604 w 1478604"/>
              <a:gd name="connsiteY0" fmla="*/ 50546 h 575839"/>
              <a:gd name="connsiteX1" fmla="*/ 787940 w 1478604"/>
              <a:gd name="connsiteY1" fmla="*/ 50546 h 575839"/>
              <a:gd name="connsiteX2" fmla="*/ 0 w 1478604"/>
              <a:gd name="connsiteY2" fmla="*/ 575839 h 575839"/>
              <a:gd name="connsiteX0" fmla="*/ 1478604 w 1478604"/>
              <a:gd name="connsiteY0" fmla="*/ 0 h 525293"/>
              <a:gd name="connsiteX1" fmla="*/ 787940 w 1478604"/>
              <a:gd name="connsiteY1" fmla="*/ 0 h 525293"/>
              <a:gd name="connsiteX2" fmla="*/ 0 w 1478604"/>
              <a:gd name="connsiteY2" fmla="*/ 525293 h 525293"/>
              <a:gd name="connsiteX0" fmla="*/ 1478604 w 1478604"/>
              <a:gd name="connsiteY0" fmla="*/ 0 h 525293"/>
              <a:gd name="connsiteX1" fmla="*/ 787940 w 1478604"/>
              <a:gd name="connsiteY1" fmla="*/ 0 h 525293"/>
              <a:gd name="connsiteX2" fmla="*/ 0 w 1478604"/>
              <a:gd name="connsiteY2" fmla="*/ 525293 h 525293"/>
              <a:gd name="connsiteX0" fmla="*/ 1274323 w 1274323"/>
              <a:gd name="connsiteY0" fmla="*/ 51880 h 752270"/>
              <a:gd name="connsiteX1" fmla="*/ 583659 w 1274323"/>
              <a:gd name="connsiteY1" fmla="*/ 51880 h 752270"/>
              <a:gd name="connsiteX2" fmla="*/ 0 w 1274323"/>
              <a:gd name="connsiteY2" fmla="*/ 752270 h 752270"/>
              <a:gd name="connsiteX0" fmla="*/ 1274323 w 1274323"/>
              <a:gd name="connsiteY0" fmla="*/ 51880 h 752270"/>
              <a:gd name="connsiteX1" fmla="*/ 583659 w 1274323"/>
              <a:gd name="connsiteY1" fmla="*/ 51880 h 752270"/>
              <a:gd name="connsiteX2" fmla="*/ 0 w 1274323"/>
              <a:gd name="connsiteY2" fmla="*/ 752270 h 752270"/>
              <a:gd name="connsiteX0" fmla="*/ 1274323 w 1274323"/>
              <a:gd name="connsiteY0" fmla="*/ 0 h 700390"/>
              <a:gd name="connsiteX1" fmla="*/ 583659 w 1274323"/>
              <a:gd name="connsiteY1" fmla="*/ 0 h 700390"/>
              <a:gd name="connsiteX2" fmla="*/ 0 w 1274323"/>
              <a:gd name="connsiteY2" fmla="*/ 700390 h 7003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74323" h="700390">
                <a:moveTo>
                  <a:pt x="1274323" y="0"/>
                </a:moveTo>
                <a:lnTo>
                  <a:pt x="583659" y="0"/>
                </a:lnTo>
                <a:lnTo>
                  <a:pt x="0" y="700390"/>
                </a:lnTo>
              </a:path>
            </a:pathLst>
          </a:custGeom>
          <a:noFill/>
          <a:ln w="6350">
            <a:solidFill>
              <a:srgbClr val="ED6A5E"/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reeform 33">
            <a:extLst>
              <a:ext uri="{FF2B5EF4-FFF2-40B4-BE49-F238E27FC236}">
                <a16:creationId xmlns:a16="http://schemas.microsoft.com/office/drawing/2014/main" id="{BDC0A146-0E05-4211-9CA0-6D8E396D8C50}"/>
              </a:ext>
            </a:extLst>
          </p:cNvPr>
          <p:cNvSpPr/>
          <p:nvPr userDrawn="1"/>
        </p:nvSpPr>
        <p:spPr>
          <a:xfrm flipV="1">
            <a:off x="3990771" y="3554083"/>
            <a:ext cx="1947321" cy="1189220"/>
          </a:xfrm>
          <a:custGeom>
            <a:avLst/>
            <a:gdLst>
              <a:gd name="connsiteX0" fmla="*/ 0 w 1359074"/>
              <a:gd name="connsiteY0" fmla="*/ 66300 h 730179"/>
              <a:gd name="connsiteX1" fmla="*/ 729641 w 1359074"/>
              <a:gd name="connsiteY1" fmla="*/ 63168 h 730179"/>
              <a:gd name="connsiteX2" fmla="*/ 1359074 w 1359074"/>
              <a:gd name="connsiteY2" fmla="*/ 730179 h 730179"/>
              <a:gd name="connsiteX3" fmla="*/ 1359074 w 1359074"/>
              <a:gd name="connsiteY3" fmla="*/ 730179 h 730179"/>
              <a:gd name="connsiteX0" fmla="*/ 0 w 1359074"/>
              <a:gd name="connsiteY0" fmla="*/ 66300 h 730179"/>
              <a:gd name="connsiteX1" fmla="*/ 729641 w 1359074"/>
              <a:gd name="connsiteY1" fmla="*/ 63168 h 730179"/>
              <a:gd name="connsiteX2" fmla="*/ 1359074 w 1359074"/>
              <a:gd name="connsiteY2" fmla="*/ 730179 h 730179"/>
              <a:gd name="connsiteX3" fmla="*/ 1359074 w 1359074"/>
              <a:gd name="connsiteY3" fmla="*/ 730179 h 730179"/>
              <a:gd name="connsiteX0" fmla="*/ 0 w 1359074"/>
              <a:gd name="connsiteY0" fmla="*/ 3132 h 667011"/>
              <a:gd name="connsiteX1" fmla="*/ 729641 w 1359074"/>
              <a:gd name="connsiteY1" fmla="*/ 0 h 667011"/>
              <a:gd name="connsiteX2" fmla="*/ 1359074 w 1359074"/>
              <a:gd name="connsiteY2" fmla="*/ 667011 h 667011"/>
              <a:gd name="connsiteX3" fmla="*/ 1359074 w 1359074"/>
              <a:gd name="connsiteY3" fmla="*/ 667011 h 667011"/>
              <a:gd name="connsiteX0" fmla="*/ 0 w 2249566"/>
              <a:gd name="connsiteY0" fmla="*/ 3132 h 1500775"/>
              <a:gd name="connsiteX1" fmla="*/ 729641 w 2249566"/>
              <a:gd name="connsiteY1" fmla="*/ 0 h 1500775"/>
              <a:gd name="connsiteX2" fmla="*/ 1359074 w 2249566"/>
              <a:gd name="connsiteY2" fmla="*/ 667011 h 1500775"/>
              <a:gd name="connsiteX3" fmla="*/ 2249566 w 2249566"/>
              <a:gd name="connsiteY3" fmla="*/ 1500775 h 1500775"/>
              <a:gd name="connsiteX0" fmla="*/ 0 w 2694812"/>
              <a:gd name="connsiteY0" fmla="*/ 3132 h 1522129"/>
              <a:gd name="connsiteX1" fmla="*/ 729641 w 2694812"/>
              <a:gd name="connsiteY1" fmla="*/ 0 h 1522129"/>
              <a:gd name="connsiteX2" fmla="*/ 1359074 w 2694812"/>
              <a:gd name="connsiteY2" fmla="*/ 667011 h 1522129"/>
              <a:gd name="connsiteX3" fmla="*/ 2694812 w 2694812"/>
              <a:gd name="connsiteY3" fmla="*/ 1522129 h 1522129"/>
              <a:gd name="connsiteX0" fmla="*/ 0 w 2694812"/>
              <a:gd name="connsiteY0" fmla="*/ 3132 h 1522129"/>
              <a:gd name="connsiteX1" fmla="*/ 729641 w 2694812"/>
              <a:gd name="connsiteY1" fmla="*/ 0 h 1522129"/>
              <a:gd name="connsiteX2" fmla="*/ 2694812 w 2694812"/>
              <a:gd name="connsiteY2" fmla="*/ 1522129 h 1522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94812" h="1522129">
                <a:moveTo>
                  <a:pt x="0" y="3132"/>
                </a:moveTo>
                <a:lnTo>
                  <a:pt x="729641" y="0"/>
                </a:lnTo>
                <a:lnTo>
                  <a:pt x="2694812" y="1522129"/>
                </a:lnTo>
              </a:path>
            </a:pathLst>
          </a:custGeom>
          <a:noFill/>
          <a:ln w="6350">
            <a:solidFill>
              <a:srgbClr val="FAB54D"/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Freeform 34">
            <a:extLst>
              <a:ext uri="{FF2B5EF4-FFF2-40B4-BE49-F238E27FC236}">
                <a16:creationId xmlns:a16="http://schemas.microsoft.com/office/drawing/2014/main" id="{214DAE58-9ECC-4012-A339-174CD761E198}"/>
              </a:ext>
            </a:extLst>
          </p:cNvPr>
          <p:cNvSpPr/>
          <p:nvPr userDrawn="1"/>
        </p:nvSpPr>
        <p:spPr>
          <a:xfrm flipH="1" flipV="1">
            <a:off x="6411088" y="4193636"/>
            <a:ext cx="1723113" cy="1099333"/>
          </a:xfrm>
          <a:custGeom>
            <a:avLst/>
            <a:gdLst>
              <a:gd name="connsiteX0" fmla="*/ 0 w 1359074"/>
              <a:gd name="connsiteY0" fmla="*/ 66300 h 730179"/>
              <a:gd name="connsiteX1" fmla="*/ 729641 w 1359074"/>
              <a:gd name="connsiteY1" fmla="*/ 63168 h 730179"/>
              <a:gd name="connsiteX2" fmla="*/ 1359074 w 1359074"/>
              <a:gd name="connsiteY2" fmla="*/ 730179 h 730179"/>
              <a:gd name="connsiteX3" fmla="*/ 1359074 w 1359074"/>
              <a:gd name="connsiteY3" fmla="*/ 730179 h 730179"/>
              <a:gd name="connsiteX0" fmla="*/ 0 w 1359074"/>
              <a:gd name="connsiteY0" fmla="*/ 66300 h 730179"/>
              <a:gd name="connsiteX1" fmla="*/ 729641 w 1359074"/>
              <a:gd name="connsiteY1" fmla="*/ 63168 h 730179"/>
              <a:gd name="connsiteX2" fmla="*/ 1359074 w 1359074"/>
              <a:gd name="connsiteY2" fmla="*/ 730179 h 730179"/>
              <a:gd name="connsiteX3" fmla="*/ 1359074 w 1359074"/>
              <a:gd name="connsiteY3" fmla="*/ 730179 h 730179"/>
              <a:gd name="connsiteX0" fmla="*/ 0 w 1359074"/>
              <a:gd name="connsiteY0" fmla="*/ 3132 h 667011"/>
              <a:gd name="connsiteX1" fmla="*/ 729641 w 1359074"/>
              <a:gd name="connsiteY1" fmla="*/ 0 h 667011"/>
              <a:gd name="connsiteX2" fmla="*/ 1359074 w 1359074"/>
              <a:gd name="connsiteY2" fmla="*/ 667011 h 667011"/>
              <a:gd name="connsiteX3" fmla="*/ 1359074 w 1359074"/>
              <a:gd name="connsiteY3" fmla="*/ 667011 h 667011"/>
              <a:gd name="connsiteX0" fmla="*/ 0 w 2127371"/>
              <a:gd name="connsiteY0" fmla="*/ 3132 h 1000517"/>
              <a:gd name="connsiteX1" fmla="*/ 729641 w 2127371"/>
              <a:gd name="connsiteY1" fmla="*/ 0 h 1000517"/>
              <a:gd name="connsiteX2" fmla="*/ 1359074 w 2127371"/>
              <a:gd name="connsiteY2" fmla="*/ 667011 h 1000517"/>
              <a:gd name="connsiteX3" fmla="*/ 2127371 w 2127371"/>
              <a:gd name="connsiteY3" fmla="*/ 1000517 h 1000517"/>
              <a:gd name="connsiteX0" fmla="*/ 0 w 2127371"/>
              <a:gd name="connsiteY0" fmla="*/ 3132 h 1000517"/>
              <a:gd name="connsiteX1" fmla="*/ 729641 w 2127371"/>
              <a:gd name="connsiteY1" fmla="*/ 0 h 1000517"/>
              <a:gd name="connsiteX2" fmla="*/ 2127371 w 2127371"/>
              <a:gd name="connsiteY2" fmla="*/ 1000517 h 1000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27371" h="1000517">
                <a:moveTo>
                  <a:pt x="0" y="3132"/>
                </a:moveTo>
                <a:lnTo>
                  <a:pt x="729641" y="0"/>
                </a:lnTo>
                <a:lnTo>
                  <a:pt x="2127371" y="1000517"/>
                </a:lnTo>
              </a:path>
            </a:pathLst>
          </a:custGeom>
          <a:noFill/>
          <a:ln w="6350">
            <a:solidFill>
              <a:srgbClr val="8EC152"/>
            </a:solidFill>
            <a:prstDash val="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7" name="Picture 26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178B866C-585D-4CD2-9EAF-72F5E743CA4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32F6390-242F-4BA9-9626-BAC550D58C0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9619" y="403711"/>
            <a:ext cx="9291139" cy="860381"/>
          </a:xfrm>
        </p:spPr>
        <p:txBody>
          <a:bodyPr>
            <a:noAutofit/>
          </a:bodyPr>
          <a:lstStyle>
            <a:lvl1pPr marL="0" indent="0" algn="l">
              <a:buNone/>
              <a:defRPr sz="5000" b="1">
                <a:solidFill>
                  <a:srgbClr val="0E78BC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Four Step Sphere Template</a:t>
            </a:r>
            <a:endParaRPr lang="en-ZA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7BEBE131-3DD6-4A1C-BAFE-E5258FAD536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15716" y="1673660"/>
            <a:ext cx="2371779" cy="457977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rgbClr val="197FC0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F3818670-9888-40BD-ACDC-2C850AD32EC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17282" y="1676157"/>
            <a:ext cx="2371779" cy="457977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rgbClr val="ED6A5E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7246CDE-F916-4319-92A9-89DCA2D2A1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15716" y="4514315"/>
            <a:ext cx="2371779" cy="457977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2253B319-552F-4A6F-B6D0-6C4A084D289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417282" y="4516812"/>
            <a:ext cx="2371779" cy="457977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800" b="1"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9EA5960-F967-4E2C-9794-0E301816B4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15716" y="2276740"/>
            <a:ext cx="2371779" cy="1277343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60E6CA2F-FD33-41BF-BF60-79B642EF44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417282" y="2273231"/>
            <a:ext cx="2371779" cy="1277343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A0E38FC7-D9A2-4366-8642-448AB2A6D5B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02939" y="5129127"/>
            <a:ext cx="2371779" cy="1277343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08BC46AD-5CBA-4ABF-9450-E2E22061D27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04505" y="5125618"/>
            <a:ext cx="2371779" cy="1277343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5915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-0.0012"/>
                                          </p:val>
                                        </p:tav>
                                        <p:tav tm="2250">
                                          <p:val>
                                            <p:fltVal val="-0.0098"/>
                                          </p:val>
                                        </p:tav>
                                        <p:tav tm="3370">
                                          <p:val>
                                            <p:fltVal val="-0.033"/>
                                          </p:val>
                                        </p:tav>
                                        <p:tav tm="4490">
                                          <p:val>
                                            <p:fltVal val="-0.0789"/>
                                          </p:val>
                                        </p:tav>
                                        <p:tav tm="5620">
                                          <p:val>
                                            <p:fltVal val="-0.1548"/>
                                          </p:val>
                                        </p:tav>
                                        <p:tav tm="6740">
                                          <p:val>
                                            <p:fltVal val="-0.267"/>
                                          </p:val>
                                        </p:tav>
                                        <p:tav tm="7870">
                                          <p:val>
                                            <p:fltVal val="-0.4235"/>
                                          </p:val>
                                        </p:tav>
                                        <p:tav tm="8990">
                                          <p:val>
                                            <p:fltVal val="-0.6337"/>
                                          </p:val>
                                        </p:tav>
                                        <p:tav tm="10110">
                                          <p:val>
                                            <p:fltVal val="-0.9013"/>
                                          </p:val>
                                        </p:tav>
                                        <p:tav tm="11240">
                                          <p:val>
                                            <p:fltVal val="-1.2353"/>
                                          </p:val>
                                        </p:tav>
                                        <p:tav tm="12360">
                                          <p:val>
                                            <p:fltVal val="-1.647"/>
                                          </p:val>
                                        </p:tav>
                                        <p:tav tm="13480">
                                          <p:val>
                                            <p:fltVal val="-2.0869"/>
                                          </p:val>
                                        </p:tav>
                                        <p:tav tm="14610">
                                          <p:val>
                                            <p:fltVal val="-2.4538"/>
                                          </p:val>
                                        </p:tav>
                                        <p:tav tm="15730">
                                          <p:val>
                                            <p:fltVal val="-2.7534"/>
                                          </p:val>
                                        </p:tav>
                                        <p:tav tm="16850">
                                          <p:val>
                                            <p:fltVal val="-2.9876"/>
                                          </p:val>
                                        </p:tav>
                                        <p:tav tm="17980">
                                          <p:val>
                                            <p:fltVal val="-3.1669"/>
                                          </p:val>
                                        </p:tav>
                                        <p:tav tm="19100">
                                          <p:val>
                                            <p:fltVal val="-3.2996"/>
                                          </p:val>
                                        </p:tav>
                                        <p:tav tm="20220">
                                          <p:val>
                                            <p:fltVal val="-3.3906"/>
                                          </p:val>
                                        </p:tav>
                                        <p:tav tm="21350">
                                          <p:val>
                                            <p:fltVal val="-3.4488"/>
                                          </p:val>
                                        </p:tav>
                                        <p:tav tm="22470">
                                          <p:val>
                                            <p:fltVal val="-3.4815"/>
                                          </p:val>
                                        </p:tav>
                                        <p:tav tm="23600">
                                          <p:val>
                                            <p:fltVal val="-3.4961"/>
                                          </p:val>
                                        </p:tav>
                                        <p:tav tm="24720">
                                          <p:val>
                                            <p:fltVal val="-3.4998"/>
                                          </p:val>
                                        </p:tav>
                                        <p:tav tm="25840">
                                          <p:val>
                                            <p:fltVal val="-3.0301"/>
                                          </p:val>
                                        </p:tav>
                                        <p:tav tm="26970">
                                          <p:val>
                                            <p:fltVal val="-0.9661"/>
                                          </p:val>
                                        </p:tav>
                                        <p:tav tm="28090">
                                          <p:val>
                                            <p:fltVal val="2.1525"/>
                                          </p:val>
                                        </p:tav>
                                        <p:tav tm="29210">
                                          <p:val>
                                            <p:fltVal val="6.1215"/>
                                          </p:val>
                                        </p:tav>
                                        <p:tav tm="30340">
                                          <p:val>
                                            <p:fltVal val="10.8322"/>
                                          </p:val>
                                        </p:tav>
                                        <p:tav tm="31460">
                                          <p:val>
                                            <p:fltVal val="16.2132"/>
                                          </p:val>
                                        </p:tav>
                                        <p:tav tm="32580">
                                          <p:val>
                                            <p:fltVal val="22.2128"/>
                                          </p:val>
                                        </p:tav>
                                        <p:tav tm="33710">
                                          <p:val>
                                            <p:fltVal val="28.7297"/>
                                          </p:val>
                                        </p:tav>
                                        <p:tav tm="34830">
                                          <p:val>
                                            <p:fltVal val="35.8493"/>
                                          </p:val>
                                        </p:tav>
                                        <p:tav tm="35960">
                                          <p:val>
                                            <p:fltVal val="43.4888"/>
                                          </p:val>
                                        </p:tav>
                                        <p:tav tm="37080">
                                          <p:val>
                                            <p:fltVal val="51.6257"/>
                                          </p:val>
                                        </p:tav>
                                        <p:tav tm="38200">
                                          <p:val>
                                            <p:fltVal val="60.2402"/>
                                          </p:val>
                                        </p:tav>
                                        <p:tav tm="39330">
                                          <p:val>
                                            <p:fltVal val="69.3155"/>
                                          </p:val>
                                        </p:tav>
                                        <p:tav tm="40450">
                                          <p:val>
                                            <p:fltVal val="78.8364"/>
                                          </p:val>
                                        </p:tav>
                                        <p:tav tm="41570">
                                          <p:val>
                                            <p:fltVal val="88.6987"/>
                                          </p:val>
                                        </p:tav>
                                        <p:tav tm="42700">
                                          <p:val>
                                            <p:fltVal val="99.0679"/>
                                          </p:val>
                                        </p:tav>
                                        <p:tav tm="43820">
                                          <p:val>
                                            <p:fltVal val="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363.345"/>
                                          </p:val>
                                        </p:tav>
                                        <p:tav tm="76400">
                                          <p:val>
                                            <p:fltVal val="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360"/>
                                          </p:val>
                                        </p:tav>
                                        <p:tav tm="92130">
                                          <p:val>
                                            <p:fltVal val="360"/>
                                          </p:val>
                                        </p:tav>
                                        <p:tav tm="93260">
                                          <p:val>
                                            <p:fltVal val="360"/>
                                          </p:val>
                                        </p:tav>
                                        <p:tav tm="94380">
                                          <p:val>
                                            <p:fltVal val="360"/>
                                          </p:val>
                                        </p:tav>
                                        <p:tav tm="95510">
                                          <p:val>
                                            <p:fltVal val="360"/>
                                          </p:val>
                                        </p:tav>
                                        <p:tav tm="96630">
                                          <p:val>
                                            <p:fltVal val="360"/>
                                          </p:val>
                                        </p:tav>
                                        <p:tav tm="97750">
                                          <p:val>
                                            <p:fltVal val="360"/>
                                          </p:val>
                                        </p:tav>
                                        <p:tav tm="9888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6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6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1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65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1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6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61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65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1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6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C973D631-6F4C-4E70-B2E2-A92A76FC6E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DB0E3-5C9C-E44F-9A9B-51322F334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4D59D-4EEF-F042-A677-BC6F538F8353}" type="datetimeFigureOut">
              <a:rPr lang="en-GB" smtClean="0"/>
              <a:t>02/09/2022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5BE26-C0C5-874A-9EDD-317764DFA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67D6A-CCEE-FC4B-8A58-B4A1BC48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FB8E6-D3FE-8842-A994-29118687B9D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: Rounded Corners 95">
            <a:extLst>
              <a:ext uri="{FF2B5EF4-FFF2-40B4-BE49-F238E27FC236}">
                <a16:creationId xmlns:a16="http://schemas.microsoft.com/office/drawing/2014/main" id="{9AE0AAE0-5901-8040-A47B-50F067D5AA42}"/>
              </a:ext>
            </a:extLst>
          </p:cNvPr>
          <p:cNvSpPr/>
          <p:nvPr userDrawn="1"/>
        </p:nvSpPr>
        <p:spPr>
          <a:xfrm>
            <a:off x="991580" y="1547805"/>
            <a:ext cx="10205664" cy="73078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B93659D-7301-C347-92FA-ED9EACEE1AD1}"/>
              </a:ext>
            </a:extLst>
          </p:cNvPr>
          <p:cNvSpPr/>
          <p:nvPr userDrawn="1"/>
        </p:nvSpPr>
        <p:spPr>
          <a:xfrm>
            <a:off x="1403927" y="1102401"/>
            <a:ext cx="963888" cy="96388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56AD6F-CCBC-8343-9A5E-CB4939C24554}"/>
              </a:ext>
            </a:extLst>
          </p:cNvPr>
          <p:cNvSpPr/>
          <p:nvPr userDrawn="1"/>
        </p:nvSpPr>
        <p:spPr>
          <a:xfrm>
            <a:off x="1471035" y="1164006"/>
            <a:ext cx="829672" cy="829670"/>
          </a:xfrm>
          <a:prstGeom prst="ellipse">
            <a:avLst/>
          </a:prstGeom>
          <a:solidFill>
            <a:srgbClr val="1832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BCEF786-000E-2745-B857-BC7A0DCFB8B8}"/>
              </a:ext>
            </a:extLst>
          </p:cNvPr>
          <p:cNvSpPr/>
          <p:nvPr userDrawn="1"/>
        </p:nvSpPr>
        <p:spPr>
          <a:xfrm>
            <a:off x="4157760" y="1102401"/>
            <a:ext cx="963888" cy="96388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8F33E4-4CD5-674E-8F54-62BD85D2CC19}"/>
              </a:ext>
            </a:extLst>
          </p:cNvPr>
          <p:cNvSpPr/>
          <p:nvPr userDrawn="1"/>
        </p:nvSpPr>
        <p:spPr>
          <a:xfrm>
            <a:off x="4224868" y="1164006"/>
            <a:ext cx="829672" cy="829670"/>
          </a:xfrm>
          <a:prstGeom prst="ellipse">
            <a:avLst/>
          </a:prstGeom>
          <a:solidFill>
            <a:srgbClr val="ED6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1F874A7-3AE5-A546-9164-51AC63004B9D}"/>
              </a:ext>
            </a:extLst>
          </p:cNvPr>
          <p:cNvSpPr/>
          <p:nvPr userDrawn="1"/>
        </p:nvSpPr>
        <p:spPr>
          <a:xfrm>
            <a:off x="6954123" y="1102401"/>
            <a:ext cx="963888" cy="96388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5F6F1E9-6690-D844-A5FC-A37E1B3ACD8B}"/>
              </a:ext>
            </a:extLst>
          </p:cNvPr>
          <p:cNvSpPr/>
          <p:nvPr userDrawn="1"/>
        </p:nvSpPr>
        <p:spPr>
          <a:xfrm>
            <a:off x="7021231" y="1164006"/>
            <a:ext cx="829672" cy="829670"/>
          </a:xfrm>
          <a:prstGeom prst="ellipse">
            <a:avLst/>
          </a:prstGeom>
          <a:solidFill>
            <a:srgbClr val="8EC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8220699-5E9F-A34C-BA5E-BB3E6FC30467}"/>
              </a:ext>
            </a:extLst>
          </p:cNvPr>
          <p:cNvSpPr/>
          <p:nvPr userDrawn="1"/>
        </p:nvSpPr>
        <p:spPr>
          <a:xfrm>
            <a:off x="9793016" y="1102401"/>
            <a:ext cx="963888" cy="96388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278B285-7C91-9244-8CE1-FA94FA55667D}"/>
              </a:ext>
            </a:extLst>
          </p:cNvPr>
          <p:cNvSpPr/>
          <p:nvPr userDrawn="1"/>
        </p:nvSpPr>
        <p:spPr>
          <a:xfrm>
            <a:off x="9860124" y="1164006"/>
            <a:ext cx="829672" cy="829670"/>
          </a:xfrm>
          <a:prstGeom prst="ellipse">
            <a:avLst/>
          </a:prstGeom>
          <a:solidFill>
            <a:srgbClr val="004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2BD96E7-08AD-CF4F-AD39-7FF535F3C902}"/>
              </a:ext>
            </a:extLst>
          </p:cNvPr>
          <p:cNvGrpSpPr/>
          <p:nvPr userDrawn="1"/>
        </p:nvGrpSpPr>
        <p:grpSpPr>
          <a:xfrm>
            <a:off x="0" y="2712717"/>
            <a:ext cx="12188826" cy="4145283"/>
            <a:chOff x="0" y="2712717"/>
            <a:chExt cx="12188826" cy="4145283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A8F68212-0AC1-EA47-9B01-39DA47F88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203574"/>
              <a:ext cx="6105525" cy="3654426"/>
            </a:xfrm>
            <a:custGeom>
              <a:avLst/>
              <a:gdLst/>
              <a:ahLst/>
              <a:cxnLst>
                <a:cxn ang="0">
                  <a:pos x="1243" y="0"/>
                </a:cxn>
                <a:cxn ang="0">
                  <a:pos x="1394" y="0"/>
                </a:cxn>
                <a:cxn ang="0">
                  <a:pos x="1550" y="5"/>
                </a:cxn>
                <a:cxn ang="0">
                  <a:pos x="1713" y="19"/>
                </a:cxn>
                <a:cxn ang="0">
                  <a:pos x="1882" y="40"/>
                </a:cxn>
                <a:cxn ang="0">
                  <a:pos x="2057" y="68"/>
                </a:cxn>
                <a:cxn ang="0">
                  <a:pos x="2236" y="105"/>
                </a:cxn>
                <a:cxn ang="0">
                  <a:pos x="2422" y="153"/>
                </a:cxn>
                <a:cxn ang="0">
                  <a:pos x="2613" y="209"/>
                </a:cxn>
                <a:cxn ang="0">
                  <a:pos x="2811" y="276"/>
                </a:cxn>
                <a:cxn ang="0">
                  <a:pos x="3011" y="357"/>
                </a:cxn>
                <a:cxn ang="0">
                  <a:pos x="3218" y="447"/>
                </a:cxn>
                <a:cxn ang="0">
                  <a:pos x="3430" y="552"/>
                </a:cxn>
                <a:cxn ang="0">
                  <a:pos x="3646" y="667"/>
                </a:cxn>
                <a:cxn ang="0">
                  <a:pos x="3846" y="952"/>
                </a:cxn>
                <a:cxn ang="0">
                  <a:pos x="1484" y="2302"/>
                </a:cxn>
                <a:cxn ang="0">
                  <a:pos x="0" y="2302"/>
                </a:cxn>
                <a:cxn ang="0">
                  <a:pos x="0" y="262"/>
                </a:cxn>
                <a:cxn ang="0">
                  <a:pos x="61" y="237"/>
                </a:cxn>
                <a:cxn ang="0">
                  <a:pos x="130" y="209"/>
                </a:cxn>
                <a:cxn ang="0">
                  <a:pos x="207" y="181"/>
                </a:cxn>
                <a:cxn ang="0">
                  <a:pos x="293" y="151"/>
                </a:cxn>
                <a:cxn ang="0">
                  <a:pos x="386" y="125"/>
                </a:cxn>
                <a:cxn ang="0">
                  <a:pos x="486" y="98"/>
                </a:cxn>
                <a:cxn ang="0">
                  <a:pos x="596" y="72"/>
                </a:cxn>
                <a:cxn ang="0">
                  <a:pos x="710" y="51"/>
                </a:cxn>
                <a:cxn ang="0">
                  <a:pos x="833" y="33"/>
                </a:cxn>
                <a:cxn ang="0">
                  <a:pos x="963" y="17"/>
                </a:cxn>
                <a:cxn ang="0">
                  <a:pos x="1101" y="5"/>
                </a:cxn>
                <a:cxn ang="0">
                  <a:pos x="1243" y="0"/>
                </a:cxn>
              </a:cxnLst>
              <a:rect l="0" t="0" r="r" b="b"/>
              <a:pathLst>
                <a:path w="3846" h="2302">
                  <a:moveTo>
                    <a:pt x="1243" y="0"/>
                  </a:moveTo>
                  <a:lnTo>
                    <a:pt x="1394" y="0"/>
                  </a:lnTo>
                  <a:lnTo>
                    <a:pt x="1550" y="5"/>
                  </a:lnTo>
                  <a:lnTo>
                    <a:pt x="1713" y="19"/>
                  </a:lnTo>
                  <a:lnTo>
                    <a:pt x="1882" y="40"/>
                  </a:lnTo>
                  <a:lnTo>
                    <a:pt x="2057" y="68"/>
                  </a:lnTo>
                  <a:lnTo>
                    <a:pt x="2236" y="105"/>
                  </a:lnTo>
                  <a:lnTo>
                    <a:pt x="2422" y="153"/>
                  </a:lnTo>
                  <a:lnTo>
                    <a:pt x="2613" y="209"/>
                  </a:lnTo>
                  <a:lnTo>
                    <a:pt x="2811" y="276"/>
                  </a:lnTo>
                  <a:lnTo>
                    <a:pt x="3011" y="357"/>
                  </a:lnTo>
                  <a:lnTo>
                    <a:pt x="3218" y="447"/>
                  </a:lnTo>
                  <a:lnTo>
                    <a:pt x="3430" y="552"/>
                  </a:lnTo>
                  <a:lnTo>
                    <a:pt x="3646" y="667"/>
                  </a:lnTo>
                  <a:lnTo>
                    <a:pt x="3846" y="952"/>
                  </a:lnTo>
                  <a:lnTo>
                    <a:pt x="1484" y="2302"/>
                  </a:lnTo>
                  <a:lnTo>
                    <a:pt x="0" y="2302"/>
                  </a:lnTo>
                  <a:lnTo>
                    <a:pt x="0" y="262"/>
                  </a:lnTo>
                  <a:lnTo>
                    <a:pt x="61" y="237"/>
                  </a:lnTo>
                  <a:lnTo>
                    <a:pt x="130" y="209"/>
                  </a:lnTo>
                  <a:lnTo>
                    <a:pt x="207" y="181"/>
                  </a:lnTo>
                  <a:lnTo>
                    <a:pt x="293" y="151"/>
                  </a:lnTo>
                  <a:lnTo>
                    <a:pt x="386" y="125"/>
                  </a:lnTo>
                  <a:lnTo>
                    <a:pt x="486" y="98"/>
                  </a:lnTo>
                  <a:lnTo>
                    <a:pt x="596" y="72"/>
                  </a:lnTo>
                  <a:lnTo>
                    <a:pt x="710" y="51"/>
                  </a:lnTo>
                  <a:lnTo>
                    <a:pt x="833" y="33"/>
                  </a:lnTo>
                  <a:lnTo>
                    <a:pt x="963" y="17"/>
                  </a:lnTo>
                  <a:lnTo>
                    <a:pt x="1101" y="5"/>
                  </a:lnTo>
                  <a:lnTo>
                    <a:pt x="1243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CDC95"/>
                </a:gs>
                <a:gs pos="41000">
                  <a:srgbClr val="ABC77A"/>
                </a:gs>
                <a:gs pos="93000">
                  <a:srgbClr val="81AD56"/>
                </a:gs>
              </a:gsLst>
              <a:path path="circle">
                <a:fillToRect r="100000" b="100000"/>
              </a:path>
              <a:tileRect l="-100000" t="-100000"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A7764A51-A768-6A43-A3A2-2B311DF8A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013" y="3373437"/>
              <a:ext cx="9925050" cy="3484563"/>
            </a:xfrm>
            <a:custGeom>
              <a:avLst/>
              <a:gdLst/>
              <a:ahLst/>
              <a:cxnLst>
                <a:cxn ang="0">
                  <a:pos x="5153" y="0"/>
                </a:cxn>
                <a:cxn ang="0">
                  <a:pos x="5423" y="18"/>
                </a:cxn>
                <a:cxn ang="0">
                  <a:pos x="5654" y="55"/>
                </a:cxn>
                <a:cxn ang="0">
                  <a:pos x="5840" y="113"/>
                </a:cxn>
                <a:cxn ang="0">
                  <a:pos x="5993" y="199"/>
                </a:cxn>
                <a:cxn ang="0">
                  <a:pos x="6103" y="306"/>
                </a:cxn>
                <a:cxn ang="0">
                  <a:pos x="6179" y="424"/>
                </a:cxn>
                <a:cxn ang="0">
                  <a:pos x="6226" y="549"/>
                </a:cxn>
                <a:cxn ang="0">
                  <a:pos x="6247" y="676"/>
                </a:cxn>
                <a:cxn ang="0">
                  <a:pos x="6252" y="797"/>
                </a:cxn>
                <a:cxn ang="0">
                  <a:pos x="6242" y="905"/>
                </a:cxn>
                <a:cxn ang="0">
                  <a:pos x="6226" y="996"/>
                </a:cxn>
                <a:cxn ang="0">
                  <a:pos x="6210" y="1063"/>
                </a:cxn>
                <a:cxn ang="0">
                  <a:pos x="6200" y="1100"/>
                </a:cxn>
                <a:cxn ang="0">
                  <a:pos x="4616" y="2195"/>
                </a:cxn>
                <a:cxn ang="0">
                  <a:pos x="107" y="2142"/>
                </a:cxn>
                <a:cxn ang="0">
                  <a:pos x="351" y="2017"/>
                </a:cxn>
                <a:cxn ang="0">
                  <a:pos x="626" y="1873"/>
                </a:cxn>
                <a:cxn ang="0">
                  <a:pos x="923" y="1716"/>
                </a:cxn>
                <a:cxn ang="0">
                  <a:pos x="1233" y="1545"/>
                </a:cxn>
                <a:cxn ang="0">
                  <a:pos x="1542" y="1366"/>
                </a:cxn>
                <a:cxn ang="0">
                  <a:pos x="1847" y="1183"/>
                </a:cxn>
                <a:cxn ang="0">
                  <a:pos x="2136" y="998"/>
                </a:cxn>
                <a:cxn ang="0">
                  <a:pos x="2396" y="815"/>
                </a:cxn>
                <a:cxn ang="0">
                  <a:pos x="2638" y="639"/>
                </a:cxn>
                <a:cxn ang="0">
                  <a:pos x="2910" y="479"/>
                </a:cxn>
                <a:cxn ang="0">
                  <a:pos x="3211" y="345"/>
                </a:cxn>
                <a:cxn ang="0">
                  <a:pos x="3534" y="231"/>
                </a:cxn>
                <a:cxn ang="0">
                  <a:pos x="3867" y="141"/>
                </a:cxn>
                <a:cxn ang="0">
                  <a:pos x="4204" y="74"/>
                </a:cxn>
                <a:cxn ang="0">
                  <a:pos x="4537" y="28"/>
                </a:cxn>
                <a:cxn ang="0">
                  <a:pos x="4856" y="5"/>
                </a:cxn>
              </a:cxnLst>
              <a:rect l="0" t="0" r="r" b="b"/>
              <a:pathLst>
                <a:path w="6252" h="2195">
                  <a:moveTo>
                    <a:pt x="5007" y="0"/>
                  </a:moveTo>
                  <a:lnTo>
                    <a:pt x="5153" y="0"/>
                  </a:lnTo>
                  <a:lnTo>
                    <a:pt x="5293" y="7"/>
                  </a:lnTo>
                  <a:lnTo>
                    <a:pt x="5423" y="18"/>
                  </a:lnTo>
                  <a:lnTo>
                    <a:pt x="5544" y="35"/>
                  </a:lnTo>
                  <a:lnTo>
                    <a:pt x="5654" y="55"/>
                  </a:lnTo>
                  <a:lnTo>
                    <a:pt x="5754" y="81"/>
                  </a:lnTo>
                  <a:lnTo>
                    <a:pt x="5840" y="113"/>
                  </a:lnTo>
                  <a:lnTo>
                    <a:pt x="5921" y="153"/>
                  </a:lnTo>
                  <a:lnTo>
                    <a:pt x="5993" y="199"/>
                  </a:lnTo>
                  <a:lnTo>
                    <a:pt x="6054" y="250"/>
                  </a:lnTo>
                  <a:lnTo>
                    <a:pt x="6103" y="306"/>
                  </a:lnTo>
                  <a:lnTo>
                    <a:pt x="6145" y="364"/>
                  </a:lnTo>
                  <a:lnTo>
                    <a:pt x="6179" y="424"/>
                  </a:lnTo>
                  <a:lnTo>
                    <a:pt x="6205" y="486"/>
                  </a:lnTo>
                  <a:lnTo>
                    <a:pt x="6226" y="549"/>
                  </a:lnTo>
                  <a:lnTo>
                    <a:pt x="6238" y="611"/>
                  </a:lnTo>
                  <a:lnTo>
                    <a:pt x="6247" y="676"/>
                  </a:lnTo>
                  <a:lnTo>
                    <a:pt x="6252" y="736"/>
                  </a:lnTo>
                  <a:lnTo>
                    <a:pt x="6252" y="797"/>
                  </a:lnTo>
                  <a:lnTo>
                    <a:pt x="6247" y="852"/>
                  </a:lnTo>
                  <a:lnTo>
                    <a:pt x="6242" y="905"/>
                  </a:lnTo>
                  <a:lnTo>
                    <a:pt x="6235" y="954"/>
                  </a:lnTo>
                  <a:lnTo>
                    <a:pt x="6226" y="996"/>
                  </a:lnTo>
                  <a:lnTo>
                    <a:pt x="6219" y="1033"/>
                  </a:lnTo>
                  <a:lnTo>
                    <a:pt x="6210" y="1063"/>
                  </a:lnTo>
                  <a:lnTo>
                    <a:pt x="6205" y="1086"/>
                  </a:lnTo>
                  <a:lnTo>
                    <a:pt x="6200" y="1100"/>
                  </a:lnTo>
                  <a:lnTo>
                    <a:pt x="6198" y="1105"/>
                  </a:lnTo>
                  <a:lnTo>
                    <a:pt x="4616" y="2195"/>
                  </a:lnTo>
                  <a:lnTo>
                    <a:pt x="0" y="2195"/>
                  </a:lnTo>
                  <a:lnTo>
                    <a:pt x="107" y="2142"/>
                  </a:lnTo>
                  <a:lnTo>
                    <a:pt x="225" y="2082"/>
                  </a:lnTo>
                  <a:lnTo>
                    <a:pt x="351" y="2017"/>
                  </a:lnTo>
                  <a:lnTo>
                    <a:pt x="486" y="1948"/>
                  </a:lnTo>
                  <a:lnTo>
                    <a:pt x="626" y="1873"/>
                  </a:lnTo>
                  <a:lnTo>
                    <a:pt x="772" y="1797"/>
                  </a:lnTo>
                  <a:lnTo>
                    <a:pt x="923" y="1716"/>
                  </a:lnTo>
                  <a:lnTo>
                    <a:pt x="1077" y="1630"/>
                  </a:lnTo>
                  <a:lnTo>
                    <a:pt x="1233" y="1545"/>
                  </a:lnTo>
                  <a:lnTo>
                    <a:pt x="1389" y="1457"/>
                  </a:lnTo>
                  <a:lnTo>
                    <a:pt x="1542" y="1366"/>
                  </a:lnTo>
                  <a:lnTo>
                    <a:pt x="1696" y="1274"/>
                  </a:lnTo>
                  <a:lnTo>
                    <a:pt x="1847" y="1183"/>
                  </a:lnTo>
                  <a:lnTo>
                    <a:pt x="1994" y="1091"/>
                  </a:lnTo>
                  <a:lnTo>
                    <a:pt x="2136" y="998"/>
                  </a:lnTo>
                  <a:lnTo>
                    <a:pt x="2271" y="905"/>
                  </a:lnTo>
                  <a:lnTo>
                    <a:pt x="2396" y="815"/>
                  </a:lnTo>
                  <a:lnTo>
                    <a:pt x="2515" y="727"/>
                  </a:lnTo>
                  <a:lnTo>
                    <a:pt x="2638" y="639"/>
                  </a:lnTo>
                  <a:lnTo>
                    <a:pt x="2771" y="556"/>
                  </a:lnTo>
                  <a:lnTo>
                    <a:pt x="2910" y="479"/>
                  </a:lnTo>
                  <a:lnTo>
                    <a:pt x="3057" y="410"/>
                  </a:lnTo>
                  <a:lnTo>
                    <a:pt x="3211" y="345"/>
                  </a:lnTo>
                  <a:lnTo>
                    <a:pt x="3371" y="285"/>
                  </a:lnTo>
                  <a:lnTo>
                    <a:pt x="3534" y="231"/>
                  </a:lnTo>
                  <a:lnTo>
                    <a:pt x="3699" y="185"/>
                  </a:lnTo>
                  <a:lnTo>
                    <a:pt x="3867" y="141"/>
                  </a:lnTo>
                  <a:lnTo>
                    <a:pt x="4034" y="106"/>
                  </a:lnTo>
                  <a:lnTo>
                    <a:pt x="4204" y="74"/>
                  </a:lnTo>
                  <a:lnTo>
                    <a:pt x="4372" y="49"/>
                  </a:lnTo>
                  <a:lnTo>
                    <a:pt x="4537" y="28"/>
                  </a:lnTo>
                  <a:lnTo>
                    <a:pt x="4697" y="14"/>
                  </a:lnTo>
                  <a:lnTo>
                    <a:pt x="4856" y="5"/>
                  </a:lnTo>
                  <a:lnTo>
                    <a:pt x="500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CDC95"/>
                </a:gs>
                <a:gs pos="23000">
                  <a:srgbClr val="ABC77A"/>
                </a:gs>
                <a:gs pos="100000">
                  <a:srgbClr val="649845"/>
                </a:gs>
              </a:gsLst>
              <a:lin ang="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FE6DB40E-A86D-FE4C-8E7A-D81218261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3446462"/>
              <a:ext cx="5072063" cy="1603375"/>
            </a:xfrm>
            <a:custGeom>
              <a:avLst/>
              <a:gdLst/>
              <a:ahLst/>
              <a:cxnLst>
                <a:cxn ang="0">
                  <a:pos x="1094" y="0"/>
                </a:cxn>
                <a:cxn ang="0">
                  <a:pos x="1259" y="3"/>
                </a:cxn>
                <a:cxn ang="0">
                  <a:pos x="1422" y="12"/>
                </a:cxn>
                <a:cxn ang="0">
                  <a:pos x="1578" y="28"/>
                </a:cxn>
                <a:cxn ang="0">
                  <a:pos x="1731" y="51"/>
                </a:cxn>
                <a:cxn ang="0">
                  <a:pos x="1878" y="84"/>
                </a:cxn>
                <a:cxn ang="0">
                  <a:pos x="2017" y="118"/>
                </a:cxn>
                <a:cxn ang="0">
                  <a:pos x="2152" y="160"/>
                </a:cxn>
                <a:cxn ang="0">
                  <a:pos x="2280" y="204"/>
                </a:cxn>
                <a:cxn ang="0">
                  <a:pos x="2401" y="250"/>
                </a:cxn>
                <a:cxn ang="0">
                  <a:pos x="2518" y="299"/>
                </a:cxn>
                <a:cxn ang="0">
                  <a:pos x="2625" y="350"/>
                </a:cxn>
                <a:cxn ang="0">
                  <a:pos x="2725" y="401"/>
                </a:cxn>
                <a:cxn ang="0">
                  <a:pos x="2818" y="452"/>
                </a:cxn>
                <a:cxn ang="0">
                  <a:pos x="2901" y="500"/>
                </a:cxn>
                <a:cxn ang="0">
                  <a:pos x="2978" y="549"/>
                </a:cxn>
                <a:cxn ang="0">
                  <a:pos x="3046" y="593"/>
                </a:cxn>
                <a:cxn ang="0">
                  <a:pos x="3104" y="632"/>
                </a:cxn>
                <a:cxn ang="0">
                  <a:pos x="3155" y="670"/>
                </a:cxn>
                <a:cxn ang="0">
                  <a:pos x="3195" y="700"/>
                </a:cxn>
                <a:cxn ang="0">
                  <a:pos x="3057" y="802"/>
                </a:cxn>
                <a:cxn ang="0">
                  <a:pos x="2908" y="906"/>
                </a:cxn>
                <a:cxn ang="0">
                  <a:pos x="2750" y="1010"/>
                </a:cxn>
                <a:cxn ang="0">
                  <a:pos x="2592" y="871"/>
                </a:cxn>
                <a:cxn ang="0">
                  <a:pos x="2436" y="748"/>
                </a:cxn>
                <a:cxn ang="0">
                  <a:pos x="2278" y="639"/>
                </a:cxn>
                <a:cxn ang="0">
                  <a:pos x="2124" y="544"/>
                </a:cxn>
                <a:cxn ang="0">
                  <a:pos x="1971" y="466"/>
                </a:cxn>
                <a:cxn ang="0">
                  <a:pos x="1820" y="396"/>
                </a:cxn>
                <a:cxn ang="0">
                  <a:pos x="1671" y="341"/>
                </a:cxn>
                <a:cxn ang="0">
                  <a:pos x="1526" y="297"/>
                </a:cxn>
                <a:cxn ang="0">
                  <a:pos x="1384" y="262"/>
                </a:cxn>
                <a:cxn ang="0">
                  <a:pos x="1247" y="236"/>
                </a:cxn>
                <a:cxn ang="0">
                  <a:pos x="1115" y="218"/>
                </a:cxn>
                <a:cxn ang="0">
                  <a:pos x="989" y="209"/>
                </a:cxn>
                <a:cxn ang="0">
                  <a:pos x="866" y="204"/>
                </a:cxn>
                <a:cxn ang="0">
                  <a:pos x="752" y="206"/>
                </a:cxn>
                <a:cxn ang="0">
                  <a:pos x="642" y="213"/>
                </a:cxn>
                <a:cxn ang="0">
                  <a:pos x="540" y="225"/>
                </a:cxn>
                <a:cxn ang="0">
                  <a:pos x="447" y="239"/>
                </a:cxn>
                <a:cxn ang="0">
                  <a:pos x="358" y="255"/>
                </a:cxn>
                <a:cxn ang="0">
                  <a:pos x="282" y="271"/>
                </a:cxn>
                <a:cxn ang="0">
                  <a:pos x="212" y="290"/>
                </a:cxn>
                <a:cxn ang="0">
                  <a:pos x="151" y="308"/>
                </a:cxn>
                <a:cxn ang="0">
                  <a:pos x="102" y="324"/>
                </a:cxn>
                <a:cxn ang="0">
                  <a:pos x="63" y="338"/>
                </a:cxn>
                <a:cxn ang="0">
                  <a:pos x="33" y="350"/>
                </a:cxn>
                <a:cxn ang="0">
                  <a:pos x="16" y="357"/>
                </a:cxn>
                <a:cxn ang="0">
                  <a:pos x="9" y="359"/>
                </a:cxn>
                <a:cxn ang="0">
                  <a:pos x="0" y="350"/>
                </a:cxn>
                <a:cxn ang="0">
                  <a:pos x="0" y="232"/>
                </a:cxn>
                <a:cxn ang="0">
                  <a:pos x="9" y="227"/>
                </a:cxn>
                <a:cxn ang="0">
                  <a:pos x="198" y="158"/>
                </a:cxn>
                <a:cxn ang="0">
                  <a:pos x="384" y="102"/>
                </a:cxn>
                <a:cxn ang="0">
                  <a:pos x="568" y="60"/>
                </a:cxn>
                <a:cxn ang="0">
                  <a:pos x="747" y="28"/>
                </a:cxn>
                <a:cxn ang="0">
                  <a:pos x="921" y="9"/>
                </a:cxn>
                <a:cxn ang="0">
                  <a:pos x="1094" y="0"/>
                </a:cxn>
              </a:cxnLst>
              <a:rect l="0" t="0" r="r" b="b"/>
              <a:pathLst>
                <a:path w="3195" h="1010">
                  <a:moveTo>
                    <a:pt x="1094" y="0"/>
                  </a:moveTo>
                  <a:lnTo>
                    <a:pt x="1259" y="3"/>
                  </a:lnTo>
                  <a:lnTo>
                    <a:pt x="1422" y="12"/>
                  </a:lnTo>
                  <a:lnTo>
                    <a:pt x="1578" y="28"/>
                  </a:lnTo>
                  <a:lnTo>
                    <a:pt x="1731" y="51"/>
                  </a:lnTo>
                  <a:lnTo>
                    <a:pt x="1878" y="84"/>
                  </a:lnTo>
                  <a:lnTo>
                    <a:pt x="2017" y="118"/>
                  </a:lnTo>
                  <a:lnTo>
                    <a:pt x="2152" y="160"/>
                  </a:lnTo>
                  <a:lnTo>
                    <a:pt x="2280" y="204"/>
                  </a:lnTo>
                  <a:lnTo>
                    <a:pt x="2401" y="250"/>
                  </a:lnTo>
                  <a:lnTo>
                    <a:pt x="2518" y="299"/>
                  </a:lnTo>
                  <a:lnTo>
                    <a:pt x="2625" y="350"/>
                  </a:lnTo>
                  <a:lnTo>
                    <a:pt x="2725" y="401"/>
                  </a:lnTo>
                  <a:lnTo>
                    <a:pt x="2818" y="452"/>
                  </a:lnTo>
                  <a:lnTo>
                    <a:pt x="2901" y="500"/>
                  </a:lnTo>
                  <a:lnTo>
                    <a:pt x="2978" y="549"/>
                  </a:lnTo>
                  <a:lnTo>
                    <a:pt x="3046" y="593"/>
                  </a:lnTo>
                  <a:lnTo>
                    <a:pt x="3104" y="632"/>
                  </a:lnTo>
                  <a:lnTo>
                    <a:pt x="3155" y="670"/>
                  </a:lnTo>
                  <a:lnTo>
                    <a:pt x="3195" y="700"/>
                  </a:lnTo>
                  <a:lnTo>
                    <a:pt x="3057" y="802"/>
                  </a:lnTo>
                  <a:lnTo>
                    <a:pt x="2908" y="906"/>
                  </a:lnTo>
                  <a:lnTo>
                    <a:pt x="2750" y="1010"/>
                  </a:lnTo>
                  <a:lnTo>
                    <a:pt x="2592" y="871"/>
                  </a:lnTo>
                  <a:lnTo>
                    <a:pt x="2436" y="748"/>
                  </a:lnTo>
                  <a:lnTo>
                    <a:pt x="2278" y="639"/>
                  </a:lnTo>
                  <a:lnTo>
                    <a:pt x="2124" y="544"/>
                  </a:lnTo>
                  <a:lnTo>
                    <a:pt x="1971" y="466"/>
                  </a:lnTo>
                  <a:lnTo>
                    <a:pt x="1820" y="396"/>
                  </a:lnTo>
                  <a:lnTo>
                    <a:pt x="1671" y="341"/>
                  </a:lnTo>
                  <a:lnTo>
                    <a:pt x="1526" y="297"/>
                  </a:lnTo>
                  <a:lnTo>
                    <a:pt x="1384" y="262"/>
                  </a:lnTo>
                  <a:lnTo>
                    <a:pt x="1247" y="236"/>
                  </a:lnTo>
                  <a:lnTo>
                    <a:pt x="1115" y="218"/>
                  </a:lnTo>
                  <a:lnTo>
                    <a:pt x="989" y="209"/>
                  </a:lnTo>
                  <a:lnTo>
                    <a:pt x="866" y="204"/>
                  </a:lnTo>
                  <a:lnTo>
                    <a:pt x="752" y="206"/>
                  </a:lnTo>
                  <a:lnTo>
                    <a:pt x="642" y="213"/>
                  </a:lnTo>
                  <a:lnTo>
                    <a:pt x="540" y="225"/>
                  </a:lnTo>
                  <a:lnTo>
                    <a:pt x="447" y="239"/>
                  </a:lnTo>
                  <a:lnTo>
                    <a:pt x="358" y="255"/>
                  </a:lnTo>
                  <a:lnTo>
                    <a:pt x="282" y="271"/>
                  </a:lnTo>
                  <a:lnTo>
                    <a:pt x="212" y="290"/>
                  </a:lnTo>
                  <a:lnTo>
                    <a:pt x="151" y="308"/>
                  </a:lnTo>
                  <a:lnTo>
                    <a:pt x="102" y="324"/>
                  </a:lnTo>
                  <a:lnTo>
                    <a:pt x="63" y="338"/>
                  </a:lnTo>
                  <a:lnTo>
                    <a:pt x="33" y="350"/>
                  </a:lnTo>
                  <a:lnTo>
                    <a:pt x="16" y="357"/>
                  </a:lnTo>
                  <a:lnTo>
                    <a:pt x="9" y="359"/>
                  </a:lnTo>
                  <a:lnTo>
                    <a:pt x="0" y="350"/>
                  </a:lnTo>
                  <a:lnTo>
                    <a:pt x="0" y="232"/>
                  </a:lnTo>
                  <a:lnTo>
                    <a:pt x="9" y="227"/>
                  </a:lnTo>
                  <a:lnTo>
                    <a:pt x="198" y="158"/>
                  </a:lnTo>
                  <a:lnTo>
                    <a:pt x="384" y="102"/>
                  </a:lnTo>
                  <a:lnTo>
                    <a:pt x="568" y="60"/>
                  </a:lnTo>
                  <a:lnTo>
                    <a:pt x="747" y="28"/>
                  </a:lnTo>
                  <a:lnTo>
                    <a:pt x="921" y="9"/>
                  </a:lnTo>
                  <a:lnTo>
                    <a:pt x="109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</a:gsLst>
              <a:lin ang="135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DE73ECAE-3983-264B-A838-5B3ED1090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050" y="4638674"/>
              <a:ext cx="5267325" cy="1730375"/>
            </a:xfrm>
            <a:custGeom>
              <a:avLst/>
              <a:gdLst/>
              <a:ahLst/>
              <a:cxnLst>
                <a:cxn ang="0">
                  <a:pos x="3318" y="544"/>
                </a:cxn>
                <a:cxn ang="0">
                  <a:pos x="2417" y="984"/>
                </a:cxn>
                <a:cxn ang="0">
                  <a:pos x="2373" y="995"/>
                </a:cxn>
                <a:cxn ang="0">
                  <a:pos x="2285" y="1014"/>
                </a:cxn>
                <a:cxn ang="0">
                  <a:pos x="2161" y="1037"/>
                </a:cxn>
                <a:cxn ang="0">
                  <a:pos x="2008" y="1058"/>
                </a:cxn>
                <a:cxn ang="0">
                  <a:pos x="1831" y="1076"/>
                </a:cxn>
                <a:cxn ang="0">
                  <a:pos x="1633" y="1088"/>
                </a:cxn>
                <a:cxn ang="0">
                  <a:pos x="1422" y="1088"/>
                </a:cxn>
                <a:cxn ang="0">
                  <a:pos x="1201" y="1072"/>
                </a:cxn>
                <a:cxn ang="0">
                  <a:pos x="977" y="1037"/>
                </a:cxn>
                <a:cxn ang="0">
                  <a:pos x="756" y="981"/>
                </a:cxn>
                <a:cxn ang="0">
                  <a:pos x="542" y="896"/>
                </a:cxn>
                <a:cxn ang="0">
                  <a:pos x="342" y="780"/>
                </a:cxn>
                <a:cxn ang="0">
                  <a:pos x="158" y="632"/>
                </a:cxn>
                <a:cxn ang="0">
                  <a:pos x="0" y="444"/>
                </a:cxn>
                <a:cxn ang="0">
                  <a:pos x="130" y="340"/>
                </a:cxn>
                <a:cxn ang="0">
                  <a:pos x="386" y="173"/>
                </a:cxn>
                <a:cxn ang="0">
                  <a:pos x="528" y="108"/>
                </a:cxn>
                <a:cxn ang="0">
                  <a:pos x="577" y="148"/>
                </a:cxn>
                <a:cxn ang="0">
                  <a:pos x="642" y="194"/>
                </a:cxn>
                <a:cxn ang="0">
                  <a:pos x="728" y="240"/>
                </a:cxn>
                <a:cxn ang="0">
                  <a:pos x="835" y="284"/>
                </a:cxn>
                <a:cxn ang="0">
                  <a:pos x="966" y="326"/>
                </a:cxn>
                <a:cxn ang="0">
                  <a:pos x="1119" y="356"/>
                </a:cxn>
                <a:cxn ang="0">
                  <a:pos x="1298" y="377"/>
                </a:cxn>
                <a:cxn ang="0">
                  <a:pos x="1505" y="382"/>
                </a:cxn>
                <a:cxn ang="0">
                  <a:pos x="1743" y="370"/>
                </a:cxn>
                <a:cxn ang="0">
                  <a:pos x="2008" y="335"/>
                </a:cxn>
                <a:cxn ang="0">
                  <a:pos x="2308" y="275"/>
                </a:cxn>
                <a:cxn ang="0">
                  <a:pos x="2643" y="189"/>
                </a:cxn>
                <a:cxn ang="0">
                  <a:pos x="3013" y="71"/>
                </a:cxn>
              </a:cxnLst>
              <a:rect l="0" t="0" r="r" b="b"/>
              <a:pathLst>
                <a:path w="3318" h="1090">
                  <a:moveTo>
                    <a:pt x="3211" y="0"/>
                  </a:moveTo>
                  <a:lnTo>
                    <a:pt x="3318" y="544"/>
                  </a:lnTo>
                  <a:lnTo>
                    <a:pt x="2424" y="981"/>
                  </a:lnTo>
                  <a:lnTo>
                    <a:pt x="2417" y="984"/>
                  </a:lnTo>
                  <a:lnTo>
                    <a:pt x="2401" y="988"/>
                  </a:lnTo>
                  <a:lnTo>
                    <a:pt x="2373" y="995"/>
                  </a:lnTo>
                  <a:lnTo>
                    <a:pt x="2334" y="1002"/>
                  </a:lnTo>
                  <a:lnTo>
                    <a:pt x="2285" y="1014"/>
                  </a:lnTo>
                  <a:lnTo>
                    <a:pt x="2227" y="1025"/>
                  </a:lnTo>
                  <a:lnTo>
                    <a:pt x="2161" y="1037"/>
                  </a:lnTo>
                  <a:lnTo>
                    <a:pt x="2089" y="1049"/>
                  </a:lnTo>
                  <a:lnTo>
                    <a:pt x="2008" y="1058"/>
                  </a:lnTo>
                  <a:lnTo>
                    <a:pt x="1922" y="1069"/>
                  </a:lnTo>
                  <a:lnTo>
                    <a:pt x="1831" y="1076"/>
                  </a:lnTo>
                  <a:lnTo>
                    <a:pt x="1733" y="1083"/>
                  </a:lnTo>
                  <a:lnTo>
                    <a:pt x="1633" y="1088"/>
                  </a:lnTo>
                  <a:lnTo>
                    <a:pt x="1529" y="1090"/>
                  </a:lnTo>
                  <a:lnTo>
                    <a:pt x="1422" y="1088"/>
                  </a:lnTo>
                  <a:lnTo>
                    <a:pt x="1312" y="1083"/>
                  </a:lnTo>
                  <a:lnTo>
                    <a:pt x="1201" y="1072"/>
                  </a:lnTo>
                  <a:lnTo>
                    <a:pt x="1089" y="1058"/>
                  </a:lnTo>
                  <a:lnTo>
                    <a:pt x="977" y="1037"/>
                  </a:lnTo>
                  <a:lnTo>
                    <a:pt x="865" y="1012"/>
                  </a:lnTo>
                  <a:lnTo>
                    <a:pt x="756" y="981"/>
                  </a:lnTo>
                  <a:lnTo>
                    <a:pt x="647" y="942"/>
                  </a:lnTo>
                  <a:lnTo>
                    <a:pt x="542" y="896"/>
                  </a:lnTo>
                  <a:lnTo>
                    <a:pt x="440" y="843"/>
                  </a:lnTo>
                  <a:lnTo>
                    <a:pt x="342" y="780"/>
                  </a:lnTo>
                  <a:lnTo>
                    <a:pt x="247" y="710"/>
                  </a:lnTo>
                  <a:lnTo>
                    <a:pt x="158" y="632"/>
                  </a:lnTo>
                  <a:lnTo>
                    <a:pt x="77" y="544"/>
                  </a:lnTo>
                  <a:lnTo>
                    <a:pt x="0" y="444"/>
                  </a:lnTo>
                  <a:lnTo>
                    <a:pt x="0" y="421"/>
                  </a:lnTo>
                  <a:lnTo>
                    <a:pt x="130" y="340"/>
                  </a:lnTo>
                  <a:lnTo>
                    <a:pt x="258" y="259"/>
                  </a:lnTo>
                  <a:lnTo>
                    <a:pt x="386" y="173"/>
                  </a:lnTo>
                  <a:lnTo>
                    <a:pt x="510" y="90"/>
                  </a:lnTo>
                  <a:lnTo>
                    <a:pt x="528" y="108"/>
                  </a:lnTo>
                  <a:lnTo>
                    <a:pt x="549" y="127"/>
                  </a:lnTo>
                  <a:lnTo>
                    <a:pt x="577" y="148"/>
                  </a:lnTo>
                  <a:lnTo>
                    <a:pt x="607" y="171"/>
                  </a:lnTo>
                  <a:lnTo>
                    <a:pt x="642" y="194"/>
                  </a:lnTo>
                  <a:lnTo>
                    <a:pt x="684" y="217"/>
                  </a:lnTo>
                  <a:lnTo>
                    <a:pt x="728" y="240"/>
                  </a:lnTo>
                  <a:lnTo>
                    <a:pt x="779" y="264"/>
                  </a:lnTo>
                  <a:lnTo>
                    <a:pt x="835" y="284"/>
                  </a:lnTo>
                  <a:lnTo>
                    <a:pt x="898" y="305"/>
                  </a:lnTo>
                  <a:lnTo>
                    <a:pt x="966" y="326"/>
                  </a:lnTo>
                  <a:lnTo>
                    <a:pt x="1038" y="342"/>
                  </a:lnTo>
                  <a:lnTo>
                    <a:pt x="1119" y="356"/>
                  </a:lnTo>
                  <a:lnTo>
                    <a:pt x="1205" y="368"/>
                  </a:lnTo>
                  <a:lnTo>
                    <a:pt x="1298" y="377"/>
                  </a:lnTo>
                  <a:lnTo>
                    <a:pt x="1398" y="382"/>
                  </a:lnTo>
                  <a:lnTo>
                    <a:pt x="1505" y="382"/>
                  </a:lnTo>
                  <a:lnTo>
                    <a:pt x="1619" y="379"/>
                  </a:lnTo>
                  <a:lnTo>
                    <a:pt x="1743" y="370"/>
                  </a:lnTo>
                  <a:lnTo>
                    <a:pt x="1871" y="356"/>
                  </a:lnTo>
                  <a:lnTo>
                    <a:pt x="2008" y="335"/>
                  </a:lnTo>
                  <a:lnTo>
                    <a:pt x="2154" y="310"/>
                  </a:lnTo>
                  <a:lnTo>
                    <a:pt x="2308" y="275"/>
                  </a:lnTo>
                  <a:lnTo>
                    <a:pt x="2471" y="236"/>
                  </a:lnTo>
                  <a:lnTo>
                    <a:pt x="2643" y="189"/>
                  </a:lnTo>
                  <a:lnTo>
                    <a:pt x="2822" y="134"/>
                  </a:lnTo>
                  <a:lnTo>
                    <a:pt x="3013" y="71"/>
                  </a:lnTo>
                  <a:lnTo>
                    <a:pt x="3211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</a:gsLst>
              <a:lin ang="16800000" scaled="0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BC90CDFC-8E9C-DC4B-A5CC-F218D5C20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1525" y="3373437"/>
              <a:ext cx="5067300" cy="3484563"/>
            </a:xfrm>
            <a:custGeom>
              <a:avLst/>
              <a:gdLst/>
              <a:ahLst/>
              <a:cxnLst>
                <a:cxn ang="0">
                  <a:pos x="2720" y="0"/>
                </a:cxn>
                <a:cxn ang="0">
                  <a:pos x="2876" y="9"/>
                </a:cxn>
                <a:cxn ang="0">
                  <a:pos x="3034" y="32"/>
                </a:cxn>
                <a:cxn ang="0">
                  <a:pos x="3192" y="72"/>
                </a:cxn>
                <a:cxn ang="0">
                  <a:pos x="3192" y="2195"/>
                </a:cxn>
                <a:cxn ang="0">
                  <a:pos x="0" y="2195"/>
                </a:cxn>
                <a:cxn ang="0">
                  <a:pos x="21" y="2172"/>
                </a:cxn>
                <a:cxn ang="0">
                  <a:pos x="49" y="2142"/>
                </a:cxn>
                <a:cxn ang="0">
                  <a:pos x="86" y="2103"/>
                </a:cxn>
                <a:cxn ang="0">
                  <a:pos x="130" y="2054"/>
                </a:cxn>
                <a:cxn ang="0">
                  <a:pos x="179" y="2001"/>
                </a:cxn>
                <a:cxn ang="0">
                  <a:pos x="233" y="1941"/>
                </a:cxn>
                <a:cxn ang="0">
                  <a:pos x="293" y="1876"/>
                </a:cxn>
                <a:cxn ang="0">
                  <a:pos x="356" y="1806"/>
                </a:cxn>
                <a:cxn ang="0">
                  <a:pos x="423" y="1732"/>
                </a:cxn>
                <a:cxn ang="0">
                  <a:pos x="493" y="1653"/>
                </a:cxn>
                <a:cxn ang="0">
                  <a:pos x="637" y="1491"/>
                </a:cxn>
                <a:cxn ang="0">
                  <a:pos x="712" y="1406"/>
                </a:cxn>
                <a:cxn ang="0">
                  <a:pos x="786" y="1322"/>
                </a:cxn>
                <a:cxn ang="0">
                  <a:pos x="935" y="1151"/>
                </a:cxn>
                <a:cxn ang="0">
                  <a:pos x="1005" y="1067"/>
                </a:cxn>
                <a:cxn ang="0">
                  <a:pos x="1075" y="986"/>
                </a:cxn>
                <a:cxn ang="0">
                  <a:pos x="1140" y="908"/>
                </a:cxn>
                <a:cxn ang="0">
                  <a:pos x="1203" y="831"/>
                </a:cxn>
                <a:cxn ang="0">
                  <a:pos x="1261" y="760"/>
                </a:cxn>
                <a:cxn ang="0">
                  <a:pos x="1314" y="690"/>
                </a:cxn>
                <a:cxn ang="0">
                  <a:pos x="1361" y="628"/>
                </a:cxn>
                <a:cxn ang="0">
                  <a:pos x="1442" y="528"/>
                </a:cxn>
                <a:cxn ang="0">
                  <a:pos x="1533" y="433"/>
                </a:cxn>
                <a:cxn ang="0">
                  <a:pos x="1636" y="347"/>
                </a:cxn>
                <a:cxn ang="0">
                  <a:pos x="1747" y="269"/>
                </a:cxn>
                <a:cxn ang="0">
                  <a:pos x="1868" y="199"/>
                </a:cxn>
                <a:cxn ang="0">
                  <a:pos x="1996" y="139"/>
                </a:cxn>
                <a:cxn ang="0">
                  <a:pos x="2131" y="88"/>
                </a:cxn>
                <a:cxn ang="0">
                  <a:pos x="2271" y="49"/>
                </a:cxn>
                <a:cxn ang="0">
                  <a:pos x="2417" y="18"/>
                </a:cxn>
                <a:cxn ang="0">
                  <a:pos x="2566" y="2"/>
                </a:cxn>
                <a:cxn ang="0">
                  <a:pos x="2720" y="0"/>
                </a:cxn>
              </a:cxnLst>
              <a:rect l="0" t="0" r="r" b="b"/>
              <a:pathLst>
                <a:path w="3192" h="2195">
                  <a:moveTo>
                    <a:pt x="2720" y="0"/>
                  </a:moveTo>
                  <a:lnTo>
                    <a:pt x="2876" y="9"/>
                  </a:lnTo>
                  <a:lnTo>
                    <a:pt x="3034" y="32"/>
                  </a:lnTo>
                  <a:lnTo>
                    <a:pt x="3192" y="72"/>
                  </a:lnTo>
                  <a:lnTo>
                    <a:pt x="3192" y="2195"/>
                  </a:lnTo>
                  <a:lnTo>
                    <a:pt x="0" y="2195"/>
                  </a:lnTo>
                  <a:lnTo>
                    <a:pt x="21" y="2172"/>
                  </a:lnTo>
                  <a:lnTo>
                    <a:pt x="49" y="2142"/>
                  </a:lnTo>
                  <a:lnTo>
                    <a:pt x="86" y="2103"/>
                  </a:lnTo>
                  <a:lnTo>
                    <a:pt x="130" y="2054"/>
                  </a:lnTo>
                  <a:lnTo>
                    <a:pt x="179" y="2001"/>
                  </a:lnTo>
                  <a:lnTo>
                    <a:pt x="233" y="1941"/>
                  </a:lnTo>
                  <a:lnTo>
                    <a:pt x="293" y="1876"/>
                  </a:lnTo>
                  <a:lnTo>
                    <a:pt x="356" y="1806"/>
                  </a:lnTo>
                  <a:lnTo>
                    <a:pt x="423" y="1732"/>
                  </a:lnTo>
                  <a:lnTo>
                    <a:pt x="493" y="1653"/>
                  </a:lnTo>
                  <a:lnTo>
                    <a:pt x="637" y="1491"/>
                  </a:lnTo>
                  <a:lnTo>
                    <a:pt x="712" y="1406"/>
                  </a:lnTo>
                  <a:lnTo>
                    <a:pt x="786" y="1322"/>
                  </a:lnTo>
                  <a:lnTo>
                    <a:pt x="935" y="1151"/>
                  </a:lnTo>
                  <a:lnTo>
                    <a:pt x="1005" y="1067"/>
                  </a:lnTo>
                  <a:lnTo>
                    <a:pt x="1075" y="986"/>
                  </a:lnTo>
                  <a:lnTo>
                    <a:pt x="1140" y="908"/>
                  </a:lnTo>
                  <a:lnTo>
                    <a:pt x="1203" y="831"/>
                  </a:lnTo>
                  <a:lnTo>
                    <a:pt x="1261" y="760"/>
                  </a:lnTo>
                  <a:lnTo>
                    <a:pt x="1314" y="690"/>
                  </a:lnTo>
                  <a:lnTo>
                    <a:pt x="1361" y="628"/>
                  </a:lnTo>
                  <a:lnTo>
                    <a:pt x="1442" y="528"/>
                  </a:lnTo>
                  <a:lnTo>
                    <a:pt x="1533" y="433"/>
                  </a:lnTo>
                  <a:lnTo>
                    <a:pt x="1636" y="347"/>
                  </a:lnTo>
                  <a:lnTo>
                    <a:pt x="1747" y="269"/>
                  </a:lnTo>
                  <a:lnTo>
                    <a:pt x="1868" y="199"/>
                  </a:lnTo>
                  <a:lnTo>
                    <a:pt x="1996" y="139"/>
                  </a:lnTo>
                  <a:lnTo>
                    <a:pt x="2131" y="88"/>
                  </a:lnTo>
                  <a:lnTo>
                    <a:pt x="2271" y="49"/>
                  </a:lnTo>
                  <a:lnTo>
                    <a:pt x="2417" y="18"/>
                  </a:lnTo>
                  <a:lnTo>
                    <a:pt x="2566" y="2"/>
                  </a:lnTo>
                  <a:lnTo>
                    <a:pt x="2720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CCDC95"/>
                </a:gs>
                <a:gs pos="39000">
                  <a:srgbClr val="ABC77A"/>
                </a:gs>
                <a:gs pos="100000">
                  <a:srgbClr val="649845"/>
                </a:gs>
              </a:gsLst>
              <a:lin ang="27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DB3F41C4-9505-A94E-BB95-D20C7E54E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5288" y="3667124"/>
              <a:ext cx="4173538" cy="2206625"/>
            </a:xfrm>
            <a:custGeom>
              <a:avLst/>
              <a:gdLst/>
              <a:ahLst/>
              <a:cxnLst>
                <a:cxn ang="0">
                  <a:pos x="2059" y="0"/>
                </a:cxn>
                <a:cxn ang="0">
                  <a:pos x="2201" y="0"/>
                </a:cxn>
                <a:cxn ang="0">
                  <a:pos x="2343" y="14"/>
                </a:cxn>
                <a:cxn ang="0">
                  <a:pos x="2485" y="42"/>
                </a:cxn>
                <a:cxn ang="0">
                  <a:pos x="2629" y="86"/>
                </a:cxn>
                <a:cxn ang="0">
                  <a:pos x="2629" y="1320"/>
                </a:cxn>
                <a:cxn ang="0">
                  <a:pos x="2618" y="1297"/>
                </a:cxn>
                <a:cxn ang="0">
                  <a:pos x="2604" y="1274"/>
                </a:cxn>
                <a:cxn ang="0">
                  <a:pos x="2587" y="1246"/>
                </a:cxn>
                <a:cxn ang="0">
                  <a:pos x="2566" y="1216"/>
                </a:cxn>
                <a:cxn ang="0">
                  <a:pos x="2541" y="1186"/>
                </a:cxn>
                <a:cxn ang="0">
                  <a:pos x="2515" y="1153"/>
                </a:cxn>
                <a:cxn ang="0">
                  <a:pos x="2483" y="1123"/>
                </a:cxn>
                <a:cxn ang="0">
                  <a:pos x="2448" y="1091"/>
                </a:cxn>
                <a:cxn ang="0">
                  <a:pos x="2408" y="1058"/>
                </a:cxn>
                <a:cxn ang="0">
                  <a:pos x="2364" y="1026"/>
                </a:cxn>
                <a:cxn ang="0">
                  <a:pos x="2315" y="996"/>
                </a:cxn>
                <a:cxn ang="0">
                  <a:pos x="2264" y="968"/>
                </a:cxn>
                <a:cxn ang="0">
                  <a:pos x="2206" y="943"/>
                </a:cxn>
                <a:cxn ang="0">
                  <a:pos x="2143" y="917"/>
                </a:cxn>
                <a:cxn ang="0">
                  <a:pos x="2075" y="896"/>
                </a:cxn>
                <a:cxn ang="0">
                  <a:pos x="2003" y="880"/>
                </a:cxn>
                <a:cxn ang="0">
                  <a:pos x="1926" y="864"/>
                </a:cxn>
                <a:cxn ang="0">
                  <a:pos x="1843" y="855"/>
                </a:cxn>
                <a:cxn ang="0">
                  <a:pos x="1752" y="850"/>
                </a:cxn>
                <a:cxn ang="0">
                  <a:pos x="1659" y="850"/>
                </a:cxn>
                <a:cxn ang="0">
                  <a:pos x="1557" y="855"/>
                </a:cxn>
                <a:cxn ang="0">
                  <a:pos x="1450" y="864"/>
                </a:cxn>
                <a:cxn ang="0">
                  <a:pos x="1335" y="882"/>
                </a:cxn>
                <a:cxn ang="0">
                  <a:pos x="1217" y="906"/>
                </a:cxn>
                <a:cxn ang="0">
                  <a:pos x="1089" y="938"/>
                </a:cxn>
                <a:cxn ang="0">
                  <a:pos x="954" y="975"/>
                </a:cxn>
                <a:cxn ang="0">
                  <a:pos x="814" y="1021"/>
                </a:cxn>
                <a:cxn ang="0">
                  <a:pos x="665" y="1077"/>
                </a:cxn>
                <a:cxn ang="0">
                  <a:pos x="512" y="1142"/>
                </a:cxn>
                <a:cxn ang="0">
                  <a:pos x="349" y="1214"/>
                </a:cxn>
                <a:cxn ang="0">
                  <a:pos x="179" y="1297"/>
                </a:cxn>
                <a:cxn ang="0">
                  <a:pos x="0" y="1390"/>
                </a:cxn>
                <a:cxn ang="0">
                  <a:pos x="60" y="1320"/>
                </a:cxn>
                <a:cxn ang="0">
                  <a:pos x="347" y="994"/>
                </a:cxn>
                <a:cxn ang="0">
                  <a:pos x="437" y="885"/>
                </a:cxn>
                <a:cxn ang="0">
                  <a:pos x="526" y="781"/>
                </a:cxn>
                <a:cxn ang="0">
                  <a:pos x="610" y="681"/>
                </a:cxn>
                <a:cxn ang="0">
                  <a:pos x="686" y="586"/>
                </a:cxn>
                <a:cxn ang="0">
                  <a:pos x="747" y="540"/>
                </a:cxn>
                <a:cxn ang="0">
                  <a:pos x="817" y="489"/>
                </a:cxn>
                <a:cxn ang="0">
                  <a:pos x="896" y="433"/>
                </a:cxn>
                <a:cxn ang="0">
                  <a:pos x="982" y="375"/>
                </a:cxn>
                <a:cxn ang="0">
                  <a:pos x="1080" y="317"/>
                </a:cxn>
                <a:cxn ang="0">
                  <a:pos x="1182" y="260"/>
                </a:cxn>
                <a:cxn ang="0">
                  <a:pos x="1291" y="206"/>
                </a:cxn>
                <a:cxn ang="0">
                  <a:pos x="1408" y="153"/>
                </a:cxn>
                <a:cxn ang="0">
                  <a:pos x="1531" y="107"/>
                </a:cxn>
                <a:cxn ang="0">
                  <a:pos x="1657" y="67"/>
                </a:cxn>
                <a:cxn ang="0">
                  <a:pos x="1787" y="35"/>
                </a:cxn>
                <a:cxn ang="0">
                  <a:pos x="1922" y="12"/>
                </a:cxn>
                <a:cxn ang="0">
                  <a:pos x="2059" y="0"/>
                </a:cxn>
              </a:cxnLst>
              <a:rect l="0" t="0" r="r" b="b"/>
              <a:pathLst>
                <a:path w="2629" h="1390">
                  <a:moveTo>
                    <a:pt x="2059" y="0"/>
                  </a:moveTo>
                  <a:lnTo>
                    <a:pt x="2201" y="0"/>
                  </a:lnTo>
                  <a:lnTo>
                    <a:pt x="2343" y="14"/>
                  </a:lnTo>
                  <a:lnTo>
                    <a:pt x="2485" y="42"/>
                  </a:lnTo>
                  <a:lnTo>
                    <a:pt x="2629" y="86"/>
                  </a:lnTo>
                  <a:lnTo>
                    <a:pt x="2629" y="1320"/>
                  </a:lnTo>
                  <a:lnTo>
                    <a:pt x="2618" y="1297"/>
                  </a:lnTo>
                  <a:lnTo>
                    <a:pt x="2604" y="1274"/>
                  </a:lnTo>
                  <a:lnTo>
                    <a:pt x="2587" y="1246"/>
                  </a:lnTo>
                  <a:lnTo>
                    <a:pt x="2566" y="1216"/>
                  </a:lnTo>
                  <a:lnTo>
                    <a:pt x="2541" y="1186"/>
                  </a:lnTo>
                  <a:lnTo>
                    <a:pt x="2515" y="1153"/>
                  </a:lnTo>
                  <a:lnTo>
                    <a:pt x="2483" y="1123"/>
                  </a:lnTo>
                  <a:lnTo>
                    <a:pt x="2448" y="1091"/>
                  </a:lnTo>
                  <a:lnTo>
                    <a:pt x="2408" y="1058"/>
                  </a:lnTo>
                  <a:lnTo>
                    <a:pt x="2364" y="1026"/>
                  </a:lnTo>
                  <a:lnTo>
                    <a:pt x="2315" y="996"/>
                  </a:lnTo>
                  <a:lnTo>
                    <a:pt x="2264" y="968"/>
                  </a:lnTo>
                  <a:lnTo>
                    <a:pt x="2206" y="943"/>
                  </a:lnTo>
                  <a:lnTo>
                    <a:pt x="2143" y="917"/>
                  </a:lnTo>
                  <a:lnTo>
                    <a:pt x="2075" y="896"/>
                  </a:lnTo>
                  <a:lnTo>
                    <a:pt x="2003" y="880"/>
                  </a:lnTo>
                  <a:lnTo>
                    <a:pt x="1926" y="864"/>
                  </a:lnTo>
                  <a:lnTo>
                    <a:pt x="1843" y="855"/>
                  </a:lnTo>
                  <a:lnTo>
                    <a:pt x="1752" y="850"/>
                  </a:lnTo>
                  <a:lnTo>
                    <a:pt x="1659" y="850"/>
                  </a:lnTo>
                  <a:lnTo>
                    <a:pt x="1557" y="855"/>
                  </a:lnTo>
                  <a:lnTo>
                    <a:pt x="1450" y="864"/>
                  </a:lnTo>
                  <a:lnTo>
                    <a:pt x="1335" y="882"/>
                  </a:lnTo>
                  <a:lnTo>
                    <a:pt x="1217" y="906"/>
                  </a:lnTo>
                  <a:lnTo>
                    <a:pt x="1089" y="938"/>
                  </a:lnTo>
                  <a:lnTo>
                    <a:pt x="954" y="975"/>
                  </a:lnTo>
                  <a:lnTo>
                    <a:pt x="814" y="1021"/>
                  </a:lnTo>
                  <a:lnTo>
                    <a:pt x="665" y="1077"/>
                  </a:lnTo>
                  <a:lnTo>
                    <a:pt x="512" y="1142"/>
                  </a:lnTo>
                  <a:lnTo>
                    <a:pt x="349" y="1214"/>
                  </a:lnTo>
                  <a:lnTo>
                    <a:pt x="179" y="1297"/>
                  </a:lnTo>
                  <a:lnTo>
                    <a:pt x="0" y="1390"/>
                  </a:lnTo>
                  <a:lnTo>
                    <a:pt x="60" y="1320"/>
                  </a:lnTo>
                  <a:lnTo>
                    <a:pt x="347" y="994"/>
                  </a:lnTo>
                  <a:lnTo>
                    <a:pt x="437" y="885"/>
                  </a:lnTo>
                  <a:lnTo>
                    <a:pt x="526" y="781"/>
                  </a:lnTo>
                  <a:lnTo>
                    <a:pt x="610" y="681"/>
                  </a:lnTo>
                  <a:lnTo>
                    <a:pt x="686" y="586"/>
                  </a:lnTo>
                  <a:lnTo>
                    <a:pt x="747" y="540"/>
                  </a:lnTo>
                  <a:lnTo>
                    <a:pt x="817" y="489"/>
                  </a:lnTo>
                  <a:lnTo>
                    <a:pt x="896" y="433"/>
                  </a:lnTo>
                  <a:lnTo>
                    <a:pt x="982" y="375"/>
                  </a:lnTo>
                  <a:lnTo>
                    <a:pt x="1080" y="317"/>
                  </a:lnTo>
                  <a:lnTo>
                    <a:pt x="1182" y="260"/>
                  </a:lnTo>
                  <a:lnTo>
                    <a:pt x="1291" y="206"/>
                  </a:lnTo>
                  <a:lnTo>
                    <a:pt x="1408" y="153"/>
                  </a:lnTo>
                  <a:lnTo>
                    <a:pt x="1531" y="107"/>
                  </a:lnTo>
                  <a:lnTo>
                    <a:pt x="1657" y="67"/>
                  </a:lnTo>
                  <a:lnTo>
                    <a:pt x="1787" y="35"/>
                  </a:lnTo>
                  <a:lnTo>
                    <a:pt x="1922" y="12"/>
                  </a:lnTo>
                  <a:lnTo>
                    <a:pt x="2059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tx1"/>
                </a:gs>
                <a:gs pos="50000">
                  <a:schemeClr val="tx1">
                    <a:lumMod val="50000"/>
                    <a:lumOff val="50000"/>
                  </a:schemeClr>
                </a:gs>
              </a:gsLst>
              <a:lin ang="13500000" scaled="1"/>
              <a:tileRect/>
            </a:gra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8977F066-3ACB-264E-8177-FE4AD672F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53463" y="4097337"/>
              <a:ext cx="3535363" cy="1047750"/>
            </a:xfrm>
            <a:custGeom>
              <a:avLst/>
              <a:gdLst/>
              <a:ahLst/>
              <a:cxnLst>
                <a:cxn ang="0">
                  <a:pos x="1473" y="0"/>
                </a:cxn>
                <a:cxn ang="0">
                  <a:pos x="1573" y="2"/>
                </a:cxn>
                <a:cxn ang="0">
                  <a:pos x="1671" y="9"/>
                </a:cxn>
                <a:cxn ang="0">
                  <a:pos x="1771" y="26"/>
                </a:cxn>
                <a:cxn ang="0">
                  <a:pos x="1867" y="53"/>
                </a:cxn>
                <a:cxn ang="0">
                  <a:pos x="1962" y="88"/>
                </a:cxn>
                <a:cxn ang="0">
                  <a:pos x="2053" y="134"/>
                </a:cxn>
                <a:cxn ang="0">
                  <a:pos x="2141" y="190"/>
                </a:cxn>
                <a:cxn ang="0">
                  <a:pos x="2227" y="260"/>
                </a:cxn>
                <a:cxn ang="0">
                  <a:pos x="2227" y="461"/>
                </a:cxn>
                <a:cxn ang="0">
                  <a:pos x="2225" y="459"/>
                </a:cxn>
                <a:cxn ang="0">
                  <a:pos x="2220" y="452"/>
                </a:cxn>
                <a:cxn ang="0">
                  <a:pos x="2211" y="440"/>
                </a:cxn>
                <a:cxn ang="0">
                  <a:pos x="2181" y="410"/>
                </a:cxn>
                <a:cxn ang="0">
                  <a:pos x="2160" y="392"/>
                </a:cxn>
                <a:cxn ang="0">
                  <a:pos x="2134" y="368"/>
                </a:cxn>
                <a:cxn ang="0">
                  <a:pos x="2104" y="348"/>
                </a:cxn>
                <a:cxn ang="0">
                  <a:pos x="2069" y="324"/>
                </a:cxn>
                <a:cxn ang="0">
                  <a:pos x="2032" y="301"/>
                </a:cxn>
                <a:cxn ang="0">
                  <a:pos x="1987" y="276"/>
                </a:cxn>
                <a:cxn ang="0">
                  <a:pos x="1941" y="255"/>
                </a:cxn>
                <a:cxn ang="0">
                  <a:pos x="1887" y="234"/>
                </a:cxn>
                <a:cxn ang="0">
                  <a:pos x="1829" y="213"/>
                </a:cxn>
                <a:cxn ang="0">
                  <a:pos x="1766" y="197"/>
                </a:cxn>
                <a:cxn ang="0">
                  <a:pos x="1699" y="183"/>
                </a:cxn>
                <a:cxn ang="0">
                  <a:pos x="1627" y="172"/>
                </a:cxn>
                <a:cxn ang="0">
                  <a:pos x="1548" y="165"/>
                </a:cxn>
                <a:cxn ang="0">
                  <a:pos x="1464" y="162"/>
                </a:cxn>
                <a:cxn ang="0">
                  <a:pos x="1376" y="165"/>
                </a:cxn>
                <a:cxn ang="0">
                  <a:pos x="1280" y="172"/>
                </a:cxn>
                <a:cxn ang="0">
                  <a:pos x="1180" y="185"/>
                </a:cxn>
                <a:cxn ang="0">
                  <a:pos x="1073" y="204"/>
                </a:cxn>
                <a:cxn ang="0">
                  <a:pos x="961" y="232"/>
                </a:cxn>
                <a:cxn ang="0">
                  <a:pos x="843" y="266"/>
                </a:cxn>
                <a:cxn ang="0">
                  <a:pos x="719" y="308"/>
                </a:cxn>
                <a:cxn ang="0">
                  <a:pos x="587" y="359"/>
                </a:cxn>
                <a:cxn ang="0">
                  <a:pos x="452" y="419"/>
                </a:cxn>
                <a:cxn ang="0">
                  <a:pos x="308" y="489"/>
                </a:cxn>
                <a:cxn ang="0">
                  <a:pos x="156" y="570"/>
                </a:cxn>
                <a:cxn ang="0">
                  <a:pos x="0" y="660"/>
                </a:cxn>
                <a:cxn ang="0">
                  <a:pos x="128" y="496"/>
                </a:cxn>
                <a:cxn ang="0">
                  <a:pos x="133" y="493"/>
                </a:cxn>
                <a:cxn ang="0">
                  <a:pos x="147" y="482"/>
                </a:cxn>
                <a:cxn ang="0">
                  <a:pos x="173" y="466"/>
                </a:cxn>
                <a:cxn ang="0">
                  <a:pos x="203" y="447"/>
                </a:cxn>
                <a:cxn ang="0">
                  <a:pos x="245" y="422"/>
                </a:cxn>
                <a:cxn ang="0">
                  <a:pos x="291" y="392"/>
                </a:cxn>
                <a:cxn ang="0">
                  <a:pos x="347" y="361"/>
                </a:cxn>
                <a:cxn ang="0">
                  <a:pos x="410" y="327"/>
                </a:cxn>
                <a:cxn ang="0">
                  <a:pos x="477" y="292"/>
                </a:cxn>
                <a:cxn ang="0">
                  <a:pos x="550" y="255"/>
                </a:cxn>
                <a:cxn ang="0">
                  <a:pos x="629" y="218"/>
                </a:cxn>
                <a:cxn ang="0">
                  <a:pos x="710" y="183"/>
                </a:cxn>
                <a:cxn ang="0">
                  <a:pos x="796" y="148"/>
                </a:cxn>
                <a:cxn ang="0">
                  <a:pos x="887" y="116"/>
                </a:cxn>
                <a:cxn ang="0">
                  <a:pos x="980" y="86"/>
                </a:cxn>
                <a:cxn ang="0">
                  <a:pos x="1075" y="58"/>
                </a:cxn>
                <a:cxn ang="0">
                  <a:pos x="1173" y="37"/>
                </a:cxn>
                <a:cxn ang="0">
                  <a:pos x="1273" y="19"/>
                </a:cxn>
                <a:cxn ang="0">
                  <a:pos x="1371" y="7"/>
                </a:cxn>
                <a:cxn ang="0">
                  <a:pos x="1473" y="0"/>
                </a:cxn>
              </a:cxnLst>
              <a:rect l="0" t="0" r="r" b="b"/>
              <a:pathLst>
                <a:path w="2227" h="660">
                  <a:moveTo>
                    <a:pt x="1473" y="0"/>
                  </a:moveTo>
                  <a:lnTo>
                    <a:pt x="1573" y="2"/>
                  </a:lnTo>
                  <a:lnTo>
                    <a:pt x="1671" y="9"/>
                  </a:lnTo>
                  <a:lnTo>
                    <a:pt x="1771" y="26"/>
                  </a:lnTo>
                  <a:lnTo>
                    <a:pt x="1867" y="53"/>
                  </a:lnTo>
                  <a:lnTo>
                    <a:pt x="1962" y="88"/>
                  </a:lnTo>
                  <a:lnTo>
                    <a:pt x="2053" y="134"/>
                  </a:lnTo>
                  <a:lnTo>
                    <a:pt x="2141" y="190"/>
                  </a:lnTo>
                  <a:lnTo>
                    <a:pt x="2227" y="260"/>
                  </a:lnTo>
                  <a:lnTo>
                    <a:pt x="2227" y="461"/>
                  </a:lnTo>
                  <a:lnTo>
                    <a:pt x="2225" y="459"/>
                  </a:lnTo>
                  <a:lnTo>
                    <a:pt x="2220" y="452"/>
                  </a:lnTo>
                  <a:lnTo>
                    <a:pt x="2211" y="440"/>
                  </a:lnTo>
                  <a:lnTo>
                    <a:pt x="2181" y="410"/>
                  </a:lnTo>
                  <a:lnTo>
                    <a:pt x="2160" y="392"/>
                  </a:lnTo>
                  <a:lnTo>
                    <a:pt x="2134" y="368"/>
                  </a:lnTo>
                  <a:lnTo>
                    <a:pt x="2104" y="348"/>
                  </a:lnTo>
                  <a:lnTo>
                    <a:pt x="2069" y="324"/>
                  </a:lnTo>
                  <a:lnTo>
                    <a:pt x="2032" y="301"/>
                  </a:lnTo>
                  <a:lnTo>
                    <a:pt x="1987" y="276"/>
                  </a:lnTo>
                  <a:lnTo>
                    <a:pt x="1941" y="255"/>
                  </a:lnTo>
                  <a:lnTo>
                    <a:pt x="1887" y="234"/>
                  </a:lnTo>
                  <a:lnTo>
                    <a:pt x="1829" y="213"/>
                  </a:lnTo>
                  <a:lnTo>
                    <a:pt x="1766" y="197"/>
                  </a:lnTo>
                  <a:lnTo>
                    <a:pt x="1699" y="183"/>
                  </a:lnTo>
                  <a:lnTo>
                    <a:pt x="1627" y="172"/>
                  </a:lnTo>
                  <a:lnTo>
                    <a:pt x="1548" y="165"/>
                  </a:lnTo>
                  <a:lnTo>
                    <a:pt x="1464" y="162"/>
                  </a:lnTo>
                  <a:lnTo>
                    <a:pt x="1376" y="165"/>
                  </a:lnTo>
                  <a:lnTo>
                    <a:pt x="1280" y="172"/>
                  </a:lnTo>
                  <a:lnTo>
                    <a:pt x="1180" y="185"/>
                  </a:lnTo>
                  <a:lnTo>
                    <a:pt x="1073" y="204"/>
                  </a:lnTo>
                  <a:lnTo>
                    <a:pt x="961" y="232"/>
                  </a:lnTo>
                  <a:lnTo>
                    <a:pt x="843" y="266"/>
                  </a:lnTo>
                  <a:lnTo>
                    <a:pt x="719" y="308"/>
                  </a:lnTo>
                  <a:lnTo>
                    <a:pt x="587" y="359"/>
                  </a:lnTo>
                  <a:lnTo>
                    <a:pt x="452" y="419"/>
                  </a:lnTo>
                  <a:lnTo>
                    <a:pt x="308" y="489"/>
                  </a:lnTo>
                  <a:lnTo>
                    <a:pt x="156" y="570"/>
                  </a:lnTo>
                  <a:lnTo>
                    <a:pt x="0" y="660"/>
                  </a:lnTo>
                  <a:lnTo>
                    <a:pt x="128" y="496"/>
                  </a:lnTo>
                  <a:lnTo>
                    <a:pt x="133" y="493"/>
                  </a:lnTo>
                  <a:lnTo>
                    <a:pt x="147" y="482"/>
                  </a:lnTo>
                  <a:lnTo>
                    <a:pt x="173" y="466"/>
                  </a:lnTo>
                  <a:lnTo>
                    <a:pt x="203" y="447"/>
                  </a:lnTo>
                  <a:lnTo>
                    <a:pt x="245" y="422"/>
                  </a:lnTo>
                  <a:lnTo>
                    <a:pt x="291" y="392"/>
                  </a:lnTo>
                  <a:lnTo>
                    <a:pt x="347" y="361"/>
                  </a:lnTo>
                  <a:lnTo>
                    <a:pt x="410" y="327"/>
                  </a:lnTo>
                  <a:lnTo>
                    <a:pt x="477" y="292"/>
                  </a:lnTo>
                  <a:lnTo>
                    <a:pt x="550" y="255"/>
                  </a:lnTo>
                  <a:lnTo>
                    <a:pt x="629" y="218"/>
                  </a:lnTo>
                  <a:lnTo>
                    <a:pt x="710" y="183"/>
                  </a:lnTo>
                  <a:lnTo>
                    <a:pt x="796" y="148"/>
                  </a:lnTo>
                  <a:lnTo>
                    <a:pt x="887" y="116"/>
                  </a:lnTo>
                  <a:lnTo>
                    <a:pt x="980" y="86"/>
                  </a:lnTo>
                  <a:lnTo>
                    <a:pt x="1075" y="58"/>
                  </a:lnTo>
                  <a:lnTo>
                    <a:pt x="1173" y="37"/>
                  </a:lnTo>
                  <a:lnTo>
                    <a:pt x="1273" y="19"/>
                  </a:lnTo>
                  <a:lnTo>
                    <a:pt x="1371" y="7"/>
                  </a:lnTo>
                  <a:lnTo>
                    <a:pt x="1473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E2513C1D-545F-9749-86BC-8ADFA144B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825" y="5008562"/>
              <a:ext cx="4251325" cy="801688"/>
            </a:xfrm>
            <a:custGeom>
              <a:avLst/>
              <a:gdLst/>
              <a:ahLst/>
              <a:cxnLst>
                <a:cxn ang="0">
                  <a:pos x="69" y="0"/>
                </a:cxn>
                <a:cxn ang="0">
                  <a:pos x="107" y="37"/>
                </a:cxn>
                <a:cxn ang="0">
                  <a:pos x="128" y="56"/>
                </a:cxn>
                <a:cxn ang="0">
                  <a:pos x="153" y="77"/>
                </a:cxn>
                <a:cxn ang="0">
                  <a:pos x="186" y="102"/>
                </a:cxn>
                <a:cxn ang="0">
                  <a:pos x="221" y="128"/>
                </a:cxn>
                <a:cxn ang="0">
                  <a:pos x="265" y="156"/>
                </a:cxn>
                <a:cxn ang="0">
                  <a:pos x="311" y="183"/>
                </a:cxn>
                <a:cxn ang="0">
                  <a:pos x="365" y="211"/>
                </a:cxn>
                <a:cxn ang="0">
                  <a:pos x="425" y="239"/>
                </a:cxn>
                <a:cxn ang="0">
                  <a:pos x="491" y="267"/>
                </a:cxn>
                <a:cxn ang="0">
                  <a:pos x="563" y="292"/>
                </a:cxn>
                <a:cxn ang="0">
                  <a:pos x="642" y="318"/>
                </a:cxn>
                <a:cxn ang="0">
                  <a:pos x="726" y="339"/>
                </a:cxn>
                <a:cxn ang="0">
                  <a:pos x="819" y="359"/>
                </a:cxn>
                <a:cxn ang="0">
                  <a:pos x="916" y="376"/>
                </a:cxn>
                <a:cxn ang="0">
                  <a:pos x="1021" y="389"/>
                </a:cxn>
                <a:cxn ang="0">
                  <a:pos x="1133" y="399"/>
                </a:cxn>
                <a:cxn ang="0">
                  <a:pos x="1254" y="403"/>
                </a:cxn>
                <a:cxn ang="0">
                  <a:pos x="1379" y="401"/>
                </a:cxn>
                <a:cxn ang="0">
                  <a:pos x="1514" y="394"/>
                </a:cxn>
                <a:cxn ang="0">
                  <a:pos x="1656" y="383"/>
                </a:cxn>
                <a:cxn ang="0">
                  <a:pos x="1807" y="364"/>
                </a:cxn>
                <a:cxn ang="0">
                  <a:pos x="1963" y="336"/>
                </a:cxn>
                <a:cxn ang="0">
                  <a:pos x="2131" y="304"/>
                </a:cxn>
                <a:cxn ang="0">
                  <a:pos x="2305" y="262"/>
                </a:cxn>
                <a:cxn ang="0">
                  <a:pos x="2487" y="211"/>
                </a:cxn>
                <a:cxn ang="0">
                  <a:pos x="2678" y="151"/>
                </a:cxn>
                <a:cxn ang="0">
                  <a:pos x="2568" y="281"/>
                </a:cxn>
                <a:cxn ang="0">
                  <a:pos x="2561" y="283"/>
                </a:cxn>
                <a:cxn ang="0">
                  <a:pos x="2543" y="290"/>
                </a:cxn>
                <a:cxn ang="0">
                  <a:pos x="2512" y="299"/>
                </a:cxn>
                <a:cxn ang="0">
                  <a:pos x="2473" y="311"/>
                </a:cxn>
                <a:cxn ang="0">
                  <a:pos x="2422" y="327"/>
                </a:cxn>
                <a:cxn ang="0">
                  <a:pos x="2361" y="343"/>
                </a:cxn>
                <a:cxn ang="0">
                  <a:pos x="2291" y="362"/>
                </a:cxn>
                <a:cxn ang="0">
                  <a:pos x="2215" y="383"/>
                </a:cxn>
                <a:cxn ang="0">
                  <a:pos x="2131" y="401"/>
                </a:cxn>
                <a:cxn ang="0">
                  <a:pos x="2040" y="420"/>
                </a:cxn>
                <a:cxn ang="0">
                  <a:pos x="1942" y="438"/>
                </a:cxn>
                <a:cxn ang="0">
                  <a:pos x="1840" y="457"/>
                </a:cxn>
                <a:cxn ang="0">
                  <a:pos x="1733" y="473"/>
                </a:cxn>
                <a:cxn ang="0">
                  <a:pos x="1624" y="484"/>
                </a:cxn>
                <a:cxn ang="0">
                  <a:pos x="1510" y="496"/>
                </a:cxn>
                <a:cxn ang="0">
                  <a:pos x="1396" y="503"/>
                </a:cxn>
                <a:cxn ang="0">
                  <a:pos x="1277" y="505"/>
                </a:cxn>
                <a:cxn ang="0">
                  <a:pos x="1158" y="505"/>
                </a:cxn>
                <a:cxn ang="0">
                  <a:pos x="1042" y="498"/>
                </a:cxn>
                <a:cxn ang="0">
                  <a:pos x="923" y="487"/>
                </a:cxn>
                <a:cxn ang="0">
                  <a:pos x="807" y="468"/>
                </a:cxn>
                <a:cxn ang="0">
                  <a:pos x="691" y="445"/>
                </a:cxn>
                <a:cxn ang="0">
                  <a:pos x="579" y="413"/>
                </a:cxn>
                <a:cxn ang="0">
                  <a:pos x="470" y="376"/>
                </a:cxn>
                <a:cxn ang="0">
                  <a:pos x="365" y="327"/>
                </a:cxn>
                <a:cxn ang="0">
                  <a:pos x="265" y="271"/>
                </a:cxn>
                <a:cxn ang="0">
                  <a:pos x="169" y="207"/>
                </a:cxn>
                <a:cxn ang="0">
                  <a:pos x="81" y="132"/>
                </a:cxn>
                <a:cxn ang="0">
                  <a:pos x="0" y="47"/>
                </a:cxn>
                <a:cxn ang="0">
                  <a:pos x="69" y="0"/>
                </a:cxn>
              </a:cxnLst>
              <a:rect l="0" t="0" r="r" b="b"/>
              <a:pathLst>
                <a:path w="2678" h="505">
                  <a:moveTo>
                    <a:pt x="69" y="0"/>
                  </a:moveTo>
                  <a:lnTo>
                    <a:pt x="107" y="37"/>
                  </a:lnTo>
                  <a:lnTo>
                    <a:pt x="128" y="56"/>
                  </a:lnTo>
                  <a:lnTo>
                    <a:pt x="153" y="77"/>
                  </a:lnTo>
                  <a:lnTo>
                    <a:pt x="186" y="102"/>
                  </a:lnTo>
                  <a:lnTo>
                    <a:pt x="221" y="128"/>
                  </a:lnTo>
                  <a:lnTo>
                    <a:pt x="265" y="156"/>
                  </a:lnTo>
                  <a:lnTo>
                    <a:pt x="311" y="183"/>
                  </a:lnTo>
                  <a:lnTo>
                    <a:pt x="365" y="211"/>
                  </a:lnTo>
                  <a:lnTo>
                    <a:pt x="425" y="239"/>
                  </a:lnTo>
                  <a:lnTo>
                    <a:pt x="491" y="267"/>
                  </a:lnTo>
                  <a:lnTo>
                    <a:pt x="563" y="292"/>
                  </a:lnTo>
                  <a:lnTo>
                    <a:pt x="642" y="318"/>
                  </a:lnTo>
                  <a:lnTo>
                    <a:pt x="726" y="339"/>
                  </a:lnTo>
                  <a:lnTo>
                    <a:pt x="819" y="359"/>
                  </a:lnTo>
                  <a:lnTo>
                    <a:pt x="916" y="376"/>
                  </a:lnTo>
                  <a:lnTo>
                    <a:pt x="1021" y="389"/>
                  </a:lnTo>
                  <a:lnTo>
                    <a:pt x="1133" y="399"/>
                  </a:lnTo>
                  <a:lnTo>
                    <a:pt x="1254" y="403"/>
                  </a:lnTo>
                  <a:lnTo>
                    <a:pt x="1379" y="401"/>
                  </a:lnTo>
                  <a:lnTo>
                    <a:pt x="1514" y="394"/>
                  </a:lnTo>
                  <a:lnTo>
                    <a:pt x="1656" y="383"/>
                  </a:lnTo>
                  <a:lnTo>
                    <a:pt x="1807" y="364"/>
                  </a:lnTo>
                  <a:lnTo>
                    <a:pt x="1963" y="336"/>
                  </a:lnTo>
                  <a:lnTo>
                    <a:pt x="2131" y="304"/>
                  </a:lnTo>
                  <a:lnTo>
                    <a:pt x="2305" y="262"/>
                  </a:lnTo>
                  <a:lnTo>
                    <a:pt x="2487" y="211"/>
                  </a:lnTo>
                  <a:lnTo>
                    <a:pt x="2678" y="151"/>
                  </a:lnTo>
                  <a:lnTo>
                    <a:pt x="2568" y="281"/>
                  </a:lnTo>
                  <a:lnTo>
                    <a:pt x="2561" y="283"/>
                  </a:lnTo>
                  <a:lnTo>
                    <a:pt x="2543" y="290"/>
                  </a:lnTo>
                  <a:lnTo>
                    <a:pt x="2512" y="299"/>
                  </a:lnTo>
                  <a:lnTo>
                    <a:pt x="2473" y="311"/>
                  </a:lnTo>
                  <a:lnTo>
                    <a:pt x="2422" y="327"/>
                  </a:lnTo>
                  <a:lnTo>
                    <a:pt x="2361" y="343"/>
                  </a:lnTo>
                  <a:lnTo>
                    <a:pt x="2291" y="362"/>
                  </a:lnTo>
                  <a:lnTo>
                    <a:pt x="2215" y="383"/>
                  </a:lnTo>
                  <a:lnTo>
                    <a:pt x="2131" y="401"/>
                  </a:lnTo>
                  <a:lnTo>
                    <a:pt x="2040" y="420"/>
                  </a:lnTo>
                  <a:lnTo>
                    <a:pt x="1942" y="438"/>
                  </a:lnTo>
                  <a:lnTo>
                    <a:pt x="1840" y="457"/>
                  </a:lnTo>
                  <a:lnTo>
                    <a:pt x="1733" y="473"/>
                  </a:lnTo>
                  <a:lnTo>
                    <a:pt x="1624" y="484"/>
                  </a:lnTo>
                  <a:lnTo>
                    <a:pt x="1510" y="496"/>
                  </a:lnTo>
                  <a:lnTo>
                    <a:pt x="1396" y="503"/>
                  </a:lnTo>
                  <a:lnTo>
                    <a:pt x="1277" y="505"/>
                  </a:lnTo>
                  <a:lnTo>
                    <a:pt x="1158" y="505"/>
                  </a:lnTo>
                  <a:lnTo>
                    <a:pt x="1042" y="498"/>
                  </a:lnTo>
                  <a:lnTo>
                    <a:pt x="923" y="487"/>
                  </a:lnTo>
                  <a:lnTo>
                    <a:pt x="807" y="468"/>
                  </a:lnTo>
                  <a:lnTo>
                    <a:pt x="691" y="445"/>
                  </a:lnTo>
                  <a:lnTo>
                    <a:pt x="579" y="413"/>
                  </a:lnTo>
                  <a:lnTo>
                    <a:pt x="470" y="376"/>
                  </a:lnTo>
                  <a:lnTo>
                    <a:pt x="365" y="327"/>
                  </a:lnTo>
                  <a:lnTo>
                    <a:pt x="265" y="271"/>
                  </a:lnTo>
                  <a:lnTo>
                    <a:pt x="169" y="207"/>
                  </a:lnTo>
                  <a:lnTo>
                    <a:pt x="81" y="132"/>
                  </a:lnTo>
                  <a:lnTo>
                    <a:pt x="0" y="47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14215480-88F1-F741-A492-6BCFF7856B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8" y="3579812"/>
              <a:ext cx="4764088" cy="1246188"/>
            </a:xfrm>
            <a:custGeom>
              <a:avLst/>
              <a:gdLst/>
              <a:ahLst/>
              <a:cxnLst>
                <a:cxn ang="0">
                  <a:pos x="988" y="0"/>
                </a:cxn>
                <a:cxn ang="0">
                  <a:pos x="1119" y="2"/>
                </a:cxn>
                <a:cxn ang="0">
                  <a:pos x="1254" y="9"/>
                </a:cxn>
                <a:cxn ang="0">
                  <a:pos x="1396" y="25"/>
                </a:cxn>
                <a:cxn ang="0">
                  <a:pos x="1542" y="48"/>
                </a:cxn>
                <a:cxn ang="0">
                  <a:pos x="1691" y="78"/>
                </a:cxn>
                <a:cxn ang="0">
                  <a:pos x="1847" y="120"/>
                </a:cxn>
                <a:cxn ang="0">
                  <a:pos x="2003" y="171"/>
                </a:cxn>
                <a:cxn ang="0">
                  <a:pos x="2166" y="231"/>
                </a:cxn>
                <a:cxn ang="0">
                  <a:pos x="2329" y="305"/>
                </a:cxn>
                <a:cxn ang="0">
                  <a:pos x="2494" y="391"/>
                </a:cxn>
                <a:cxn ang="0">
                  <a:pos x="2661" y="491"/>
                </a:cxn>
                <a:cxn ang="0">
                  <a:pos x="2831" y="604"/>
                </a:cxn>
                <a:cxn ang="0">
                  <a:pos x="3001" y="734"/>
                </a:cxn>
                <a:cxn ang="0">
                  <a:pos x="2931" y="785"/>
                </a:cxn>
                <a:cxn ang="0">
                  <a:pos x="2927" y="780"/>
                </a:cxn>
                <a:cxn ang="0">
                  <a:pos x="2913" y="768"/>
                </a:cxn>
                <a:cxn ang="0">
                  <a:pos x="2889" y="750"/>
                </a:cxn>
                <a:cxn ang="0">
                  <a:pos x="2857" y="722"/>
                </a:cxn>
                <a:cxn ang="0">
                  <a:pos x="2817" y="692"/>
                </a:cxn>
                <a:cxn ang="0">
                  <a:pos x="2766" y="655"/>
                </a:cxn>
                <a:cxn ang="0">
                  <a:pos x="2710" y="616"/>
                </a:cxn>
                <a:cxn ang="0">
                  <a:pos x="2645" y="572"/>
                </a:cxn>
                <a:cxn ang="0">
                  <a:pos x="2571" y="525"/>
                </a:cxn>
                <a:cxn ang="0">
                  <a:pos x="2492" y="477"/>
                </a:cxn>
                <a:cxn ang="0">
                  <a:pos x="2403" y="428"/>
                </a:cxn>
                <a:cxn ang="0">
                  <a:pos x="2308" y="379"/>
                </a:cxn>
                <a:cxn ang="0">
                  <a:pos x="2205" y="331"/>
                </a:cxn>
                <a:cxn ang="0">
                  <a:pos x="2096" y="282"/>
                </a:cxn>
                <a:cxn ang="0">
                  <a:pos x="1982" y="238"/>
                </a:cxn>
                <a:cxn ang="0">
                  <a:pos x="1859" y="194"/>
                </a:cxn>
                <a:cxn ang="0">
                  <a:pos x="1733" y="157"/>
                </a:cxn>
                <a:cxn ang="0">
                  <a:pos x="1598" y="122"/>
                </a:cxn>
                <a:cxn ang="0">
                  <a:pos x="1461" y="92"/>
                </a:cxn>
                <a:cxn ang="0">
                  <a:pos x="1317" y="69"/>
                </a:cxn>
                <a:cxn ang="0">
                  <a:pos x="1168" y="53"/>
                </a:cxn>
                <a:cxn ang="0">
                  <a:pos x="1014" y="44"/>
                </a:cxn>
                <a:cxn ang="0">
                  <a:pos x="856" y="44"/>
                </a:cxn>
                <a:cxn ang="0">
                  <a:pos x="691" y="51"/>
                </a:cxn>
                <a:cxn ang="0">
                  <a:pos x="525" y="69"/>
                </a:cxn>
                <a:cxn ang="0">
                  <a:pos x="353" y="97"/>
                </a:cxn>
                <a:cxn ang="0">
                  <a:pos x="179" y="139"/>
                </a:cxn>
                <a:cxn ang="0">
                  <a:pos x="0" y="189"/>
                </a:cxn>
                <a:cxn ang="0">
                  <a:pos x="7" y="187"/>
                </a:cxn>
                <a:cxn ang="0">
                  <a:pos x="23" y="180"/>
                </a:cxn>
                <a:cxn ang="0">
                  <a:pos x="53" y="169"/>
                </a:cxn>
                <a:cxn ang="0">
                  <a:pos x="93" y="152"/>
                </a:cxn>
                <a:cxn ang="0">
                  <a:pos x="142" y="136"/>
                </a:cxn>
                <a:cxn ang="0">
                  <a:pos x="202" y="118"/>
                </a:cxn>
                <a:cxn ang="0">
                  <a:pos x="272" y="97"/>
                </a:cxn>
                <a:cxn ang="0">
                  <a:pos x="351" y="76"/>
                </a:cxn>
                <a:cxn ang="0">
                  <a:pos x="437" y="57"/>
                </a:cxn>
                <a:cxn ang="0">
                  <a:pos x="532" y="41"/>
                </a:cxn>
                <a:cxn ang="0">
                  <a:pos x="635" y="25"/>
                </a:cxn>
                <a:cxn ang="0">
                  <a:pos x="746" y="13"/>
                </a:cxn>
                <a:cxn ang="0">
                  <a:pos x="865" y="4"/>
                </a:cxn>
                <a:cxn ang="0">
                  <a:pos x="988" y="0"/>
                </a:cxn>
              </a:cxnLst>
              <a:rect l="0" t="0" r="r" b="b"/>
              <a:pathLst>
                <a:path w="3001" h="785">
                  <a:moveTo>
                    <a:pt x="988" y="0"/>
                  </a:moveTo>
                  <a:lnTo>
                    <a:pt x="1119" y="2"/>
                  </a:lnTo>
                  <a:lnTo>
                    <a:pt x="1254" y="9"/>
                  </a:lnTo>
                  <a:lnTo>
                    <a:pt x="1396" y="25"/>
                  </a:lnTo>
                  <a:lnTo>
                    <a:pt x="1542" y="48"/>
                  </a:lnTo>
                  <a:lnTo>
                    <a:pt x="1691" y="78"/>
                  </a:lnTo>
                  <a:lnTo>
                    <a:pt x="1847" y="120"/>
                  </a:lnTo>
                  <a:lnTo>
                    <a:pt x="2003" y="171"/>
                  </a:lnTo>
                  <a:lnTo>
                    <a:pt x="2166" y="231"/>
                  </a:lnTo>
                  <a:lnTo>
                    <a:pt x="2329" y="305"/>
                  </a:lnTo>
                  <a:lnTo>
                    <a:pt x="2494" y="391"/>
                  </a:lnTo>
                  <a:lnTo>
                    <a:pt x="2661" y="491"/>
                  </a:lnTo>
                  <a:lnTo>
                    <a:pt x="2831" y="604"/>
                  </a:lnTo>
                  <a:lnTo>
                    <a:pt x="3001" y="734"/>
                  </a:lnTo>
                  <a:lnTo>
                    <a:pt x="2931" y="785"/>
                  </a:lnTo>
                  <a:lnTo>
                    <a:pt x="2927" y="780"/>
                  </a:lnTo>
                  <a:lnTo>
                    <a:pt x="2913" y="768"/>
                  </a:lnTo>
                  <a:lnTo>
                    <a:pt x="2889" y="750"/>
                  </a:lnTo>
                  <a:lnTo>
                    <a:pt x="2857" y="722"/>
                  </a:lnTo>
                  <a:lnTo>
                    <a:pt x="2817" y="692"/>
                  </a:lnTo>
                  <a:lnTo>
                    <a:pt x="2766" y="655"/>
                  </a:lnTo>
                  <a:lnTo>
                    <a:pt x="2710" y="616"/>
                  </a:lnTo>
                  <a:lnTo>
                    <a:pt x="2645" y="572"/>
                  </a:lnTo>
                  <a:lnTo>
                    <a:pt x="2571" y="525"/>
                  </a:lnTo>
                  <a:lnTo>
                    <a:pt x="2492" y="477"/>
                  </a:lnTo>
                  <a:lnTo>
                    <a:pt x="2403" y="428"/>
                  </a:lnTo>
                  <a:lnTo>
                    <a:pt x="2308" y="379"/>
                  </a:lnTo>
                  <a:lnTo>
                    <a:pt x="2205" y="331"/>
                  </a:lnTo>
                  <a:lnTo>
                    <a:pt x="2096" y="282"/>
                  </a:lnTo>
                  <a:lnTo>
                    <a:pt x="1982" y="238"/>
                  </a:lnTo>
                  <a:lnTo>
                    <a:pt x="1859" y="194"/>
                  </a:lnTo>
                  <a:lnTo>
                    <a:pt x="1733" y="157"/>
                  </a:lnTo>
                  <a:lnTo>
                    <a:pt x="1598" y="122"/>
                  </a:lnTo>
                  <a:lnTo>
                    <a:pt x="1461" y="92"/>
                  </a:lnTo>
                  <a:lnTo>
                    <a:pt x="1317" y="69"/>
                  </a:lnTo>
                  <a:lnTo>
                    <a:pt x="1168" y="53"/>
                  </a:lnTo>
                  <a:lnTo>
                    <a:pt x="1014" y="44"/>
                  </a:lnTo>
                  <a:lnTo>
                    <a:pt x="856" y="44"/>
                  </a:lnTo>
                  <a:lnTo>
                    <a:pt x="691" y="51"/>
                  </a:lnTo>
                  <a:lnTo>
                    <a:pt x="525" y="69"/>
                  </a:lnTo>
                  <a:lnTo>
                    <a:pt x="353" y="97"/>
                  </a:lnTo>
                  <a:lnTo>
                    <a:pt x="179" y="139"/>
                  </a:lnTo>
                  <a:lnTo>
                    <a:pt x="0" y="189"/>
                  </a:lnTo>
                  <a:lnTo>
                    <a:pt x="7" y="187"/>
                  </a:lnTo>
                  <a:lnTo>
                    <a:pt x="23" y="180"/>
                  </a:lnTo>
                  <a:lnTo>
                    <a:pt x="53" y="169"/>
                  </a:lnTo>
                  <a:lnTo>
                    <a:pt x="93" y="152"/>
                  </a:lnTo>
                  <a:lnTo>
                    <a:pt x="142" y="136"/>
                  </a:lnTo>
                  <a:lnTo>
                    <a:pt x="202" y="118"/>
                  </a:lnTo>
                  <a:lnTo>
                    <a:pt x="272" y="97"/>
                  </a:lnTo>
                  <a:lnTo>
                    <a:pt x="351" y="76"/>
                  </a:lnTo>
                  <a:lnTo>
                    <a:pt x="437" y="57"/>
                  </a:lnTo>
                  <a:lnTo>
                    <a:pt x="532" y="41"/>
                  </a:lnTo>
                  <a:lnTo>
                    <a:pt x="635" y="25"/>
                  </a:lnTo>
                  <a:lnTo>
                    <a:pt x="746" y="13"/>
                  </a:lnTo>
                  <a:lnTo>
                    <a:pt x="865" y="4"/>
                  </a:lnTo>
                  <a:lnTo>
                    <a:pt x="98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F6D996B-E00D-F948-98DA-A0B0C22974F6}"/>
                </a:ext>
              </a:extLst>
            </p:cNvPr>
            <p:cNvGrpSpPr/>
            <p:nvPr/>
          </p:nvGrpSpPr>
          <p:grpSpPr>
            <a:xfrm>
              <a:off x="7876253" y="2814391"/>
              <a:ext cx="373308" cy="787910"/>
              <a:chOff x="2365375" y="1752600"/>
              <a:chExt cx="309563" cy="790575"/>
            </a:xfrm>
            <a:solidFill>
              <a:srgbClr val="81AD56"/>
            </a:solidFill>
          </p:grpSpPr>
          <p:sp>
            <p:nvSpPr>
              <p:cNvPr id="83" name="Oval 175">
                <a:extLst>
                  <a:ext uri="{FF2B5EF4-FFF2-40B4-BE49-F238E27FC236}">
                    <a16:creationId xmlns:a16="http://schemas.microsoft.com/office/drawing/2014/main" id="{916DD838-0FA2-304E-9C4E-5E2850B9BB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5387" y="1752600"/>
                <a:ext cx="166688" cy="2968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Oval 176">
                <a:extLst>
                  <a:ext uri="{FF2B5EF4-FFF2-40B4-BE49-F238E27FC236}">
                    <a16:creationId xmlns:a16="http://schemas.microsoft.com/office/drawing/2014/main" id="{DADD9D9C-A7F2-5B4E-82D5-3C973CC3D8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375" y="1908175"/>
                <a:ext cx="161925" cy="2063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Oval 177">
                <a:extLst>
                  <a:ext uri="{FF2B5EF4-FFF2-40B4-BE49-F238E27FC236}">
                    <a16:creationId xmlns:a16="http://schemas.microsoft.com/office/drawing/2014/main" id="{B155089A-3B96-B94F-9533-8CB41B6BCD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3175" y="1943100"/>
                <a:ext cx="131763" cy="1714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Oval 178">
                <a:extLst>
                  <a:ext uri="{FF2B5EF4-FFF2-40B4-BE49-F238E27FC236}">
                    <a16:creationId xmlns:a16="http://schemas.microsoft.com/office/drawing/2014/main" id="{8F2823EF-80E6-B946-BA73-6453BD826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7287" y="2082800"/>
                <a:ext cx="174625" cy="2333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Oval 179">
                <a:extLst>
                  <a:ext uri="{FF2B5EF4-FFF2-40B4-BE49-F238E27FC236}">
                    <a16:creationId xmlns:a16="http://schemas.microsoft.com/office/drawing/2014/main" id="{2E20B943-424E-8446-A14A-B57D99589C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6337" y="2038350"/>
                <a:ext cx="134938" cy="1254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Oval 180">
                <a:extLst>
                  <a:ext uri="{FF2B5EF4-FFF2-40B4-BE49-F238E27FC236}">
                    <a16:creationId xmlns:a16="http://schemas.microsoft.com/office/drawing/2014/main" id="{78B3FE3C-52BA-C846-9267-B5F59BA62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4425" y="2087563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Oval 181">
                <a:extLst>
                  <a:ext uri="{FF2B5EF4-FFF2-40B4-BE49-F238E27FC236}">
                    <a16:creationId xmlns:a16="http://schemas.microsoft.com/office/drawing/2014/main" id="{5C3877A5-C667-0E43-8896-D8674423C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0000" y="2038350"/>
                <a:ext cx="134938" cy="177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Oval 182">
                <a:extLst>
                  <a:ext uri="{FF2B5EF4-FFF2-40B4-BE49-F238E27FC236}">
                    <a16:creationId xmlns:a16="http://schemas.microsoft.com/office/drawing/2014/main" id="{643AE1E7-870F-6A4F-A3A0-9C3231C1D0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2525" y="1851025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Oval 183">
                <a:extLst>
                  <a:ext uri="{FF2B5EF4-FFF2-40B4-BE49-F238E27FC236}">
                    <a16:creationId xmlns:a16="http://schemas.microsoft.com/office/drawing/2014/main" id="{F30585F7-0069-AF42-8423-CCAEE575EC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1275" y="1885950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Oval 184">
                <a:extLst>
                  <a:ext uri="{FF2B5EF4-FFF2-40B4-BE49-F238E27FC236}">
                    <a16:creationId xmlns:a16="http://schemas.microsoft.com/office/drawing/2014/main" id="{759E1AE7-B2DD-9843-9DA2-D344D9B2C2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3175" y="2159000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185">
                <a:extLst>
                  <a:ext uri="{FF2B5EF4-FFF2-40B4-BE49-F238E27FC236}">
                    <a16:creationId xmlns:a16="http://schemas.microsoft.com/office/drawing/2014/main" id="{FBA4EEBE-C96B-C340-8772-1C626DCF52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9362" y="2159000"/>
                <a:ext cx="23813" cy="384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2DCCE1E-8EB3-7747-8471-577F8A0A3CDD}"/>
                </a:ext>
              </a:extLst>
            </p:cNvPr>
            <p:cNvGrpSpPr/>
            <p:nvPr/>
          </p:nvGrpSpPr>
          <p:grpSpPr>
            <a:xfrm>
              <a:off x="7455112" y="2985091"/>
              <a:ext cx="289057" cy="610089"/>
              <a:chOff x="2365375" y="1752600"/>
              <a:chExt cx="309563" cy="790575"/>
            </a:xfrm>
            <a:solidFill>
              <a:srgbClr val="81AD56"/>
            </a:solidFill>
          </p:grpSpPr>
          <p:sp>
            <p:nvSpPr>
              <p:cNvPr id="72" name="Oval 175">
                <a:extLst>
                  <a:ext uri="{FF2B5EF4-FFF2-40B4-BE49-F238E27FC236}">
                    <a16:creationId xmlns:a16="http://schemas.microsoft.com/office/drawing/2014/main" id="{5A8207BA-FA1B-8F4A-B3EA-D92389679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5387" y="1752600"/>
                <a:ext cx="166688" cy="2968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Oval 176">
                <a:extLst>
                  <a:ext uri="{FF2B5EF4-FFF2-40B4-BE49-F238E27FC236}">
                    <a16:creationId xmlns:a16="http://schemas.microsoft.com/office/drawing/2014/main" id="{D92BC427-D88C-C049-9AE8-8BD188E751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375" y="1908175"/>
                <a:ext cx="161925" cy="2063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Oval 177">
                <a:extLst>
                  <a:ext uri="{FF2B5EF4-FFF2-40B4-BE49-F238E27FC236}">
                    <a16:creationId xmlns:a16="http://schemas.microsoft.com/office/drawing/2014/main" id="{B8D75C5F-31E4-0E4F-9FA5-FA2AD8855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3175" y="1943100"/>
                <a:ext cx="131763" cy="1714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Oval 178">
                <a:extLst>
                  <a:ext uri="{FF2B5EF4-FFF2-40B4-BE49-F238E27FC236}">
                    <a16:creationId xmlns:a16="http://schemas.microsoft.com/office/drawing/2014/main" id="{D6C4ECCC-9853-764D-B8C8-67C9C4704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7287" y="2082800"/>
                <a:ext cx="174625" cy="2333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Oval 179">
                <a:extLst>
                  <a:ext uri="{FF2B5EF4-FFF2-40B4-BE49-F238E27FC236}">
                    <a16:creationId xmlns:a16="http://schemas.microsoft.com/office/drawing/2014/main" id="{B5BA7216-9375-4049-997F-88DD11013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6337" y="2038350"/>
                <a:ext cx="134938" cy="1254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Oval 180">
                <a:extLst>
                  <a:ext uri="{FF2B5EF4-FFF2-40B4-BE49-F238E27FC236}">
                    <a16:creationId xmlns:a16="http://schemas.microsoft.com/office/drawing/2014/main" id="{BCB0199A-56EF-4C4D-BF91-A18126E7F1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4425" y="2087563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Oval 181">
                <a:extLst>
                  <a:ext uri="{FF2B5EF4-FFF2-40B4-BE49-F238E27FC236}">
                    <a16:creationId xmlns:a16="http://schemas.microsoft.com/office/drawing/2014/main" id="{99C4382B-A753-3C4F-B9C1-AB89EF78F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0000" y="2038350"/>
                <a:ext cx="134938" cy="177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Oval 182">
                <a:extLst>
                  <a:ext uri="{FF2B5EF4-FFF2-40B4-BE49-F238E27FC236}">
                    <a16:creationId xmlns:a16="http://schemas.microsoft.com/office/drawing/2014/main" id="{CC36CB78-D2F0-1E41-BF93-AFAD2070AF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2525" y="1851025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Oval 183">
                <a:extLst>
                  <a:ext uri="{FF2B5EF4-FFF2-40B4-BE49-F238E27FC236}">
                    <a16:creationId xmlns:a16="http://schemas.microsoft.com/office/drawing/2014/main" id="{2AEAF421-66BF-F74F-8CD0-B109DA654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1275" y="1885950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Oval 184">
                <a:extLst>
                  <a:ext uri="{FF2B5EF4-FFF2-40B4-BE49-F238E27FC236}">
                    <a16:creationId xmlns:a16="http://schemas.microsoft.com/office/drawing/2014/main" id="{B57F0CF5-84B7-4248-8F78-0104DA548F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3175" y="2159000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Rectangle 185">
                <a:extLst>
                  <a:ext uri="{FF2B5EF4-FFF2-40B4-BE49-F238E27FC236}">
                    <a16:creationId xmlns:a16="http://schemas.microsoft.com/office/drawing/2014/main" id="{38770BA6-BAFA-7949-BDAA-DD18DB0B4B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9362" y="2159000"/>
                <a:ext cx="23813" cy="384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4D5A5F6-ED69-D946-8BF6-2DBC6F3B1F2B}"/>
                </a:ext>
              </a:extLst>
            </p:cNvPr>
            <p:cNvGrpSpPr/>
            <p:nvPr/>
          </p:nvGrpSpPr>
          <p:grpSpPr>
            <a:xfrm>
              <a:off x="684212" y="2712717"/>
              <a:ext cx="308519" cy="716282"/>
              <a:chOff x="2365375" y="1752600"/>
              <a:chExt cx="309563" cy="790575"/>
            </a:xfrm>
            <a:solidFill>
              <a:srgbClr val="81AD56"/>
            </a:solidFill>
          </p:grpSpPr>
          <p:sp>
            <p:nvSpPr>
              <p:cNvPr id="61" name="Oval 175">
                <a:extLst>
                  <a:ext uri="{FF2B5EF4-FFF2-40B4-BE49-F238E27FC236}">
                    <a16:creationId xmlns:a16="http://schemas.microsoft.com/office/drawing/2014/main" id="{24C4E67E-BD60-194C-B577-D9B0C56C2B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5387" y="1752600"/>
                <a:ext cx="166688" cy="2968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2" name="Oval 176">
                <a:extLst>
                  <a:ext uri="{FF2B5EF4-FFF2-40B4-BE49-F238E27FC236}">
                    <a16:creationId xmlns:a16="http://schemas.microsoft.com/office/drawing/2014/main" id="{48252D54-FA65-9144-B461-172EA554F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375" y="1908175"/>
                <a:ext cx="161925" cy="2063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Oval 177">
                <a:extLst>
                  <a:ext uri="{FF2B5EF4-FFF2-40B4-BE49-F238E27FC236}">
                    <a16:creationId xmlns:a16="http://schemas.microsoft.com/office/drawing/2014/main" id="{A0BA1288-73FF-C842-8C96-CD1448E92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3175" y="1943100"/>
                <a:ext cx="131763" cy="1714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4" name="Oval 178">
                <a:extLst>
                  <a:ext uri="{FF2B5EF4-FFF2-40B4-BE49-F238E27FC236}">
                    <a16:creationId xmlns:a16="http://schemas.microsoft.com/office/drawing/2014/main" id="{90E9C1DB-DABA-D545-9E2F-EBB6853AD2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7287" y="2082800"/>
                <a:ext cx="174625" cy="2333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5" name="Oval 179">
                <a:extLst>
                  <a:ext uri="{FF2B5EF4-FFF2-40B4-BE49-F238E27FC236}">
                    <a16:creationId xmlns:a16="http://schemas.microsoft.com/office/drawing/2014/main" id="{5C2C574A-6208-0249-9380-36E3CF16B8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6337" y="2038350"/>
                <a:ext cx="134938" cy="1254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6" name="Oval 180">
                <a:extLst>
                  <a:ext uri="{FF2B5EF4-FFF2-40B4-BE49-F238E27FC236}">
                    <a16:creationId xmlns:a16="http://schemas.microsoft.com/office/drawing/2014/main" id="{30166954-2CC4-8F44-B6E8-6029746F56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4425" y="2087563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Oval 181">
                <a:extLst>
                  <a:ext uri="{FF2B5EF4-FFF2-40B4-BE49-F238E27FC236}">
                    <a16:creationId xmlns:a16="http://schemas.microsoft.com/office/drawing/2014/main" id="{19D7D20E-4124-AC4C-916E-B2A0A3B2F2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0000" y="2038350"/>
                <a:ext cx="134938" cy="177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Oval 182">
                <a:extLst>
                  <a:ext uri="{FF2B5EF4-FFF2-40B4-BE49-F238E27FC236}">
                    <a16:creationId xmlns:a16="http://schemas.microsoft.com/office/drawing/2014/main" id="{06CD2727-ABA0-BE4A-8DB5-1FED5CBA82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2525" y="1851025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Oval 183">
                <a:extLst>
                  <a:ext uri="{FF2B5EF4-FFF2-40B4-BE49-F238E27FC236}">
                    <a16:creationId xmlns:a16="http://schemas.microsoft.com/office/drawing/2014/main" id="{F8613C04-9C3B-6746-9FD5-C77EA40EBF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1275" y="1885950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Oval 184">
                <a:extLst>
                  <a:ext uri="{FF2B5EF4-FFF2-40B4-BE49-F238E27FC236}">
                    <a16:creationId xmlns:a16="http://schemas.microsoft.com/office/drawing/2014/main" id="{AB151567-2042-E349-B8D4-D71A86BAE0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3175" y="2159000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Rectangle 185">
                <a:extLst>
                  <a:ext uri="{FF2B5EF4-FFF2-40B4-BE49-F238E27FC236}">
                    <a16:creationId xmlns:a16="http://schemas.microsoft.com/office/drawing/2014/main" id="{1C22DA34-D461-1841-9FCC-2F480A4B9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9362" y="2159000"/>
                <a:ext cx="23813" cy="384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CB2EDE2-7717-7D4D-A027-B261ADEE9EA6}"/>
                </a:ext>
              </a:extLst>
            </p:cNvPr>
            <p:cNvGrpSpPr/>
            <p:nvPr/>
          </p:nvGrpSpPr>
          <p:grpSpPr>
            <a:xfrm>
              <a:off x="254164" y="2738479"/>
              <a:ext cx="349759" cy="893232"/>
              <a:chOff x="2365375" y="1752600"/>
              <a:chExt cx="309563" cy="790575"/>
            </a:xfrm>
            <a:solidFill>
              <a:srgbClr val="81AD56"/>
            </a:solidFill>
          </p:grpSpPr>
          <p:sp>
            <p:nvSpPr>
              <p:cNvPr id="50" name="Oval 175">
                <a:extLst>
                  <a:ext uri="{FF2B5EF4-FFF2-40B4-BE49-F238E27FC236}">
                    <a16:creationId xmlns:a16="http://schemas.microsoft.com/office/drawing/2014/main" id="{6F62A636-CC6C-684C-A2B2-48A04FFE51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5387" y="1752600"/>
                <a:ext cx="166688" cy="2968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" name="Oval 176">
                <a:extLst>
                  <a:ext uri="{FF2B5EF4-FFF2-40B4-BE49-F238E27FC236}">
                    <a16:creationId xmlns:a16="http://schemas.microsoft.com/office/drawing/2014/main" id="{622183D9-D032-5D4E-B5DF-7143945C45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375" y="1908175"/>
                <a:ext cx="161925" cy="2063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2" name="Oval 177">
                <a:extLst>
                  <a:ext uri="{FF2B5EF4-FFF2-40B4-BE49-F238E27FC236}">
                    <a16:creationId xmlns:a16="http://schemas.microsoft.com/office/drawing/2014/main" id="{2D0698B2-72E1-0048-B63C-387F48FB7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3175" y="1943100"/>
                <a:ext cx="131763" cy="1714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3" name="Oval 178">
                <a:extLst>
                  <a:ext uri="{FF2B5EF4-FFF2-40B4-BE49-F238E27FC236}">
                    <a16:creationId xmlns:a16="http://schemas.microsoft.com/office/drawing/2014/main" id="{DD4CF6F6-8617-124D-976F-8A74FF083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7287" y="2082800"/>
                <a:ext cx="174625" cy="2333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4" name="Oval 179">
                <a:extLst>
                  <a:ext uri="{FF2B5EF4-FFF2-40B4-BE49-F238E27FC236}">
                    <a16:creationId xmlns:a16="http://schemas.microsoft.com/office/drawing/2014/main" id="{1464D68C-1E27-934A-9C53-362A26E19D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6337" y="2038350"/>
                <a:ext cx="134938" cy="1254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5" name="Oval 180">
                <a:extLst>
                  <a:ext uri="{FF2B5EF4-FFF2-40B4-BE49-F238E27FC236}">
                    <a16:creationId xmlns:a16="http://schemas.microsoft.com/office/drawing/2014/main" id="{7F42640A-FF6D-0C42-BBE2-28E8DA6CBD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4425" y="2087563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6" name="Oval 181">
                <a:extLst>
                  <a:ext uri="{FF2B5EF4-FFF2-40B4-BE49-F238E27FC236}">
                    <a16:creationId xmlns:a16="http://schemas.microsoft.com/office/drawing/2014/main" id="{07CB8F55-EEFD-6D40-A279-364C84380F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0000" y="2038350"/>
                <a:ext cx="134938" cy="177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7" name="Oval 182">
                <a:extLst>
                  <a:ext uri="{FF2B5EF4-FFF2-40B4-BE49-F238E27FC236}">
                    <a16:creationId xmlns:a16="http://schemas.microsoft.com/office/drawing/2014/main" id="{911E37C9-0A31-BE4B-B235-B3EECA1A8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2525" y="1851025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8" name="Oval 183">
                <a:extLst>
                  <a:ext uri="{FF2B5EF4-FFF2-40B4-BE49-F238E27FC236}">
                    <a16:creationId xmlns:a16="http://schemas.microsoft.com/office/drawing/2014/main" id="{2783967D-51FB-1746-A672-4DAB14E53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1275" y="1885950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9" name="Oval 184">
                <a:extLst>
                  <a:ext uri="{FF2B5EF4-FFF2-40B4-BE49-F238E27FC236}">
                    <a16:creationId xmlns:a16="http://schemas.microsoft.com/office/drawing/2014/main" id="{23C13308-96B8-FE4D-B70D-CE528D61B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3175" y="2159000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0" name="Rectangle 185">
                <a:extLst>
                  <a:ext uri="{FF2B5EF4-FFF2-40B4-BE49-F238E27FC236}">
                    <a16:creationId xmlns:a16="http://schemas.microsoft.com/office/drawing/2014/main" id="{2EEFD510-1ACE-2744-919A-1582EDA63D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9362" y="2159000"/>
                <a:ext cx="23813" cy="384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8E64E89-11B6-7F4F-B0AC-CA4760A2EC2D}"/>
                </a:ext>
              </a:extLst>
            </p:cNvPr>
            <p:cNvGrpSpPr/>
            <p:nvPr/>
          </p:nvGrpSpPr>
          <p:grpSpPr>
            <a:xfrm>
              <a:off x="8344944" y="2843625"/>
              <a:ext cx="308519" cy="651165"/>
              <a:chOff x="2365375" y="1752600"/>
              <a:chExt cx="309563" cy="790575"/>
            </a:xfrm>
            <a:solidFill>
              <a:srgbClr val="81AD56"/>
            </a:solidFill>
          </p:grpSpPr>
          <p:sp>
            <p:nvSpPr>
              <p:cNvPr id="39" name="Oval 175">
                <a:extLst>
                  <a:ext uri="{FF2B5EF4-FFF2-40B4-BE49-F238E27FC236}">
                    <a16:creationId xmlns:a16="http://schemas.microsoft.com/office/drawing/2014/main" id="{DFC3B143-3E88-8649-98FF-7B04E170CD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5387" y="1752600"/>
                <a:ext cx="166688" cy="2968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0" name="Oval 176">
                <a:extLst>
                  <a:ext uri="{FF2B5EF4-FFF2-40B4-BE49-F238E27FC236}">
                    <a16:creationId xmlns:a16="http://schemas.microsoft.com/office/drawing/2014/main" id="{41775729-A608-9140-AE28-78E6A0A54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5375" y="1908175"/>
                <a:ext cx="161925" cy="2063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" name="Oval 177">
                <a:extLst>
                  <a:ext uri="{FF2B5EF4-FFF2-40B4-BE49-F238E27FC236}">
                    <a16:creationId xmlns:a16="http://schemas.microsoft.com/office/drawing/2014/main" id="{0A5412E0-E587-1B42-AD5B-25DEFE455A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3175" y="1943100"/>
                <a:ext cx="131763" cy="1714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2" name="Oval 178">
                <a:extLst>
                  <a:ext uri="{FF2B5EF4-FFF2-40B4-BE49-F238E27FC236}">
                    <a16:creationId xmlns:a16="http://schemas.microsoft.com/office/drawing/2014/main" id="{944C5D12-D6FD-5E4F-901F-F4F9483D0A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7287" y="2082800"/>
                <a:ext cx="174625" cy="2333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3" name="Oval 179">
                <a:extLst>
                  <a:ext uri="{FF2B5EF4-FFF2-40B4-BE49-F238E27FC236}">
                    <a16:creationId xmlns:a16="http://schemas.microsoft.com/office/drawing/2014/main" id="{0C0CB8C6-615F-7E4E-A985-E737ACF70A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6337" y="2038350"/>
                <a:ext cx="134938" cy="1254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4" name="Oval 180">
                <a:extLst>
                  <a:ext uri="{FF2B5EF4-FFF2-40B4-BE49-F238E27FC236}">
                    <a16:creationId xmlns:a16="http://schemas.microsoft.com/office/drawing/2014/main" id="{6FDD5F23-2B14-A64E-ABAE-BCBAC002EC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4425" y="2087563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5" name="Oval 181">
                <a:extLst>
                  <a:ext uri="{FF2B5EF4-FFF2-40B4-BE49-F238E27FC236}">
                    <a16:creationId xmlns:a16="http://schemas.microsoft.com/office/drawing/2014/main" id="{05776D2C-B249-6042-BD02-1B95058D38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0000" y="2038350"/>
                <a:ext cx="134938" cy="1778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6" name="Oval 182">
                <a:extLst>
                  <a:ext uri="{FF2B5EF4-FFF2-40B4-BE49-F238E27FC236}">
                    <a16:creationId xmlns:a16="http://schemas.microsoft.com/office/drawing/2014/main" id="{437A7365-55CB-BA4C-92AD-3C3074CE3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2525" y="1851025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7" name="Oval 183">
                <a:extLst>
                  <a:ext uri="{FF2B5EF4-FFF2-40B4-BE49-F238E27FC236}">
                    <a16:creationId xmlns:a16="http://schemas.microsoft.com/office/drawing/2014/main" id="{84E28C30-58B2-9541-9DC3-A7460A431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1275" y="1885950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8" name="Oval 184">
                <a:extLst>
                  <a:ext uri="{FF2B5EF4-FFF2-40B4-BE49-F238E27FC236}">
                    <a16:creationId xmlns:a16="http://schemas.microsoft.com/office/drawing/2014/main" id="{2F0E7013-AE48-8E4B-AEDB-88B036A46A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3175" y="2159000"/>
                <a:ext cx="85725" cy="1143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9" name="Rectangle 185">
                <a:extLst>
                  <a:ext uri="{FF2B5EF4-FFF2-40B4-BE49-F238E27FC236}">
                    <a16:creationId xmlns:a16="http://schemas.microsoft.com/office/drawing/2014/main" id="{5CE74170-0003-9540-89CC-3F46FEDB4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9362" y="2159000"/>
                <a:ext cx="23813" cy="384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pic>
        <p:nvPicPr>
          <p:cNvPr id="94" name="Picture 93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46B03D4F-A708-B346-ADCA-6DA7BF76C8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  <p:sp>
        <p:nvSpPr>
          <p:cNvPr id="95" name="Picture Placeholder 101">
            <a:extLst>
              <a:ext uri="{FF2B5EF4-FFF2-40B4-BE49-F238E27FC236}">
                <a16:creationId xmlns:a16="http://schemas.microsoft.com/office/drawing/2014/main" id="{CB97BD25-6687-4AFC-B9C3-2875EC0444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09633" y="1328738"/>
            <a:ext cx="460141" cy="460141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ZA" dirty="0"/>
          </a:p>
        </p:txBody>
      </p:sp>
      <p:sp>
        <p:nvSpPr>
          <p:cNvPr id="96" name="Picture Placeholder 101">
            <a:extLst>
              <a:ext uri="{FF2B5EF4-FFF2-40B4-BE49-F238E27FC236}">
                <a16:creationId xmlns:a16="http://schemas.microsoft.com/office/drawing/2014/main" id="{23AC80FD-A5E5-454B-A3A3-346101603F4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655800" y="1339388"/>
            <a:ext cx="460141" cy="460141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ZA" dirty="0"/>
          </a:p>
        </p:txBody>
      </p:sp>
      <p:sp>
        <p:nvSpPr>
          <p:cNvPr id="97" name="Picture Placeholder 101">
            <a:extLst>
              <a:ext uri="{FF2B5EF4-FFF2-40B4-BE49-F238E27FC236}">
                <a16:creationId xmlns:a16="http://schemas.microsoft.com/office/drawing/2014/main" id="{5C1F4015-FD9C-4624-8F9D-C0B7380E85E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519" y="1341481"/>
            <a:ext cx="460141" cy="460141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ZA" dirty="0"/>
          </a:p>
        </p:txBody>
      </p:sp>
      <p:sp>
        <p:nvSpPr>
          <p:cNvPr id="98" name="Picture Placeholder 101">
            <a:extLst>
              <a:ext uri="{FF2B5EF4-FFF2-40B4-BE49-F238E27FC236}">
                <a16:creationId xmlns:a16="http://schemas.microsoft.com/office/drawing/2014/main" id="{E14BF65E-EE8D-4E10-A66A-2D0918B35F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044889" y="1343574"/>
            <a:ext cx="460141" cy="460141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ZA" dirty="0"/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1816044A-7978-4986-B34D-FD920B27C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4115" y="250531"/>
            <a:ext cx="7121525" cy="767328"/>
          </a:xfrm>
        </p:spPr>
        <p:txBody>
          <a:bodyPr>
            <a:noAutofit/>
          </a:bodyPr>
          <a:lstStyle>
            <a:lvl1pPr marL="0" indent="0">
              <a:buNone/>
              <a:defRPr sz="5000" b="1">
                <a:solidFill>
                  <a:srgbClr val="0E78BC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Four Step Road Map</a:t>
            </a:r>
            <a:endParaRPr lang="en-ZA" dirty="0"/>
          </a:p>
        </p:txBody>
      </p:sp>
      <p:sp>
        <p:nvSpPr>
          <p:cNvPr id="106" name="Text Placeholder 4">
            <a:extLst>
              <a:ext uri="{FF2B5EF4-FFF2-40B4-BE49-F238E27FC236}">
                <a16:creationId xmlns:a16="http://schemas.microsoft.com/office/drawing/2014/main" id="{E75EC6A7-1A8B-4DDA-A672-DFF489DED7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36533" y="2119882"/>
            <a:ext cx="1758815" cy="558355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23212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107" name="Text Placeholder 4">
            <a:extLst>
              <a:ext uri="{FF2B5EF4-FFF2-40B4-BE49-F238E27FC236}">
                <a16:creationId xmlns:a16="http://schemas.microsoft.com/office/drawing/2014/main" id="{7179DD51-C531-423D-AFDB-41004ADA84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56050" y="2119882"/>
            <a:ext cx="1758815" cy="558355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23212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108" name="Text Placeholder 4">
            <a:extLst>
              <a:ext uri="{FF2B5EF4-FFF2-40B4-BE49-F238E27FC236}">
                <a16:creationId xmlns:a16="http://schemas.microsoft.com/office/drawing/2014/main" id="{879EBB8D-D257-4841-AEE5-15342728DA3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73538" y="2129044"/>
            <a:ext cx="1758815" cy="558355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23212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109" name="Text Placeholder 4">
            <a:extLst>
              <a:ext uri="{FF2B5EF4-FFF2-40B4-BE49-F238E27FC236}">
                <a16:creationId xmlns:a16="http://schemas.microsoft.com/office/drawing/2014/main" id="{1B86EC25-885F-4E3A-9FA4-8197C44C7C3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2769" y="2119702"/>
            <a:ext cx="1758815" cy="558355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23212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797661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ep_Template_V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1450CDF3-E806-4DCE-BE63-EE04E1C6D0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7016"/>
          <a:stretch/>
        </p:blipFill>
        <p:spPr>
          <a:xfrm>
            <a:off x="0" y="0"/>
            <a:ext cx="6459792" cy="6858000"/>
          </a:xfrm>
          <a:prstGeom prst="rect">
            <a:avLst/>
          </a:prstGeom>
        </p:spPr>
      </p:pic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395D2DF3-4904-4867-9DD3-C744A42E3461}"/>
              </a:ext>
            </a:extLst>
          </p:cNvPr>
          <p:cNvSpPr/>
          <p:nvPr userDrawn="1"/>
        </p:nvSpPr>
        <p:spPr>
          <a:xfrm>
            <a:off x="5997175" y="4840439"/>
            <a:ext cx="2621279" cy="1925494"/>
          </a:xfrm>
          <a:custGeom>
            <a:avLst/>
            <a:gdLst>
              <a:gd name="connsiteX0" fmla="*/ 534925 w 4419601"/>
              <a:gd name="connsiteY0" fmla="*/ 0 h 3657600"/>
              <a:gd name="connsiteX1" fmla="*/ 3884677 w 4419601"/>
              <a:gd name="connsiteY1" fmla="*/ 0 h 3657600"/>
              <a:gd name="connsiteX2" fmla="*/ 4419601 w 4419601"/>
              <a:gd name="connsiteY2" fmla="*/ 534924 h 3657600"/>
              <a:gd name="connsiteX3" fmla="*/ 4419601 w 4419601"/>
              <a:gd name="connsiteY3" fmla="*/ 1446276 h 3657600"/>
              <a:gd name="connsiteX4" fmla="*/ 3884677 w 4419601"/>
              <a:gd name="connsiteY4" fmla="*/ 1981200 h 3657600"/>
              <a:gd name="connsiteX5" fmla="*/ 2236471 w 4419601"/>
              <a:gd name="connsiteY5" fmla="*/ 1981200 h 3657600"/>
              <a:gd name="connsiteX6" fmla="*/ 1 w 4419601"/>
              <a:gd name="connsiteY6" fmla="*/ 3657600 h 3657600"/>
              <a:gd name="connsiteX7" fmla="*/ 0 w 4419601"/>
              <a:gd name="connsiteY7" fmla="*/ 1080448 h 3657600"/>
              <a:gd name="connsiteX8" fmla="*/ 1 w 4419601"/>
              <a:gd name="connsiteY8" fmla="*/ 1080448 h 3657600"/>
              <a:gd name="connsiteX9" fmla="*/ 1 w 4419601"/>
              <a:gd name="connsiteY9" fmla="*/ 534924 h 3657600"/>
              <a:gd name="connsiteX10" fmla="*/ 534925 w 4419601"/>
              <a:gd name="connsiteY10" fmla="*/ 0 h 3657600"/>
              <a:gd name="connsiteX0" fmla="*/ 534925 w 4419601"/>
              <a:gd name="connsiteY0" fmla="*/ 0 h 3657600"/>
              <a:gd name="connsiteX1" fmla="*/ 3884677 w 4419601"/>
              <a:gd name="connsiteY1" fmla="*/ 0 h 3657600"/>
              <a:gd name="connsiteX2" fmla="*/ 4419601 w 4419601"/>
              <a:gd name="connsiteY2" fmla="*/ 534924 h 3657600"/>
              <a:gd name="connsiteX3" fmla="*/ 4419601 w 4419601"/>
              <a:gd name="connsiteY3" fmla="*/ 1446276 h 3657600"/>
              <a:gd name="connsiteX4" fmla="*/ 3884677 w 4419601"/>
              <a:gd name="connsiteY4" fmla="*/ 1981200 h 3657600"/>
              <a:gd name="connsiteX5" fmla="*/ 2236471 w 4419601"/>
              <a:gd name="connsiteY5" fmla="*/ 1981200 h 3657600"/>
              <a:gd name="connsiteX6" fmla="*/ 1 w 4419601"/>
              <a:gd name="connsiteY6" fmla="*/ 3657600 h 3657600"/>
              <a:gd name="connsiteX7" fmla="*/ 0 w 4419601"/>
              <a:gd name="connsiteY7" fmla="*/ 1080448 h 3657600"/>
              <a:gd name="connsiteX8" fmla="*/ 1 w 4419601"/>
              <a:gd name="connsiteY8" fmla="*/ 1080448 h 3657600"/>
              <a:gd name="connsiteX9" fmla="*/ 1 w 4419601"/>
              <a:gd name="connsiteY9" fmla="*/ 534924 h 3657600"/>
              <a:gd name="connsiteX10" fmla="*/ 534925 w 4419601"/>
              <a:gd name="connsiteY10" fmla="*/ 0 h 3657600"/>
              <a:gd name="connsiteX0" fmla="*/ 534925 w 4419601"/>
              <a:gd name="connsiteY0" fmla="*/ 0 h 3657600"/>
              <a:gd name="connsiteX1" fmla="*/ 3884677 w 4419601"/>
              <a:gd name="connsiteY1" fmla="*/ 0 h 3657600"/>
              <a:gd name="connsiteX2" fmla="*/ 4419601 w 4419601"/>
              <a:gd name="connsiteY2" fmla="*/ 534924 h 3657600"/>
              <a:gd name="connsiteX3" fmla="*/ 4419601 w 4419601"/>
              <a:gd name="connsiteY3" fmla="*/ 1446276 h 3657600"/>
              <a:gd name="connsiteX4" fmla="*/ 3884677 w 4419601"/>
              <a:gd name="connsiteY4" fmla="*/ 1981200 h 3657600"/>
              <a:gd name="connsiteX5" fmla="*/ 2236471 w 4419601"/>
              <a:gd name="connsiteY5" fmla="*/ 1981200 h 3657600"/>
              <a:gd name="connsiteX6" fmla="*/ 1 w 4419601"/>
              <a:gd name="connsiteY6" fmla="*/ 3657600 h 3657600"/>
              <a:gd name="connsiteX7" fmla="*/ 0 w 4419601"/>
              <a:gd name="connsiteY7" fmla="*/ 1080448 h 3657600"/>
              <a:gd name="connsiteX8" fmla="*/ 1 w 4419601"/>
              <a:gd name="connsiteY8" fmla="*/ 1080448 h 3657600"/>
              <a:gd name="connsiteX9" fmla="*/ 1 w 4419601"/>
              <a:gd name="connsiteY9" fmla="*/ 534924 h 3657600"/>
              <a:gd name="connsiteX10" fmla="*/ 534925 w 4419601"/>
              <a:gd name="connsiteY10" fmla="*/ 0 h 3657600"/>
              <a:gd name="connsiteX0" fmla="*/ 541347 w 4426023"/>
              <a:gd name="connsiteY0" fmla="*/ 0 h 3240050"/>
              <a:gd name="connsiteX1" fmla="*/ 3891099 w 4426023"/>
              <a:gd name="connsiteY1" fmla="*/ 0 h 3240050"/>
              <a:gd name="connsiteX2" fmla="*/ 4426023 w 4426023"/>
              <a:gd name="connsiteY2" fmla="*/ 534924 h 3240050"/>
              <a:gd name="connsiteX3" fmla="*/ 4426023 w 4426023"/>
              <a:gd name="connsiteY3" fmla="*/ 1446276 h 3240050"/>
              <a:gd name="connsiteX4" fmla="*/ 3891099 w 4426023"/>
              <a:gd name="connsiteY4" fmla="*/ 1981200 h 3240050"/>
              <a:gd name="connsiteX5" fmla="*/ 2242893 w 4426023"/>
              <a:gd name="connsiteY5" fmla="*/ 1981200 h 3240050"/>
              <a:gd name="connsiteX6" fmla="*/ 0 w 4426023"/>
              <a:gd name="connsiteY6" fmla="*/ 3240050 h 3240050"/>
              <a:gd name="connsiteX7" fmla="*/ 6422 w 4426023"/>
              <a:gd name="connsiteY7" fmla="*/ 1080448 h 3240050"/>
              <a:gd name="connsiteX8" fmla="*/ 6423 w 4426023"/>
              <a:gd name="connsiteY8" fmla="*/ 1080448 h 3240050"/>
              <a:gd name="connsiteX9" fmla="*/ 6423 w 4426023"/>
              <a:gd name="connsiteY9" fmla="*/ 534924 h 3240050"/>
              <a:gd name="connsiteX10" fmla="*/ 541347 w 4426023"/>
              <a:gd name="connsiteY10" fmla="*/ 0 h 3240050"/>
              <a:gd name="connsiteX0" fmla="*/ 534925 w 4419601"/>
              <a:gd name="connsiteY0" fmla="*/ 0 h 3246474"/>
              <a:gd name="connsiteX1" fmla="*/ 3884677 w 4419601"/>
              <a:gd name="connsiteY1" fmla="*/ 0 h 3246474"/>
              <a:gd name="connsiteX2" fmla="*/ 4419601 w 4419601"/>
              <a:gd name="connsiteY2" fmla="*/ 534924 h 3246474"/>
              <a:gd name="connsiteX3" fmla="*/ 4419601 w 4419601"/>
              <a:gd name="connsiteY3" fmla="*/ 1446276 h 3246474"/>
              <a:gd name="connsiteX4" fmla="*/ 3884677 w 4419601"/>
              <a:gd name="connsiteY4" fmla="*/ 1981200 h 3246474"/>
              <a:gd name="connsiteX5" fmla="*/ 2236471 w 4419601"/>
              <a:gd name="connsiteY5" fmla="*/ 1981200 h 3246474"/>
              <a:gd name="connsiteX6" fmla="*/ 2 w 4419601"/>
              <a:gd name="connsiteY6" fmla="*/ 3246474 h 3246474"/>
              <a:gd name="connsiteX7" fmla="*/ 0 w 4419601"/>
              <a:gd name="connsiteY7" fmla="*/ 1080448 h 3246474"/>
              <a:gd name="connsiteX8" fmla="*/ 1 w 4419601"/>
              <a:gd name="connsiteY8" fmla="*/ 1080448 h 3246474"/>
              <a:gd name="connsiteX9" fmla="*/ 1 w 4419601"/>
              <a:gd name="connsiteY9" fmla="*/ 534924 h 3246474"/>
              <a:gd name="connsiteX10" fmla="*/ 534925 w 4419601"/>
              <a:gd name="connsiteY10" fmla="*/ 0 h 324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19601" h="3246474">
                <a:moveTo>
                  <a:pt x="534925" y="0"/>
                </a:moveTo>
                <a:lnTo>
                  <a:pt x="3884677" y="0"/>
                </a:lnTo>
                <a:cubicBezTo>
                  <a:pt x="4180107" y="0"/>
                  <a:pt x="4419601" y="239494"/>
                  <a:pt x="4419601" y="534924"/>
                </a:cubicBezTo>
                <a:lnTo>
                  <a:pt x="4419601" y="1446276"/>
                </a:lnTo>
                <a:cubicBezTo>
                  <a:pt x="4419601" y="1741706"/>
                  <a:pt x="4180107" y="1981200"/>
                  <a:pt x="3884677" y="1981200"/>
                </a:cubicBezTo>
                <a:lnTo>
                  <a:pt x="2236471" y="1981200"/>
                </a:lnTo>
                <a:cubicBezTo>
                  <a:pt x="1001303" y="1981200"/>
                  <a:pt x="299722" y="2361264"/>
                  <a:pt x="2" y="3246474"/>
                </a:cubicBezTo>
                <a:cubicBezTo>
                  <a:pt x="2" y="2387423"/>
                  <a:pt x="0" y="1939499"/>
                  <a:pt x="0" y="1080448"/>
                </a:cubicBezTo>
                <a:lnTo>
                  <a:pt x="1" y="1080448"/>
                </a:lnTo>
                <a:lnTo>
                  <a:pt x="1" y="534924"/>
                </a:lnTo>
                <a:cubicBezTo>
                  <a:pt x="1" y="239494"/>
                  <a:pt x="239495" y="0"/>
                  <a:pt x="534925" y="0"/>
                </a:cubicBezTo>
                <a:close/>
              </a:path>
            </a:pathLst>
          </a:custGeom>
          <a:gradFill flip="none" rotWithShape="1">
            <a:gsLst>
              <a:gs pos="81000">
                <a:srgbClr val="50535A"/>
              </a:gs>
              <a:gs pos="0">
                <a:srgbClr val="50535A"/>
              </a:gs>
              <a:gs pos="100000">
                <a:srgbClr val="50535A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89DE3BDD-1F9D-423B-8A84-8F2F27C58D7F}"/>
              </a:ext>
            </a:extLst>
          </p:cNvPr>
          <p:cNvSpPr/>
          <p:nvPr userDrawn="1"/>
        </p:nvSpPr>
        <p:spPr>
          <a:xfrm flipH="1">
            <a:off x="3193017" y="4210345"/>
            <a:ext cx="2621279" cy="1925494"/>
          </a:xfrm>
          <a:custGeom>
            <a:avLst/>
            <a:gdLst>
              <a:gd name="connsiteX0" fmla="*/ 534925 w 4419601"/>
              <a:gd name="connsiteY0" fmla="*/ 0 h 3657600"/>
              <a:gd name="connsiteX1" fmla="*/ 3884677 w 4419601"/>
              <a:gd name="connsiteY1" fmla="*/ 0 h 3657600"/>
              <a:gd name="connsiteX2" fmla="*/ 4419601 w 4419601"/>
              <a:gd name="connsiteY2" fmla="*/ 534924 h 3657600"/>
              <a:gd name="connsiteX3" fmla="*/ 4419601 w 4419601"/>
              <a:gd name="connsiteY3" fmla="*/ 1446276 h 3657600"/>
              <a:gd name="connsiteX4" fmla="*/ 3884677 w 4419601"/>
              <a:gd name="connsiteY4" fmla="*/ 1981200 h 3657600"/>
              <a:gd name="connsiteX5" fmla="*/ 2236471 w 4419601"/>
              <a:gd name="connsiteY5" fmla="*/ 1981200 h 3657600"/>
              <a:gd name="connsiteX6" fmla="*/ 1 w 4419601"/>
              <a:gd name="connsiteY6" fmla="*/ 3657600 h 3657600"/>
              <a:gd name="connsiteX7" fmla="*/ 0 w 4419601"/>
              <a:gd name="connsiteY7" fmla="*/ 1080448 h 3657600"/>
              <a:gd name="connsiteX8" fmla="*/ 1 w 4419601"/>
              <a:gd name="connsiteY8" fmla="*/ 1080448 h 3657600"/>
              <a:gd name="connsiteX9" fmla="*/ 1 w 4419601"/>
              <a:gd name="connsiteY9" fmla="*/ 534924 h 3657600"/>
              <a:gd name="connsiteX10" fmla="*/ 534925 w 4419601"/>
              <a:gd name="connsiteY10" fmla="*/ 0 h 3657600"/>
              <a:gd name="connsiteX0" fmla="*/ 534925 w 4419601"/>
              <a:gd name="connsiteY0" fmla="*/ 0 h 3657600"/>
              <a:gd name="connsiteX1" fmla="*/ 3884677 w 4419601"/>
              <a:gd name="connsiteY1" fmla="*/ 0 h 3657600"/>
              <a:gd name="connsiteX2" fmla="*/ 4419601 w 4419601"/>
              <a:gd name="connsiteY2" fmla="*/ 534924 h 3657600"/>
              <a:gd name="connsiteX3" fmla="*/ 4419601 w 4419601"/>
              <a:gd name="connsiteY3" fmla="*/ 1446276 h 3657600"/>
              <a:gd name="connsiteX4" fmla="*/ 3884677 w 4419601"/>
              <a:gd name="connsiteY4" fmla="*/ 1981200 h 3657600"/>
              <a:gd name="connsiteX5" fmla="*/ 2236471 w 4419601"/>
              <a:gd name="connsiteY5" fmla="*/ 1981200 h 3657600"/>
              <a:gd name="connsiteX6" fmla="*/ 1 w 4419601"/>
              <a:gd name="connsiteY6" fmla="*/ 3657600 h 3657600"/>
              <a:gd name="connsiteX7" fmla="*/ 0 w 4419601"/>
              <a:gd name="connsiteY7" fmla="*/ 1080448 h 3657600"/>
              <a:gd name="connsiteX8" fmla="*/ 1 w 4419601"/>
              <a:gd name="connsiteY8" fmla="*/ 1080448 h 3657600"/>
              <a:gd name="connsiteX9" fmla="*/ 1 w 4419601"/>
              <a:gd name="connsiteY9" fmla="*/ 534924 h 3657600"/>
              <a:gd name="connsiteX10" fmla="*/ 534925 w 4419601"/>
              <a:gd name="connsiteY10" fmla="*/ 0 h 3657600"/>
              <a:gd name="connsiteX0" fmla="*/ 534925 w 4419601"/>
              <a:gd name="connsiteY0" fmla="*/ 0 h 3657600"/>
              <a:gd name="connsiteX1" fmla="*/ 3884677 w 4419601"/>
              <a:gd name="connsiteY1" fmla="*/ 0 h 3657600"/>
              <a:gd name="connsiteX2" fmla="*/ 4419601 w 4419601"/>
              <a:gd name="connsiteY2" fmla="*/ 534924 h 3657600"/>
              <a:gd name="connsiteX3" fmla="*/ 4419601 w 4419601"/>
              <a:gd name="connsiteY3" fmla="*/ 1446276 h 3657600"/>
              <a:gd name="connsiteX4" fmla="*/ 3884677 w 4419601"/>
              <a:gd name="connsiteY4" fmla="*/ 1981200 h 3657600"/>
              <a:gd name="connsiteX5" fmla="*/ 2236471 w 4419601"/>
              <a:gd name="connsiteY5" fmla="*/ 1981200 h 3657600"/>
              <a:gd name="connsiteX6" fmla="*/ 1 w 4419601"/>
              <a:gd name="connsiteY6" fmla="*/ 3657600 h 3657600"/>
              <a:gd name="connsiteX7" fmla="*/ 0 w 4419601"/>
              <a:gd name="connsiteY7" fmla="*/ 1080448 h 3657600"/>
              <a:gd name="connsiteX8" fmla="*/ 1 w 4419601"/>
              <a:gd name="connsiteY8" fmla="*/ 1080448 h 3657600"/>
              <a:gd name="connsiteX9" fmla="*/ 1 w 4419601"/>
              <a:gd name="connsiteY9" fmla="*/ 534924 h 3657600"/>
              <a:gd name="connsiteX10" fmla="*/ 534925 w 4419601"/>
              <a:gd name="connsiteY10" fmla="*/ 0 h 3657600"/>
              <a:gd name="connsiteX0" fmla="*/ 541347 w 4426023"/>
              <a:gd name="connsiteY0" fmla="*/ 0 h 3240050"/>
              <a:gd name="connsiteX1" fmla="*/ 3891099 w 4426023"/>
              <a:gd name="connsiteY1" fmla="*/ 0 h 3240050"/>
              <a:gd name="connsiteX2" fmla="*/ 4426023 w 4426023"/>
              <a:gd name="connsiteY2" fmla="*/ 534924 h 3240050"/>
              <a:gd name="connsiteX3" fmla="*/ 4426023 w 4426023"/>
              <a:gd name="connsiteY3" fmla="*/ 1446276 h 3240050"/>
              <a:gd name="connsiteX4" fmla="*/ 3891099 w 4426023"/>
              <a:gd name="connsiteY4" fmla="*/ 1981200 h 3240050"/>
              <a:gd name="connsiteX5" fmla="*/ 2242893 w 4426023"/>
              <a:gd name="connsiteY5" fmla="*/ 1981200 h 3240050"/>
              <a:gd name="connsiteX6" fmla="*/ 0 w 4426023"/>
              <a:gd name="connsiteY6" fmla="*/ 3240050 h 3240050"/>
              <a:gd name="connsiteX7" fmla="*/ 6422 w 4426023"/>
              <a:gd name="connsiteY7" fmla="*/ 1080448 h 3240050"/>
              <a:gd name="connsiteX8" fmla="*/ 6423 w 4426023"/>
              <a:gd name="connsiteY8" fmla="*/ 1080448 h 3240050"/>
              <a:gd name="connsiteX9" fmla="*/ 6423 w 4426023"/>
              <a:gd name="connsiteY9" fmla="*/ 534924 h 3240050"/>
              <a:gd name="connsiteX10" fmla="*/ 541347 w 4426023"/>
              <a:gd name="connsiteY10" fmla="*/ 0 h 3240050"/>
              <a:gd name="connsiteX0" fmla="*/ 534925 w 4419601"/>
              <a:gd name="connsiteY0" fmla="*/ 0 h 3246474"/>
              <a:gd name="connsiteX1" fmla="*/ 3884677 w 4419601"/>
              <a:gd name="connsiteY1" fmla="*/ 0 h 3246474"/>
              <a:gd name="connsiteX2" fmla="*/ 4419601 w 4419601"/>
              <a:gd name="connsiteY2" fmla="*/ 534924 h 3246474"/>
              <a:gd name="connsiteX3" fmla="*/ 4419601 w 4419601"/>
              <a:gd name="connsiteY3" fmla="*/ 1446276 h 3246474"/>
              <a:gd name="connsiteX4" fmla="*/ 3884677 w 4419601"/>
              <a:gd name="connsiteY4" fmla="*/ 1981200 h 3246474"/>
              <a:gd name="connsiteX5" fmla="*/ 2236471 w 4419601"/>
              <a:gd name="connsiteY5" fmla="*/ 1981200 h 3246474"/>
              <a:gd name="connsiteX6" fmla="*/ 2 w 4419601"/>
              <a:gd name="connsiteY6" fmla="*/ 3246474 h 3246474"/>
              <a:gd name="connsiteX7" fmla="*/ 0 w 4419601"/>
              <a:gd name="connsiteY7" fmla="*/ 1080448 h 3246474"/>
              <a:gd name="connsiteX8" fmla="*/ 1 w 4419601"/>
              <a:gd name="connsiteY8" fmla="*/ 1080448 h 3246474"/>
              <a:gd name="connsiteX9" fmla="*/ 1 w 4419601"/>
              <a:gd name="connsiteY9" fmla="*/ 534924 h 3246474"/>
              <a:gd name="connsiteX10" fmla="*/ 534925 w 4419601"/>
              <a:gd name="connsiteY10" fmla="*/ 0 h 324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19601" h="3246474">
                <a:moveTo>
                  <a:pt x="534925" y="0"/>
                </a:moveTo>
                <a:lnTo>
                  <a:pt x="3884677" y="0"/>
                </a:lnTo>
                <a:cubicBezTo>
                  <a:pt x="4180107" y="0"/>
                  <a:pt x="4419601" y="239494"/>
                  <a:pt x="4419601" y="534924"/>
                </a:cubicBezTo>
                <a:lnTo>
                  <a:pt x="4419601" y="1446276"/>
                </a:lnTo>
                <a:cubicBezTo>
                  <a:pt x="4419601" y="1741706"/>
                  <a:pt x="4180107" y="1981200"/>
                  <a:pt x="3884677" y="1981200"/>
                </a:cubicBezTo>
                <a:lnTo>
                  <a:pt x="2236471" y="1981200"/>
                </a:lnTo>
                <a:cubicBezTo>
                  <a:pt x="1001303" y="1981200"/>
                  <a:pt x="299722" y="2361264"/>
                  <a:pt x="2" y="3246474"/>
                </a:cubicBezTo>
                <a:cubicBezTo>
                  <a:pt x="2" y="2387423"/>
                  <a:pt x="0" y="1939499"/>
                  <a:pt x="0" y="1080448"/>
                </a:cubicBezTo>
                <a:lnTo>
                  <a:pt x="1" y="1080448"/>
                </a:lnTo>
                <a:lnTo>
                  <a:pt x="1" y="534924"/>
                </a:lnTo>
                <a:cubicBezTo>
                  <a:pt x="1" y="239494"/>
                  <a:pt x="239495" y="0"/>
                  <a:pt x="534925" y="0"/>
                </a:cubicBezTo>
                <a:close/>
              </a:path>
            </a:pathLst>
          </a:custGeom>
          <a:gradFill flip="none" rotWithShape="1">
            <a:gsLst>
              <a:gs pos="78000">
                <a:srgbClr val="FAB54D"/>
              </a:gs>
              <a:gs pos="0">
                <a:srgbClr val="FAB54D"/>
              </a:gs>
              <a:gs pos="100000">
                <a:srgbClr val="FAB54D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0B5AF143-11DC-4C41-9D12-0F8A21C29EC3}"/>
              </a:ext>
            </a:extLst>
          </p:cNvPr>
          <p:cNvSpPr/>
          <p:nvPr userDrawn="1"/>
        </p:nvSpPr>
        <p:spPr>
          <a:xfrm>
            <a:off x="5997176" y="3316439"/>
            <a:ext cx="2621279" cy="1925494"/>
          </a:xfrm>
          <a:custGeom>
            <a:avLst/>
            <a:gdLst>
              <a:gd name="connsiteX0" fmla="*/ 534925 w 4419601"/>
              <a:gd name="connsiteY0" fmla="*/ 0 h 3657600"/>
              <a:gd name="connsiteX1" fmla="*/ 3884677 w 4419601"/>
              <a:gd name="connsiteY1" fmla="*/ 0 h 3657600"/>
              <a:gd name="connsiteX2" fmla="*/ 4419601 w 4419601"/>
              <a:gd name="connsiteY2" fmla="*/ 534924 h 3657600"/>
              <a:gd name="connsiteX3" fmla="*/ 4419601 w 4419601"/>
              <a:gd name="connsiteY3" fmla="*/ 1446276 h 3657600"/>
              <a:gd name="connsiteX4" fmla="*/ 3884677 w 4419601"/>
              <a:gd name="connsiteY4" fmla="*/ 1981200 h 3657600"/>
              <a:gd name="connsiteX5" fmla="*/ 2236471 w 4419601"/>
              <a:gd name="connsiteY5" fmla="*/ 1981200 h 3657600"/>
              <a:gd name="connsiteX6" fmla="*/ 1 w 4419601"/>
              <a:gd name="connsiteY6" fmla="*/ 3657600 h 3657600"/>
              <a:gd name="connsiteX7" fmla="*/ 0 w 4419601"/>
              <a:gd name="connsiteY7" fmla="*/ 1080448 h 3657600"/>
              <a:gd name="connsiteX8" fmla="*/ 1 w 4419601"/>
              <a:gd name="connsiteY8" fmla="*/ 1080448 h 3657600"/>
              <a:gd name="connsiteX9" fmla="*/ 1 w 4419601"/>
              <a:gd name="connsiteY9" fmla="*/ 534924 h 3657600"/>
              <a:gd name="connsiteX10" fmla="*/ 534925 w 4419601"/>
              <a:gd name="connsiteY10" fmla="*/ 0 h 3657600"/>
              <a:gd name="connsiteX0" fmla="*/ 534925 w 4419601"/>
              <a:gd name="connsiteY0" fmla="*/ 0 h 3657600"/>
              <a:gd name="connsiteX1" fmla="*/ 3884677 w 4419601"/>
              <a:gd name="connsiteY1" fmla="*/ 0 h 3657600"/>
              <a:gd name="connsiteX2" fmla="*/ 4419601 w 4419601"/>
              <a:gd name="connsiteY2" fmla="*/ 534924 h 3657600"/>
              <a:gd name="connsiteX3" fmla="*/ 4419601 w 4419601"/>
              <a:gd name="connsiteY3" fmla="*/ 1446276 h 3657600"/>
              <a:gd name="connsiteX4" fmla="*/ 3884677 w 4419601"/>
              <a:gd name="connsiteY4" fmla="*/ 1981200 h 3657600"/>
              <a:gd name="connsiteX5" fmla="*/ 2236471 w 4419601"/>
              <a:gd name="connsiteY5" fmla="*/ 1981200 h 3657600"/>
              <a:gd name="connsiteX6" fmla="*/ 1 w 4419601"/>
              <a:gd name="connsiteY6" fmla="*/ 3657600 h 3657600"/>
              <a:gd name="connsiteX7" fmla="*/ 0 w 4419601"/>
              <a:gd name="connsiteY7" fmla="*/ 1080448 h 3657600"/>
              <a:gd name="connsiteX8" fmla="*/ 1 w 4419601"/>
              <a:gd name="connsiteY8" fmla="*/ 1080448 h 3657600"/>
              <a:gd name="connsiteX9" fmla="*/ 1 w 4419601"/>
              <a:gd name="connsiteY9" fmla="*/ 534924 h 3657600"/>
              <a:gd name="connsiteX10" fmla="*/ 534925 w 4419601"/>
              <a:gd name="connsiteY10" fmla="*/ 0 h 3657600"/>
              <a:gd name="connsiteX0" fmla="*/ 534925 w 4419601"/>
              <a:gd name="connsiteY0" fmla="*/ 0 h 3657600"/>
              <a:gd name="connsiteX1" fmla="*/ 3884677 w 4419601"/>
              <a:gd name="connsiteY1" fmla="*/ 0 h 3657600"/>
              <a:gd name="connsiteX2" fmla="*/ 4419601 w 4419601"/>
              <a:gd name="connsiteY2" fmla="*/ 534924 h 3657600"/>
              <a:gd name="connsiteX3" fmla="*/ 4419601 w 4419601"/>
              <a:gd name="connsiteY3" fmla="*/ 1446276 h 3657600"/>
              <a:gd name="connsiteX4" fmla="*/ 3884677 w 4419601"/>
              <a:gd name="connsiteY4" fmla="*/ 1981200 h 3657600"/>
              <a:gd name="connsiteX5" fmla="*/ 2236471 w 4419601"/>
              <a:gd name="connsiteY5" fmla="*/ 1981200 h 3657600"/>
              <a:gd name="connsiteX6" fmla="*/ 1 w 4419601"/>
              <a:gd name="connsiteY6" fmla="*/ 3657600 h 3657600"/>
              <a:gd name="connsiteX7" fmla="*/ 0 w 4419601"/>
              <a:gd name="connsiteY7" fmla="*/ 1080448 h 3657600"/>
              <a:gd name="connsiteX8" fmla="*/ 1 w 4419601"/>
              <a:gd name="connsiteY8" fmla="*/ 1080448 h 3657600"/>
              <a:gd name="connsiteX9" fmla="*/ 1 w 4419601"/>
              <a:gd name="connsiteY9" fmla="*/ 534924 h 3657600"/>
              <a:gd name="connsiteX10" fmla="*/ 534925 w 4419601"/>
              <a:gd name="connsiteY10" fmla="*/ 0 h 3657600"/>
              <a:gd name="connsiteX0" fmla="*/ 541347 w 4426023"/>
              <a:gd name="connsiteY0" fmla="*/ 0 h 3240050"/>
              <a:gd name="connsiteX1" fmla="*/ 3891099 w 4426023"/>
              <a:gd name="connsiteY1" fmla="*/ 0 h 3240050"/>
              <a:gd name="connsiteX2" fmla="*/ 4426023 w 4426023"/>
              <a:gd name="connsiteY2" fmla="*/ 534924 h 3240050"/>
              <a:gd name="connsiteX3" fmla="*/ 4426023 w 4426023"/>
              <a:gd name="connsiteY3" fmla="*/ 1446276 h 3240050"/>
              <a:gd name="connsiteX4" fmla="*/ 3891099 w 4426023"/>
              <a:gd name="connsiteY4" fmla="*/ 1981200 h 3240050"/>
              <a:gd name="connsiteX5" fmla="*/ 2242893 w 4426023"/>
              <a:gd name="connsiteY5" fmla="*/ 1981200 h 3240050"/>
              <a:gd name="connsiteX6" fmla="*/ 0 w 4426023"/>
              <a:gd name="connsiteY6" fmla="*/ 3240050 h 3240050"/>
              <a:gd name="connsiteX7" fmla="*/ 6422 w 4426023"/>
              <a:gd name="connsiteY7" fmla="*/ 1080448 h 3240050"/>
              <a:gd name="connsiteX8" fmla="*/ 6423 w 4426023"/>
              <a:gd name="connsiteY8" fmla="*/ 1080448 h 3240050"/>
              <a:gd name="connsiteX9" fmla="*/ 6423 w 4426023"/>
              <a:gd name="connsiteY9" fmla="*/ 534924 h 3240050"/>
              <a:gd name="connsiteX10" fmla="*/ 541347 w 4426023"/>
              <a:gd name="connsiteY10" fmla="*/ 0 h 3240050"/>
              <a:gd name="connsiteX0" fmla="*/ 534925 w 4419601"/>
              <a:gd name="connsiteY0" fmla="*/ 0 h 3246474"/>
              <a:gd name="connsiteX1" fmla="*/ 3884677 w 4419601"/>
              <a:gd name="connsiteY1" fmla="*/ 0 h 3246474"/>
              <a:gd name="connsiteX2" fmla="*/ 4419601 w 4419601"/>
              <a:gd name="connsiteY2" fmla="*/ 534924 h 3246474"/>
              <a:gd name="connsiteX3" fmla="*/ 4419601 w 4419601"/>
              <a:gd name="connsiteY3" fmla="*/ 1446276 h 3246474"/>
              <a:gd name="connsiteX4" fmla="*/ 3884677 w 4419601"/>
              <a:gd name="connsiteY4" fmla="*/ 1981200 h 3246474"/>
              <a:gd name="connsiteX5" fmla="*/ 2236471 w 4419601"/>
              <a:gd name="connsiteY5" fmla="*/ 1981200 h 3246474"/>
              <a:gd name="connsiteX6" fmla="*/ 2 w 4419601"/>
              <a:gd name="connsiteY6" fmla="*/ 3246474 h 3246474"/>
              <a:gd name="connsiteX7" fmla="*/ 0 w 4419601"/>
              <a:gd name="connsiteY7" fmla="*/ 1080448 h 3246474"/>
              <a:gd name="connsiteX8" fmla="*/ 1 w 4419601"/>
              <a:gd name="connsiteY8" fmla="*/ 1080448 h 3246474"/>
              <a:gd name="connsiteX9" fmla="*/ 1 w 4419601"/>
              <a:gd name="connsiteY9" fmla="*/ 534924 h 3246474"/>
              <a:gd name="connsiteX10" fmla="*/ 534925 w 4419601"/>
              <a:gd name="connsiteY10" fmla="*/ 0 h 324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19601" h="3246474">
                <a:moveTo>
                  <a:pt x="534925" y="0"/>
                </a:moveTo>
                <a:lnTo>
                  <a:pt x="3884677" y="0"/>
                </a:lnTo>
                <a:cubicBezTo>
                  <a:pt x="4180107" y="0"/>
                  <a:pt x="4419601" y="239494"/>
                  <a:pt x="4419601" y="534924"/>
                </a:cubicBezTo>
                <a:lnTo>
                  <a:pt x="4419601" y="1446276"/>
                </a:lnTo>
                <a:cubicBezTo>
                  <a:pt x="4419601" y="1741706"/>
                  <a:pt x="4180107" y="1981200"/>
                  <a:pt x="3884677" y="1981200"/>
                </a:cubicBezTo>
                <a:lnTo>
                  <a:pt x="2236471" y="1981200"/>
                </a:lnTo>
                <a:cubicBezTo>
                  <a:pt x="1001303" y="1981200"/>
                  <a:pt x="299722" y="2361264"/>
                  <a:pt x="2" y="3246474"/>
                </a:cubicBezTo>
                <a:cubicBezTo>
                  <a:pt x="2" y="2387423"/>
                  <a:pt x="0" y="1939499"/>
                  <a:pt x="0" y="1080448"/>
                </a:cubicBezTo>
                <a:lnTo>
                  <a:pt x="1" y="1080448"/>
                </a:lnTo>
                <a:lnTo>
                  <a:pt x="1" y="534924"/>
                </a:lnTo>
                <a:cubicBezTo>
                  <a:pt x="1" y="239494"/>
                  <a:pt x="239495" y="0"/>
                  <a:pt x="534925" y="0"/>
                </a:cubicBezTo>
                <a:close/>
              </a:path>
            </a:pathLst>
          </a:custGeom>
          <a:gradFill flip="none" rotWithShape="1">
            <a:gsLst>
              <a:gs pos="81000">
                <a:srgbClr val="0E78BC"/>
              </a:gs>
              <a:gs pos="0">
                <a:srgbClr val="0E78BC"/>
              </a:gs>
              <a:gs pos="100000">
                <a:srgbClr val="0E78BC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entagon 5">
            <a:extLst>
              <a:ext uri="{FF2B5EF4-FFF2-40B4-BE49-F238E27FC236}">
                <a16:creationId xmlns:a16="http://schemas.microsoft.com/office/drawing/2014/main" id="{9256AE1D-774E-4E0E-BECE-A923FBD8D2E3}"/>
              </a:ext>
            </a:extLst>
          </p:cNvPr>
          <p:cNvSpPr/>
          <p:nvPr userDrawn="1"/>
        </p:nvSpPr>
        <p:spPr>
          <a:xfrm rot="16200000">
            <a:off x="3284769" y="4145593"/>
            <a:ext cx="5241933" cy="182881"/>
          </a:xfrm>
          <a:prstGeom prst="homePlat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0421A4E1-F042-434B-86B5-CB6798815643}"/>
              </a:ext>
            </a:extLst>
          </p:cNvPr>
          <p:cNvSpPr/>
          <p:nvPr userDrawn="1"/>
        </p:nvSpPr>
        <p:spPr>
          <a:xfrm>
            <a:off x="5997176" y="1792439"/>
            <a:ext cx="2621279" cy="1925494"/>
          </a:xfrm>
          <a:custGeom>
            <a:avLst/>
            <a:gdLst>
              <a:gd name="connsiteX0" fmla="*/ 534925 w 4419601"/>
              <a:gd name="connsiteY0" fmla="*/ 0 h 3657600"/>
              <a:gd name="connsiteX1" fmla="*/ 3884677 w 4419601"/>
              <a:gd name="connsiteY1" fmla="*/ 0 h 3657600"/>
              <a:gd name="connsiteX2" fmla="*/ 4419601 w 4419601"/>
              <a:gd name="connsiteY2" fmla="*/ 534924 h 3657600"/>
              <a:gd name="connsiteX3" fmla="*/ 4419601 w 4419601"/>
              <a:gd name="connsiteY3" fmla="*/ 1446276 h 3657600"/>
              <a:gd name="connsiteX4" fmla="*/ 3884677 w 4419601"/>
              <a:gd name="connsiteY4" fmla="*/ 1981200 h 3657600"/>
              <a:gd name="connsiteX5" fmla="*/ 2236471 w 4419601"/>
              <a:gd name="connsiteY5" fmla="*/ 1981200 h 3657600"/>
              <a:gd name="connsiteX6" fmla="*/ 1 w 4419601"/>
              <a:gd name="connsiteY6" fmla="*/ 3657600 h 3657600"/>
              <a:gd name="connsiteX7" fmla="*/ 0 w 4419601"/>
              <a:gd name="connsiteY7" fmla="*/ 1080448 h 3657600"/>
              <a:gd name="connsiteX8" fmla="*/ 1 w 4419601"/>
              <a:gd name="connsiteY8" fmla="*/ 1080448 h 3657600"/>
              <a:gd name="connsiteX9" fmla="*/ 1 w 4419601"/>
              <a:gd name="connsiteY9" fmla="*/ 534924 h 3657600"/>
              <a:gd name="connsiteX10" fmla="*/ 534925 w 4419601"/>
              <a:gd name="connsiteY10" fmla="*/ 0 h 3657600"/>
              <a:gd name="connsiteX0" fmla="*/ 534925 w 4419601"/>
              <a:gd name="connsiteY0" fmla="*/ 0 h 3657600"/>
              <a:gd name="connsiteX1" fmla="*/ 3884677 w 4419601"/>
              <a:gd name="connsiteY1" fmla="*/ 0 h 3657600"/>
              <a:gd name="connsiteX2" fmla="*/ 4419601 w 4419601"/>
              <a:gd name="connsiteY2" fmla="*/ 534924 h 3657600"/>
              <a:gd name="connsiteX3" fmla="*/ 4419601 w 4419601"/>
              <a:gd name="connsiteY3" fmla="*/ 1446276 h 3657600"/>
              <a:gd name="connsiteX4" fmla="*/ 3884677 w 4419601"/>
              <a:gd name="connsiteY4" fmla="*/ 1981200 h 3657600"/>
              <a:gd name="connsiteX5" fmla="*/ 2236471 w 4419601"/>
              <a:gd name="connsiteY5" fmla="*/ 1981200 h 3657600"/>
              <a:gd name="connsiteX6" fmla="*/ 1 w 4419601"/>
              <a:gd name="connsiteY6" fmla="*/ 3657600 h 3657600"/>
              <a:gd name="connsiteX7" fmla="*/ 0 w 4419601"/>
              <a:gd name="connsiteY7" fmla="*/ 1080448 h 3657600"/>
              <a:gd name="connsiteX8" fmla="*/ 1 w 4419601"/>
              <a:gd name="connsiteY8" fmla="*/ 1080448 h 3657600"/>
              <a:gd name="connsiteX9" fmla="*/ 1 w 4419601"/>
              <a:gd name="connsiteY9" fmla="*/ 534924 h 3657600"/>
              <a:gd name="connsiteX10" fmla="*/ 534925 w 4419601"/>
              <a:gd name="connsiteY10" fmla="*/ 0 h 3657600"/>
              <a:gd name="connsiteX0" fmla="*/ 534925 w 4419601"/>
              <a:gd name="connsiteY0" fmla="*/ 0 h 3657600"/>
              <a:gd name="connsiteX1" fmla="*/ 3884677 w 4419601"/>
              <a:gd name="connsiteY1" fmla="*/ 0 h 3657600"/>
              <a:gd name="connsiteX2" fmla="*/ 4419601 w 4419601"/>
              <a:gd name="connsiteY2" fmla="*/ 534924 h 3657600"/>
              <a:gd name="connsiteX3" fmla="*/ 4419601 w 4419601"/>
              <a:gd name="connsiteY3" fmla="*/ 1446276 h 3657600"/>
              <a:gd name="connsiteX4" fmla="*/ 3884677 w 4419601"/>
              <a:gd name="connsiteY4" fmla="*/ 1981200 h 3657600"/>
              <a:gd name="connsiteX5" fmla="*/ 2236471 w 4419601"/>
              <a:gd name="connsiteY5" fmla="*/ 1981200 h 3657600"/>
              <a:gd name="connsiteX6" fmla="*/ 1 w 4419601"/>
              <a:gd name="connsiteY6" fmla="*/ 3657600 h 3657600"/>
              <a:gd name="connsiteX7" fmla="*/ 0 w 4419601"/>
              <a:gd name="connsiteY7" fmla="*/ 1080448 h 3657600"/>
              <a:gd name="connsiteX8" fmla="*/ 1 w 4419601"/>
              <a:gd name="connsiteY8" fmla="*/ 1080448 h 3657600"/>
              <a:gd name="connsiteX9" fmla="*/ 1 w 4419601"/>
              <a:gd name="connsiteY9" fmla="*/ 534924 h 3657600"/>
              <a:gd name="connsiteX10" fmla="*/ 534925 w 4419601"/>
              <a:gd name="connsiteY10" fmla="*/ 0 h 3657600"/>
              <a:gd name="connsiteX0" fmla="*/ 541347 w 4426023"/>
              <a:gd name="connsiteY0" fmla="*/ 0 h 3240050"/>
              <a:gd name="connsiteX1" fmla="*/ 3891099 w 4426023"/>
              <a:gd name="connsiteY1" fmla="*/ 0 h 3240050"/>
              <a:gd name="connsiteX2" fmla="*/ 4426023 w 4426023"/>
              <a:gd name="connsiteY2" fmla="*/ 534924 h 3240050"/>
              <a:gd name="connsiteX3" fmla="*/ 4426023 w 4426023"/>
              <a:gd name="connsiteY3" fmla="*/ 1446276 h 3240050"/>
              <a:gd name="connsiteX4" fmla="*/ 3891099 w 4426023"/>
              <a:gd name="connsiteY4" fmla="*/ 1981200 h 3240050"/>
              <a:gd name="connsiteX5" fmla="*/ 2242893 w 4426023"/>
              <a:gd name="connsiteY5" fmla="*/ 1981200 h 3240050"/>
              <a:gd name="connsiteX6" fmla="*/ 0 w 4426023"/>
              <a:gd name="connsiteY6" fmla="*/ 3240050 h 3240050"/>
              <a:gd name="connsiteX7" fmla="*/ 6422 w 4426023"/>
              <a:gd name="connsiteY7" fmla="*/ 1080448 h 3240050"/>
              <a:gd name="connsiteX8" fmla="*/ 6423 w 4426023"/>
              <a:gd name="connsiteY8" fmla="*/ 1080448 h 3240050"/>
              <a:gd name="connsiteX9" fmla="*/ 6423 w 4426023"/>
              <a:gd name="connsiteY9" fmla="*/ 534924 h 3240050"/>
              <a:gd name="connsiteX10" fmla="*/ 541347 w 4426023"/>
              <a:gd name="connsiteY10" fmla="*/ 0 h 3240050"/>
              <a:gd name="connsiteX0" fmla="*/ 534925 w 4419601"/>
              <a:gd name="connsiteY0" fmla="*/ 0 h 3246474"/>
              <a:gd name="connsiteX1" fmla="*/ 3884677 w 4419601"/>
              <a:gd name="connsiteY1" fmla="*/ 0 h 3246474"/>
              <a:gd name="connsiteX2" fmla="*/ 4419601 w 4419601"/>
              <a:gd name="connsiteY2" fmla="*/ 534924 h 3246474"/>
              <a:gd name="connsiteX3" fmla="*/ 4419601 w 4419601"/>
              <a:gd name="connsiteY3" fmla="*/ 1446276 h 3246474"/>
              <a:gd name="connsiteX4" fmla="*/ 3884677 w 4419601"/>
              <a:gd name="connsiteY4" fmla="*/ 1981200 h 3246474"/>
              <a:gd name="connsiteX5" fmla="*/ 2236471 w 4419601"/>
              <a:gd name="connsiteY5" fmla="*/ 1981200 h 3246474"/>
              <a:gd name="connsiteX6" fmla="*/ 2 w 4419601"/>
              <a:gd name="connsiteY6" fmla="*/ 3246474 h 3246474"/>
              <a:gd name="connsiteX7" fmla="*/ 0 w 4419601"/>
              <a:gd name="connsiteY7" fmla="*/ 1080448 h 3246474"/>
              <a:gd name="connsiteX8" fmla="*/ 1 w 4419601"/>
              <a:gd name="connsiteY8" fmla="*/ 1080448 h 3246474"/>
              <a:gd name="connsiteX9" fmla="*/ 1 w 4419601"/>
              <a:gd name="connsiteY9" fmla="*/ 534924 h 3246474"/>
              <a:gd name="connsiteX10" fmla="*/ 534925 w 4419601"/>
              <a:gd name="connsiteY10" fmla="*/ 0 h 324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19601" h="3246474">
                <a:moveTo>
                  <a:pt x="534925" y="0"/>
                </a:moveTo>
                <a:lnTo>
                  <a:pt x="3884677" y="0"/>
                </a:lnTo>
                <a:cubicBezTo>
                  <a:pt x="4180107" y="0"/>
                  <a:pt x="4419601" y="239494"/>
                  <a:pt x="4419601" y="534924"/>
                </a:cubicBezTo>
                <a:lnTo>
                  <a:pt x="4419601" y="1446276"/>
                </a:lnTo>
                <a:cubicBezTo>
                  <a:pt x="4419601" y="1741706"/>
                  <a:pt x="4180107" y="1981200"/>
                  <a:pt x="3884677" y="1981200"/>
                </a:cubicBezTo>
                <a:lnTo>
                  <a:pt x="2236471" y="1981200"/>
                </a:lnTo>
                <a:cubicBezTo>
                  <a:pt x="1001303" y="1981200"/>
                  <a:pt x="299722" y="2361264"/>
                  <a:pt x="2" y="3246474"/>
                </a:cubicBezTo>
                <a:cubicBezTo>
                  <a:pt x="2" y="2387423"/>
                  <a:pt x="0" y="1939499"/>
                  <a:pt x="0" y="1080448"/>
                </a:cubicBezTo>
                <a:lnTo>
                  <a:pt x="1" y="1080448"/>
                </a:lnTo>
                <a:lnTo>
                  <a:pt x="1" y="534924"/>
                </a:lnTo>
                <a:cubicBezTo>
                  <a:pt x="1" y="239494"/>
                  <a:pt x="239495" y="0"/>
                  <a:pt x="534925" y="0"/>
                </a:cubicBezTo>
                <a:close/>
              </a:path>
            </a:pathLst>
          </a:custGeom>
          <a:gradFill flip="none" rotWithShape="1">
            <a:gsLst>
              <a:gs pos="83000">
                <a:srgbClr val="8EC152"/>
              </a:gs>
              <a:gs pos="0">
                <a:srgbClr val="8EC152"/>
              </a:gs>
              <a:gs pos="100000">
                <a:srgbClr val="8EC152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23D55AC0-021F-49D0-9865-331B7534DE06}"/>
              </a:ext>
            </a:extLst>
          </p:cNvPr>
          <p:cNvSpPr/>
          <p:nvPr userDrawn="1"/>
        </p:nvSpPr>
        <p:spPr>
          <a:xfrm flipH="1">
            <a:off x="3193017" y="2744357"/>
            <a:ext cx="2621279" cy="1925494"/>
          </a:xfrm>
          <a:custGeom>
            <a:avLst/>
            <a:gdLst>
              <a:gd name="connsiteX0" fmla="*/ 534925 w 4419601"/>
              <a:gd name="connsiteY0" fmla="*/ 0 h 3657600"/>
              <a:gd name="connsiteX1" fmla="*/ 3884677 w 4419601"/>
              <a:gd name="connsiteY1" fmla="*/ 0 h 3657600"/>
              <a:gd name="connsiteX2" fmla="*/ 4419601 w 4419601"/>
              <a:gd name="connsiteY2" fmla="*/ 534924 h 3657600"/>
              <a:gd name="connsiteX3" fmla="*/ 4419601 w 4419601"/>
              <a:gd name="connsiteY3" fmla="*/ 1446276 h 3657600"/>
              <a:gd name="connsiteX4" fmla="*/ 3884677 w 4419601"/>
              <a:gd name="connsiteY4" fmla="*/ 1981200 h 3657600"/>
              <a:gd name="connsiteX5" fmla="*/ 2236471 w 4419601"/>
              <a:gd name="connsiteY5" fmla="*/ 1981200 h 3657600"/>
              <a:gd name="connsiteX6" fmla="*/ 1 w 4419601"/>
              <a:gd name="connsiteY6" fmla="*/ 3657600 h 3657600"/>
              <a:gd name="connsiteX7" fmla="*/ 0 w 4419601"/>
              <a:gd name="connsiteY7" fmla="*/ 1080448 h 3657600"/>
              <a:gd name="connsiteX8" fmla="*/ 1 w 4419601"/>
              <a:gd name="connsiteY8" fmla="*/ 1080448 h 3657600"/>
              <a:gd name="connsiteX9" fmla="*/ 1 w 4419601"/>
              <a:gd name="connsiteY9" fmla="*/ 534924 h 3657600"/>
              <a:gd name="connsiteX10" fmla="*/ 534925 w 4419601"/>
              <a:gd name="connsiteY10" fmla="*/ 0 h 3657600"/>
              <a:gd name="connsiteX0" fmla="*/ 534925 w 4419601"/>
              <a:gd name="connsiteY0" fmla="*/ 0 h 3657600"/>
              <a:gd name="connsiteX1" fmla="*/ 3884677 w 4419601"/>
              <a:gd name="connsiteY1" fmla="*/ 0 h 3657600"/>
              <a:gd name="connsiteX2" fmla="*/ 4419601 w 4419601"/>
              <a:gd name="connsiteY2" fmla="*/ 534924 h 3657600"/>
              <a:gd name="connsiteX3" fmla="*/ 4419601 w 4419601"/>
              <a:gd name="connsiteY3" fmla="*/ 1446276 h 3657600"/>
              <a:gd name="connsiteX4" fmla="*/ 3884677 w 4419601"/>
              <a:gd name="connsiteY4" fmla="*/ 1981200 h 3657600"/>
              <a:gd name="connsiteX5" fmla="*/ 2236471 w 4419601"/>
              <a:gd name="connsiteY5" fmla="*/ 1981200 h 3657600"/>
              <a:gd name="connsiteX6" fmla="*/ 1 w 4419601"/>
              <a:gd name="connsiteY6" fmla="*/ 3657600 h 3657600"/>
              <a:gd name="connsiteX7" fmla="*/ 0 w 4419601"/>
              <a:gd name="connsiteY7" fmla="*/ 1080448 h 3657600"/>
              <a:gd name="connsiteX8" fmla="*/ 1 w 4419601"/>
              <a:gd name="connsiteY8" fmla="*/ 1080448 h 3657600"/>
              <a:gd name="connsiteX9" fmla="*/ 1 w 4419601"/>
              <a:gd name="connsiteY9" fmla="*/ 534924 h 3657600"/>
              <a:gd name="connsiteX10" fmla="*/ 534925 w 4419601"/>
              <a:gd name="connsiteY10" fmla="*/ 0 h 3657600"/>
              <a:gd name="connsiteX0" fmla="*/ 534925 w 4419601"/>
              <a:gd name="connsiteY0" fmla="*/ 0 h 3657600"/>
              <a:gd name="connsiteX1" fmla="*/ 3884677 w 4419601"/>
              <a:gd name="connsiteY1" fmla="*/ 0 h 3657600"/>
              <a:gd name="connsiteX2" fmla="*/ 4419601 w 4419601"/>
              <a:gd name="connsiteY2" fmla="*/ 534924 h 3657600"/>
              <a:gd name="connsiteX3" fmla="*/ 4419601 w 4419601"/>
              <a:gd name="connsiteY3" fmla="*/ 1446276 h 3657600"/>
              <a:gd name="connsiteX4" fmla="*/ 3884677 w 4419601"/>
              <a:gd name="connsiteY4" fmla="*/ 1981200 h 3657600"/>
              <a:gd name="connsiteX5" fmla="*/ 2236471 w 4419601"/>
              <a:gd name="connsiteY5" fmla="*/ 1981200 h 3657600"/>
              <a:gd name="connsiteX6" fmla="*/ 1 w 4419601"/>
              <a:gd name="connsiteY6" fmla="*/ 3657600 h 3657600"/>
              <a:gd name="connsiteX7" fmla="*/ 0 w 4419601"/>
              <a:gd name="connsiteY7" fmla="*/ 1080448 h 3657600"/>
              <a:gd name="connsiteX8" fmla="*/ 1 w 4419601"/>
              <a:gd name="connsiteY8" fmla="*/ 1080448 h 3657600"/>
              <a:gd name="connsiteX9" fmla="*/ 1 w 4419601"/>
              <a:gd name="connsiteY9" fmla="*/ 534924 h 3657600"/>
              <a:gd name="connsiteX10" fmla="*/ 534925 w 4419601"/>
              <a:gd name="connsiteY10" fmla="*/ 0 h 3657600"/>
              <a:gd name="connsiteX0" fmla="*/ 541347 w 4426023"/>
              <a:gd name="connsiteY0" fmla="*/ 0 h 3240050"/>
              <a:gd name="connsiteX1" fmla="*/ 3891099 w 4426023"/>
              <a:gd name="connsiteY1" fmla="*/ 0 h 3240050"/>
              <a:gd name="connsiteX2" fmla="*/ 4426023 w 4426023"/>
              <a:gd name="connsiteY2" fmla="*/ 534924 h 3240050"/>
              <a:gd name="connsiteX3" fmla="*/ 4426023 w 4426023"/>
              <a:gd name="connsiteY3" fmla="*/ 1446276 h 3240050"/>
              <a:gd name="connsiteX4" fmla="*/ 3891099 w 4426023"/>
              <a:gd name="connsiteY4" fmla="*/ 1981200 h 3240050"/>
              <a:gd name="connsiteX5" fmla="*/ 2242893 w 4426023"/>
              <a:gd name="connsiteY5" fmla="*/ 1981200 h 3240050"/>
              <a:gd name="connsiteX6" fmla="*/ 0 w 4426023"/>
              <a:gd name="connsiteY6" fmla="*/ 3240050 h 3240050"/>
              <a:gd name="connsiteX7" fmla="*/ 6422 w 4426023"/>
              <a:gd name="connsiteY7" fmla="*/ 1080448 h 3240050"/>
              <a:gd name="connsiteX8" fmla="*/ 6423 w 4426023"/>
              <a:gd name="connsiteY8" fmla="*/ 1080448 h 3240050"/>
              <a:gd name="connsiteX9" fmla="*/ 6423 w 4426023"/>
              <a:gd name="connsiteY9" fmla="*/ 534924 h 3240050"/>
              <a:gd name="connsiteX10" fmla="*/ 541347 w 4426023"/>
              <a:gd name="connsiteY10" fmla="*/ 0 h 3240050"/>
              <a:gd name="connsiteX0" fmla="*/ 534925 w 4419601"/>
              <a:gd name="connsiteY0" fmla="*/ 0 h 3246474"/>
              <a:gd name="connsiteX1" fmla="*/ 3884677 w 4419601"/>
              <a:gd name="connsiteY1" fmla="*/ 0 h 3246474"/>
              <a:gd name="connsiteX2" fmla="*/ 4419601 w 4419601"/>
              <a:gd name="connsiteY2" fmla="*/ 534924 h 3246474"/>
              <a:gd name="connsiteX3" fmla="*/ 4419601 w 4419601"/>
              <a:gd name="connsiteY3" fmla="*/ 1446276 h 3246474"/>
              <a:gd name="connsiteX4" fmla="*/ 3884677 w 4419601"/>
              <a:gd name="connsiteY4" fmla="*/ 1981200 h 3246474"/>
              <a:gd name="connsiteX5" fmla="*/ 2236471 w 4419601"/>
              <a:gd name="connsiteY5" fmla="*/ 1981200 h 3246474"/>
              <a:gd name="connsiteX6" fmla="*/ 2 w 4419601"/>
              <a:gd name="connsiteY6" fmla="*/ 3246474 h 3246474"/>
              <a:gd name="connsiteX7" fmla="*/ 0 w 4419601"/>
              <a:gd name="connsiteY7" fmla="*/ 1080448 h 3246474"/>
              <a:gd name="connsiteX8" fmla="*/ 1 w 4419601"/>
              <a:gd name="connsiteY8" fmla="*/ 1080448 h 3246474"/>
              <a:gd name="connsiteX9" fmla="*/ 1 w 4419601"/>
              <a:gd name="connsiteY9" fmla="*/ 534924 h 3246474"/>
              <a:gd name="connsiteX10" fmla="*/ 534925 w 4419601"/>
              <a:gd name="connsiteY10" fmla="*/ 0 h 324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419601" h="3246474">
                <a:moveTo>
                  <a:pt x="534925" y="0"/>
                </a:moveTo>
                <a:lnTo>
                  <a:pt x="3884677" y="0"/>
                </a:lnTo>
                <a:cubicBezTo>
                  <a:pt x="4180107" y="0"/>
                  <a:pt x="4419601" y="239494"/>
                  <a:pt x="4419601" y="534924"/>
                </a:cubicBezTo>
                <a:lnTo>
                  <a:pt x="4419601" y="1446276"/>
                </a:lnTo>
                <a:cubicBezTo>
                  <a:pt x="4419601" y="1741706"/>
                  <a:pt x="4180107" y="1981200"/>
                  <a:pt x="3884677" y="1981200"/>
                </a:cubicBezTo>
                <a:lnTo>
                  <a:pt x="2236471" y="1981200"/>
                </a:lnTo>
                <a:cubicBezTo>
                  <a:pt x="1001303" y="1981200"/>
                  <a:pt x="299722" y="2361264"/>
                  <a:pt x="2" y="3246474"/>
                </a:cubicBezTo>
                <a:cubicBezTo>
                  <a:pt x="2" y="2387423"/>
                  <a:pt x="0" y="1939499"/>
                  <a:pt x="0" y="1080448"/>
                </a:cubicBezTo>
                <a:lnTo>
                  <a:pt x="1" y="1080448"/>
                </a:lnTo>
                <a:lnTo>
                  <a:pt x="1" y="534924"/>
                </a:lnTo>
                <a:cubicBezTo>
                  <a:pt x="1" y="239494"/>
                  <a:pt x="239495" y="0"/>
                  <a:pt x="534925" y="0"/>
                </a:cubicBezTo>
                <a:close/>
              </a:path>
            </a:pathLst>
          </a:custGeom>
          <a:gradFill flip="none" rotWithShape="1">
            <a:gsLst>
              <a:gs pos="81000">
                <a:srgbClr val="ED6A5E"/>
              </a:gs>
              <a:gs pos="0">
                <a:srgbClr val="ED6A5E"/>
              </a:gs>
              <a:gs pos="100000">
                <a:srgbClr val="ED6A5E"/>
              </a:gs>
            </a:gsLst>
            <a:lin ang="108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DD3DCE-FB7A-44E3-8317-5D9A2F072671}"/>
              </a:ext>
            </a:extLst>
          </p:cNvPr>
          <p:cNvSpPr txBox="1"/>
          <p:nvPr userDrawn="1"/>
        </p:nvSpPr>
        <p:spPr>
          <a:xfrm>
            <a:off x="6144698" y="1849516"/>
            <a:ext cx="748923" cy="1107996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1</a:t>
            </a:r>
          </a:p>
        </p:txBody>
      </p:sp>
      <p:pic>
        <p:nvPicPr>
          <p:cNvPr id="29" name="Picture 28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25D53FF4-505C-4DF2-9576-D1E62F50FF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BE249-0C95-48E0-A360-CCFD00A5951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98824" y="396538"/>
            <a:ext cx="6594353" cy="779463"/>
          </a:xfrm>
        </p:spPr>
        <p:txBody>
          <a:bodyPr>
            <a:noAutofit/>
          </a:bodyPr>
          <a:lstStyle>
            <a:lvl1pPr marL="0" indent="0" algn="ctr">
              <a:buNone/>
              <a:defRPr sz="5000" b="1">
                <a:solidFill>
                  <a:srgbClr val="0E78BC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Five Step Template</a:t>
            </a:r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4FBE0C-E2E6-4D02-BF83-7DB9D795B0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80942" y="2218236"/>
            <a:ext cx="1501375" cy="570271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41BE04A-17D3-4E58-91E4-994C6636F0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80943" y="3732462"/>
            <a:ext cx="1501375" cy="570271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3A6343F4-FFFA-4397-B641-93BD8FBD0D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93621" y="5244137"/>
            <a:ext cx="1501375" cy="570271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0CB43F9-EE8F-450C-95C0-9B21938661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1410" y="4673866"/>
            <a:ext cx="1501375" cy="570271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029F73A4-C38B-4CBD-8166-76CED08731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97501" y="3198684"/>
            <a:ext cx="1501375" cy="570271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7A5A49-23EE-4361-A208-EF7C522B9A27}"/>
              </a:ext>
            </a:extLst>
          </p:cNvPr>
          <p:cNvSpPr txBox="1"/>
          <p:nvPr userDrawn="1"/>
        </p:nvSpPr>
        <p:spPr>
          <a:xfrm>
            <a:off x="6138359" y="3432003"/>
            <a:ext cx="748923" cy="1107996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4CE6C7-A3C7-4B4A-89FA-D69BFD3FA04F}"/>
              </a:ext>
            </a:extLst>
          </p:cNvPr>
          <p:cNvSpPr txBox="1"/>
          <p:nvPr userDrawn="1"/>
        </p:nvSpPr>
        <p:spPr>
          <a:xfrm>
            <a:off x="6132020" y="5014490"/>
            <a:ext cx="748923" cy="1107996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171239-FE91-4302-8C82-3AD6B2CC380F}"/>
              </a:ext>
            </a:extLst>
          </p:cNvPr>
          <p:cNvSpPr txBox="1"/>
          <p:nvPr userDrawn="1"/>
        </p:nvSpPr>
        <p:spPr>
          <a:xfrm>
            <a:off x="3373422" y="4279186"/>
            <a:ext cx="748923" cy="1107996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26A391-2CB1-46C6-AC45-02B8170199E5}"/>
              </a:ext>
            </a:extLst>
          </p:cNvPr>
          <p:cNvSpPr txBox="1"/>
          <p:nvPr userDrawn="1"/>
        </p:nvSpPr>
        <p:spPr>
          <a:xfrm>
            <a:off x="3373421" y="2813198"/>
            <a:ext cx="748923" cy="1107996"/>
          </a:xfrm>
          <a:prstGeom prst="rect">
            <a:avLst/>
          </a:prstGeom>
          <a:noFill/>
          <a:effectLst/>
        </p:spPr>
        <p:txBody>
          <a:bodyPr wrap="none" rtlCol="0" anchor="ctr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2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786A510C-BE27-4DBC-AA12-2B488C1311B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80942" y="1918545"/>
            <a:ext cx="1501375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C2D0FB14-0D47-44EB-A536-61834645F14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80941" y="3433010"/>
            <a:ext cx="1501375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19E8CBDA-5590-4669-9F12-3D53079904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93621" y="4947345"/>
            <a:ext cx="1501375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606696BA-5165-464D-A4B9-91205CFF002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101410" y="4375521"/>
            <a:ext cx="1501375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F4906F7-5FFD-40D2-AFAE-02DCE910C6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95736" y="2899873"/>
            <a:ext cx="1501375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2440695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ep_Template_V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89F10B9D-7D21-475C-BFE9-C6ACDF0734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Pentagon 1">
            <a:extLst>
              <a:ext uri="{FF2B5EF4-FFF2-40B4-BE49-F238E27FC236}">
                <a16:creationId xmlns:a16="http://schemas.microsoft.com/office/drawing/2014/main" id="{5C7AF7F5-4B81-4921-8BA8-41810368C1C2}"/>
              </a:ext>
            </a:extLst>
          </p:cNvPr>
          <p:cNvSpPr/>
          <p:nvPr userDrawn="1"/>
        </p:nvSpPr>
        <p:spPr>
          <a:xfrm rot="5400000">
            <a:off x="-166482" y="320725"/>
            <a:ext cx="2483895" cy="1842447"/>
          </a:xfrm>
          <a:prstGeom prst="homePlate">
            <a:avLst>
              <a:gd name="adj" fmla="val 39655"/>
            </a:avLst>
          </a:prstGeom>
          <a:solidFill>
            <a:srgbClr val="004899"/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7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Pentagon 3">
            <a:extLst>
              <a:ext uri="{FF2B5EF4-FFF2-40B4-BE49-F238E27FC236}">
                <a16:creationId xmlns:a16="http://schemas.microsoft.com/office/drawing/2014/main" id="{11E9C380-87AB-4B00-B61C-851BC01E3F30}"/>
              </a:ext>
            </a:extLst>
          </p:cNvPr>
          <p:cNvSpPr/>
          <p:nvPr userDrawn="1"/>
        </p:nvSpPr>
        <p:spPr>
          <a:xfrm rot="5400000">
            <a:off x="1801070" y="320726"/>
            <a:ext cx="2483895" cy="1842447"/>
          </a:xfrm>
          <a:prstGeom prst="homePlate">
            <a:avLst>
              <a:gd name="adj" fmla="val 39655"/>
            </a:avLst>
          </a:prstGeom>
          <a:solidFill>
            <a:srgbClr val="ED6A5E"/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7200" dirty="0"/>
          </a:p>
        </p:txBody>
      </p:sp>
      <p:sp>
        <p:nvSpPr>
          <p:cNvPr id="12" name="Pentagon 5">
            <a:extLst>
              <a:ext uri="{FF2B5EF4-FFF2-40B4-BE49-F238E27FC236}">
                <a16:creationId xmlns:a16="http://schemas.microsoft.com/office/drawing/2014/main" id="{4E3654AC-B264-4481-81C5-1CD8FDA4713B}"/>
              </a:ext>
            </a:extLst>
          </p:cNvPr>
          <p:cNvSpPr/>
          <p:nvPr userDrawn="1"/>
        </p:nvSpPr>
        <p:spPr>
          <a:xfrm rot="5400000">
            <a:off x="3768622" y="320725"/>
            <a:ext cx="2483895" cy="1842447"/>
          </a:xfrm>
          <a:prstGeom prst="homePlate">
            <a:avLst>
              <a:gd name="adj" fmla="val 39655"/>
            </a:avLst>
          </a:prstGeom>
          <a:solidFill>
            <a:srgbClr val="50535A"/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7200" dirty="0"/>
          </a:p>
        </p:txBody>
      </p:sp>
      <p:sp>
        <p:nvSpPr>
          <p:cNvPr id="13" name="Pentagon 7">
            <a:extLst>
              <a:ext uri="{FF2B5EF4-FFF2-40B4-BE49-F238E27FC236}">
                <a16:creationId xmlns:a16="http://schemas.microsoft.com/office/drawing/2014/main" id="{06E35EAB-E198-43B0-B4FF-0BF12E1A0794}"/>
              </a:ext>
            </a:extLst>
          </p:cNvPr>
          <p:cNvSpPr/>
          <p:nvPr userDrawn="1"/>
        </p:nvSpPr>
        <p:spPr>
          <a:xfrm rot="5400000">
            <a:off x="5736174" y="320726"/>
            <a:ext cx="2483895" cy="1842447"/>
          </a:xfrm>
          <a:prstGeom prst="homePlate">
            <a:avLst>
              <a:gd name="adj" fmla="val 39655"/>
            </a:avLst>
          </a:prstGeom>
          <a:solidFill>
            <a:srgbClr val="FAB54D"/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7200" dirty="0"/>
          </a:p>
        </p:txBody>
      </p:sp>
      <p:sp>
        <p:nvSpPr>
          <p:cNvPr id="14" name="Pentagon 9">
            <a:extLst>
              <a:ext uri="{FF2B5EF4-FFF2-40B4-BE49-F238E27FC236}">
                <a16:creationId xmlns:a16="http://schemas.microsoft.com/office/drawing/2014/main" id="{FF06F664-C04E-4916-B1E6-8F259EFDA3E8}"/>
              </a:ext>
            </a:extLst>
          </p:cNvPr>
          <p:cNvSpPr/>
          <p:nvPr userDrawn="1"/>
        </p:nvSpPr>
        <p:spPr>
          <a:xfrm rot="5400000">
            <a:off x="7703725" y="320726"/>
            <a:ext cx="2483895" cy="1842447"/>
          </a:xfrm>
          <a:prstGeom prst="homePlate">
            <a:avLst>
              <a:gd name="adj" fmla="val 39655"/>
            </a:avLst>
          </a:prstGeom>
          <a:solidFill>
            <a:srgbClr val="8EC152"/>
          </a:solidFill>
          <a:ln>
            <a:noFill/>
          </a:ln>
          <a:effectLst>
            <a:innerShdw blurRad="63500" dist="508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US" sz="72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08EC58-FE58-42BA-9A2D-CCEFBCF25068}"/>
              </a:ext>
            </a:extLst>
          </p:cNvPr>
          <p:cNvGrpSpPr/>
          <p:nvPr userDrawn="1"/>
        </p:nvGrpSpPr>
        <p:grpSpPr>
          <a:xfrm>
            <a:off x="154241" y="2483895"/>
            <a:ext cx="1842447" cy="4374104"/>
            <a:chOff x="1228298" y="2483895"/>
            <a:chExt cx="1842447" cy="4374104"/>
          </a:xfrm>
        </p:grpSpPr>
        <p:sp>
          <p:nvSpPr>
            <p:cNvPr id="16" name="Pentagon 2">
              <a:extLst>
                <a:ext uri="{FF2B5EF4-FFF2-40B4-BE49-F238E27FC236}">
                  <a16:creationId xmlns:a16="http://schemas.microsoft.com/office/drawing/2014/main" id="{6AEC0401-03B9-41C4-9950-4BB7245C5EB3}"/>
                </a:ext>
              </a:extLst>
            </p:cNvPr>
            <p:cNvSpPr/>
            <p:nvPr/>
          </p:nvSpPr>
          <p:spPr>
            <a:xfrm rot="16200000" flipV="1">
              <a:off x="-37530" y="3749723"/>
              <a:ext cx="4374104" cy="1842447"/>
            </a:xfrm>
            <a:prstGeom prst="homePlate">
              <a:avLst>
                <a:gd name="adj" fmla="val 39655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85000"/>
                </a:schemeClr>
              </a:solidFill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6716017-B4FF-423F-9614-E7E89B44222F}"/>
                </a:ext>
              </a:extLst>
            </p:cNvPr>
            <p:cNvSpPr/>
            <p:nvPr/>
          </p:nvSpPr>
          <p:spPr>
            <a:xfrm>
              <a:off x="1746913" y="3330054"/>
              <a:ext cx="805218" cy="805218"/>
            </a:xfrm>
            <a:prstGeom prst="ellipse">
              <a:avLst/>
            </a:prstGeom>
            <a:solidFill>
              <a:srgbClr val="0048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9DDDE43-EE6D-46FD-888E-85088DCA68F5}"/>
              </a:ext>
            </a:extLst>
          </p:cNvPr>
          <p:cNvGrpSpPr/>
          <p:nvPr userDrawn="1"/>
        </p:nvGrpSpPr>
        <p:grpSpPr>
          <a:xfrm>
            <a:off x="2121793" y="2483896"/>
            <a:ext cx="1842447" cy="4374104"/>
            <a:chOff x="3195850" y="2483896"/>
            <a:chExt cx="1842447" cy="4374104"/>
          </a:xfrm>
        </p:grpSpPr>
        <p:sp>
          <p:nvSpPr>
            <p:cNvPr id="22" name="Pentagon 4">
              <a:extLst>
                <a:ext uri="{FF2B5EF4-FFF2-40B4-BE49-F238E27FC236}">
                  <a16:creationId xmlns:a16="http://schemas.microsoft.com/office/drawing/2014/main" id="{0B096371-E6A1-4855-85BC-8657704F0EE0}"/>
                </a:ext>
              </a:extLst>
            </p:cNvPr>
            <p:cNvSpPr/>
            <p:nvPr/>
          </p:nvSpPr>
          <p:spPr>
            <a:xfrm rot="16200000" flipV="1">
              <a:off x="1930022" y="3749724"/>
              <a:ext cx="4374104" cy="1842447"/>
            </a:xfrm>
            <a:prstGeom prst="homePlate">
              <a:avLst>
                <a:gd name="adj" fmla="val 39655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85000"/>
                </a:schemeClr>
              </a:solidFill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BF7A0BE-AC6A-490A-969D-AA5058BA28AE}"/>
                </a:ext>
              </a:extLst>
            </p:cNvPr>
            <p:cNvSpPr/>
            <p:nvPr/>
          </p:nvSpPr>
          <p:spPr>
            <a:xfrm>
              <a:off x="3714465" y="3330054"/>
              <a:ext cx="805218" cy="805218"/>
            </a:xfrm>
            <a:prstGeom prst="ellipse">
              <a:avLst/>
            </a:prstGeom>
            <a:solidFill>
              <a:srgbClr val="F3A0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3736211-CC61-4414-97DC-41728E400D0C}"/>
              </a:ext>
            </a:extLst>
          </p:cNvPr>
          <p:cNvGrpSpPr/>
          <p:nvPr userDrawn="1"/>
        </p:nvGrpSpPr>
        <p:grpSpPr>
          <a:xfrm>
            <a:off x="4089345" y="2483895"/>
            <a:ext cx="1842447" cy="4374104"/>
            <a:chOff x="5163402" y="2483895"/>
            <a:chExt cx="1842447" cy="4374104"/>
          </a:xfrm>
        </p:grpSpPr>
        <p:sp>
          <p:nvSpPr>
            <p:cNvPr id="28" name="Pentagon 6">
              <a:extLst>
                <a:ext uri="{FF2B5EF4-FFF2-40B4-BE49-F238E27FC236}">
                  <a16:creationId xmlns:a16="http://schemas.microsoft.com/office/drawing/2014/main" id="{75F23ED8-ADB9-412C-AF44-9B8AAFD602E5}"/>
                </a:ext>
              </a:extLst>
            </p:cNvPr>
            <p:cNvSpPr/>
            <p:nvPr/>
          </p:nvSpPr>
          <p:spPr>
            <a:xfrm rot="16200000" flipV="1">
              <a:off x="3897574" y="3749723"/>
              <a:ext cx="4374104" cy="1842447"/>
            </a:xfrm>
            <a:prstGeom prst="homePlate">
              <a:avLst>
                <a:gd name="adj" fmla="val 39655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85000"/>
                </a:schemeClr>
              </a:solidFill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980A760-6047-459F-8C90-8B5AC7502F6F}"/>
                </a:ext>
              </a:extLst>
            </p:cNvPr>
            <p:cNvSpPr/>
            <p:nvPr userDrawn="1"/>
          </p:nvSpPr>
          <p:spPr>
            <a:xfrm>
              <a:off x="5682017" y="3330054"/>
              <a:ext cx="805218" cy="805218"/>
            </a:xfrm>
            <a:prstGeom prst="ellipse">
              <a:avLst/>
            </a:prstGeom>
            <a:solidFill>
              <a:srgbClr val="5053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1F466F0-F785-4B23-AD95-22AF15F592D6}"/>
              </a:ext>
            </a:extLst>
          </p:cNvPr>
          <p:cNvGrpSpPr/>
          <p:nvPr userDrawn="1"/>
        </p:nvGrpSpPr>
        <p:grpSpPr>
          <a:xfrm>
            <a:off x="6056897" y="2483896"/>
            <a:ext cx="1842447" cy="4374104"/>
            <a:chOff x="7130954" y="2483896"/>
            <a:chExt cx="1842447" cy="4374104"/>
          </a:xfrm>
        </p:grpSpPr>
        <p:sp>
          <p:nvSpPr>
            <p:cNvPr id="34" name="Pentagon 8">
              <a:extLst>
                <a:ext uri="{FF2B5EF4-FFF2-40B4-BE49-F238E27FC236}">
                  <a16:creationId xmlns:a16="http://schemas.microsoft.com/office/drawing/2014/main" id="{EAE041EE-6B4E-44A5-AA9D-16DE9294174D}"/>
                </a:ext>
              </a:extLst>
            </p:cNvPr>
            <p:cNvSpPr/>
            <p:nvPr/>
          </p:nvSpPr>
          <p:spPr>
            <a:xfrm rot="16200000" flipV="1">
              <a:off x="5865126" y="3749724"/>
              <a:ext cx="4374104" cy="1842447"/>
            </a:xfrm>
            <a:prstGeom prst="homePlate">
              <a:avLst>
                <a:gd name="adj" fmla="val 39655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85000"/>
                </a:schemeClr>
              </a:solidFill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BAF2868-4417-4DA7-B242-54D31B754232}"/>
                </a:ext>
              </a:extLst>
            </p:cNvPr>
            <p:cNvSpPr/>
            <p:nvPr/>
          </p:nvSpPr>
          <p:spPr>
            <a:xfrm>
              <a:off x="7649569" y="3330054"/>
              <a:ext cx="805218" cy="805218"/>
            </a:xfrm>
            <a:prstGeom prst="ellipse">
              <a:avLst/>
            </a:prstGeom>
            <a:solidFill>
              <a:srgbClr val="FBC0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A21AB2B-F789-4279-B32C-421F08F7458B}"/>
              </a:ext>
            </a:extLst>
          </p:cNvPr>
          <p:cNvGrpSpPr/>
          <p:nvPr userDrawn="1"/>
        </p:nvGrpSpPr>
        <p:grpSpPr>
          <a:xfrm>
            <a:off x="8024448" y="2483896"/>
            <a:ext cx="1842447" cy="4374104"/>
            <a:chOff x="9098505" y="2483896"/>
            <a:chExt cx="1842447" cy="4374104"/>
          </a:xfrm>
        </p:grpSpPr>
        <p:sp>
          <p:nvSpPr>
            <p:cNvPr id="42" name="Pentagon 10">
              <a:extLst>
                <a:ext uri="{FF2B5EF4-FFF2-40B4-BE49-F238E27FC236}">
                  <a16:creationId xmlns:a16="http://schemas.microsoft.com/office/drawing/2014/main" id="{4166C013-5A19-46A8-BE8F-0CA56E7D8520}"/>
                </a:ext>
              </a:extLst>
            </p:cNvPr>
            <p:cNvSpPr/>
            <p:nvPr/>
          </p:nvSpPr>
          <p:spPr>
            <a:xfrm rot="16200000" flipV="1">
              <a:off x="7832677" y="3749724"/>
              <a:ext cx="4374104" cy="1842447"/>
            </a:xfrm>
            <a:prstGeom prst="homePlate">
              <a:avLst>
                <a:gd name="adj" fmla="val 39655"/>
              </a:avLst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1">
                  <a:lumMod val="85000"/>
                </a:schemeClr>
              </a:solidFill>
            </a:ln>
            <a:effectLst>
              <a:innerShdw blurRad="63500" dist="508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81C12034-6E3D-46FD-8931-E8DF77D4F689}"/>
                </a:ext>
              </a:extLst>
            </p:cNvPr>
            <p:cNvSpPr/>
            <p:nvPr/>
          </p:nvSpPr>
          <p:spPr>
            <a:xfrm>
              <a:off x="9617120" y="3330054"/>
              <a:ext cx="805218" cy="805218"/>
            </a:xfrm>
            <a:prstGeom prst="ellipse">
              <a:avLst/>
            </a:prstGeom>
            <a:solidFill>
              <a:srgbClr val="8EC1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9" name="Picture 48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32541DE6-49E6-4295-A77F-BD477FF72B1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2589" y="394722"/>
            <a:ext cx="1304146" cy="254945"/>
          </a:xfrm>
          <a:prstGeom prst="rect">
            <a:avLst/>
          </a:prstGeom>
        </p:spPr>
      </p:pic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52FBF5E6-B996-4521-9529-49A79C199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7572" y="525449"/>
            <a:ext cx="1501375" cy="915835"/>
          </a:xfrm>
          <a:effectLst/>
        </p:spPr>
        <p:txBody>
          <a:bodyPr anchor="t">
            <a:noAutofit/>
          </a:bodyPr>
          <a:lstStyle>
            <a:lvl1pPr marL="0" indent="0" algn="ctr">
              <a:buNone/>
              <a:defRPr sz="80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1</a:t>
            </a:r>
            <a:endParaRPr lang="en-ZA" dirty="0"/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5BEA9BD6-6FE6-44D4-973D-F811433E7BC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292329" y="530438"/>
            <a:ext cx="1501375" cy="915835"/>
          </a:xfrm>
          <a:effectLst/>
        </p:spPr>
        <p:txBody>
          <a:bodyPr anchor="t">
            <a:noAutofit/>
          </a:bodyPr>
          <a:lstStyle>
            <a:lvl1pPr marL="0" indent="0" algn="ctr">
              <a:buNone/>
              <a:defRPr sz="80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2</a:t>
            </a:r>
            <a:endParaRPr lang="en-ZA" dirty="0"/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F7BB6749-6F1C-41EE-935B-88893D02B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59881" y="526038"/>
            <a:ext cx="1501375" cy="915835"/>
          </a:xfrm>
          <a:effectLst/>
        </p:spPr>
        <p:txBody>
          <a:bodyPr anchor="t">
            <a:noAutofit/>
          </a:bodyPr>
          <a:lstStyle>
            <a:lvl1pPr marL="0" indent="0" algn="ctr">
              <a:buNone/>
              <a:defRPr sz="80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3</a:t>
            </a:r>
            <a:endParaRPr lang="en-ZA" dirty="0"/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32FEE7E0-B4A2-48CE-A984-A00B2C1FC9A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27433" y="540416"/>
            <a:ext cx="1501375" cy="915835"/>
          </a:xfrm>
          <a:effectLst/>
        </p:spPr>
        <p:txBody>
          <a:bodyPr anchor="t">
            <a:noAutofit/>
          </a:bodyPr>
          <a:lstStyle>
            <a:lvl1pPr marL="0" indent="0" algn="ctr">
              <a:buNone/>
              <a:defRPr sz="80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4</a:t>
            </a:r>
            <a:endParaRPr lang="en-ZA" dirty="0"/>
          </a:p>
        </p:txBody>
      </p:sp>
      <p:sp>
        <p:nvSpPr>
          <p:cNvPr id="53" name="Text Placeholder 4">
            <a:extLst>
              <a:ext uri="{FF2B5EF4-FFF2-40B4-BE49-F238E27FC236}">
                <a16:creationId xmlns:a16="http://schemas.microsoft.com/office/drawing/2014/main" id="{006AE439-D3DD-472B-8BB8-8CCFE9AF665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94984" y="536016"/>
            <a:ext cx="1501375" cy="915835"/>
          </a:xfrm>
          <a:effectLst/>
        </p:spPr>
        <p:txBody>
          <a:bodyPr anchor="t">
            <a:noAutofit/>
          </a:bodyPr>
          <a:lstStyle>
            <a:lvl1pPr marL="0" indent="0" algn="ctr">
              <a:buNone/>
              <a:defRPr sz="80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5</a:t>
            </a:r>
            <a:endParaRPr lang="en-ZA" dirty="0"/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80E16E6C-21D6-4717-8DB8-1549B5DC57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7572" y="4571711"/>
            <a:ext cx="1501375" cy="1760840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0932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5" name="Text Placeholder 4">
            <a:extLst>
              <a:ext uri="{FF2B5EF4-FFF2-40B4-BE49-F238E27FC236}">
                <a16:creationId xmlns:a16="http://schemas.microsoft.com/office/drawing/2014/main" id="{5BC6CF0C-003A-4621-A09A-60E853C5756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292328" y="4571895"/>
            <a:ext cx="1501375" cy="1760840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0932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A320821C-C7EA-4F8D-8837-4B716B814D6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259880" y="4563532"/>
            <a:ext cx="1501375" cy="1760840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0932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756F3E8E-3F46-4BF4-8BD9-AF9A2AED591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27432" y="4572263"/>
            <a:ext cx="1501375" cy="1760840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0932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1D813A21-D820-49D7-9CDC-36B383A3DE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194983" y="4572447"/>
            <a:ext cx="1501375" cy="1760840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09326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9" name="Picture Placeholder 70">
            <a:extLst>
              <a:ext uri="{FF2B5EF4-FFF2-40B4-BE49-F238E27FC236}">
                <a16:creationId xmlns:a16="http://schemas.microsoft.com/office/drawing/2014/main" id="{0084F47A-94F5-4D54-835A-E4A117CB1A0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30356" y="3495906"/>
            <a:ext cx="473513" cy="4735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60" name="Picture Placeholder 70">
            <a:extLst>
              <a:ext uri="{FF2B5EF4-FFF2-40B4-BE49-F238E27FC236}">
                <a16:creationId xmlns:a16="http://schemas.microsoft.com/office/drawing/2014/main" id="{DF11D98F-78A3-43C2-B0B4-282F9F2B8E9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2800885" y="3495905"/>
            <a:ext cx="473513" cy="4735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61" name="Picture Placeholder 70">
            <a:extLst>
              <a:ext uri="{FF2B5EF4-FFF2-40B4-BE49-F238E27FC236}">
                <a16:creationId xmlns:a16="http://schemas.microsoft.com/office/drawing/2014/main" id="{26EEA143-0C4D-4C63-BBC0-5EB50F2DD3A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771414" y="3495904"/>
            <a:ext cx="473513" cy="4735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62" name="Picture Placeholder 70">
            <a:extLst>
              <a:ext uri="{FF2B5EF4-FFF2-40B4-BE49-F238E27FC236}">
                <a16:creationId xmlns:a16="http://schemas.microsoft.com/office/drawing/2014/main" id="{1DFF7F99-245E-46D3-BFF8-D7B78AB50F76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741943" y="3495903"/>
            <a:ext cx="473513" cy="4735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63" name="Picture Placeholder 70">
            <a:extLst>
              <a:ext uri="{FF2B5EF4-FFF2-40B4-BE49-F238E27FC236}">
                <a16:creationId xmlns:a16="http://schemas.microsoft.com/office/drawing/2014/main" id="{7E75BE63-036A-4401-A827-68A8E27CFE3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712472" y="3495902"/>
            <a:ext cx="473513" cy="4735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9766355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ep_Template_V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38F94E36-CA5B-4647-A1AA-8905601CDF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21" y="0"/>
            <a:ext cx="12192000" cy="6858000"/>
          </a:xfrm>
          <a:prstGeom prst="rect">
            <a:avLst/>
          </a:prstGeom>
        </p:spPr>
      </p:pic>
      <p:pic>
        <p:nvPicPr>
          <p:cNvPr id="55" name="Picture 54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8B43C58A-1207-0F4E-B4C7-CCDFB0A605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FFAA3BB1-E833-F545-82A2-A7A7A939B0B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583784" y="2489452"/>
            <a:ext cx="1362410" cy="1361366"/>
          </a:xfrm>
          <a:custGeom>
            <a:avLst/>
            <a:gdLst>
              <a:gd name="T0" fmla="*/ 1676 w 3916"/>
              <a:gd name="T1" fmla="*/ 549 h 3913"/>
              <a:gd name="T2" fmla="*/ 1301 w 3916"/>
              <a:gd name="T3" fmla="*/ 681 h 3913"/>
              <a:gd name="T4" fmla="*/ 973 w 3916"/>
              <a:gd name="T5" fmla="*/ 911 h 3913"/>
              <a:gd name="T6" fmla="*/ 719 w 3916"/>
              <a:gd name="T7" fmla="*/ 1226 h 3913"/>
              <a:gd name="T8" fmla="*/ 563 w 3916"/>
              <a:gd name="T9" fmla="*/ 1601 h 3913"/>
              <a:gd name="T10" fmla="*/ 521 w 3916"/>
              <a:gd name="T11" fmla="*/ 2000 h 3913"/>
              <a:gd name="T12" fmla="*/ 584 w 3916"/>
              <a:gd name="T13" fmla="*/ 2396 h 3913"/>
              <a:gd name="T14" fmla="*/ 759 w 3916"/>
              <a:gd name="T15" fmla="*/ 2758 h 3913"/>
              <a:gd name="T16" fmla="*/ 1039 w 3916"/>
              <a:gd name="T17" fmla="*/ 3065 h 3913"/>
              <a:gd name="T18" fmla="*/ 1391 w 3916"/>
              <a:gd name="T19" fmla="*/ 3276 h 3913"/>
              <a:gd name="T20" fmla="*/ 1785 w 3916"/>
              <a:gd name="T21" fmla="*/ 3382 h 3913"/>
              <a:gd name="T22" fmla="*/ 2197 w 3916"/>
              <a:gd name="T23" fmla="*/ 3374 h 3913"/>
              <a:gd name="T24" fmla="*/ 2591 w 3916"/>
              <a:gd name="T25" fmla="*/ 3247 h 3913"/>
              <a:gd name="T26" fmla="*/ 2922 w 3916"/>
              <a:gd name="T27" fmla="*/ 3022 h 3913"/>
              <a:gd name="T28" fmla="*/ 3170 w 3916"/>
              <a:gd name="T29" fmla="*/ 2716 h 3913"/>
              <a:gd name="T30" fmla="*/ 3331 w 3916"/>
              <a:gd name="T31" fmla="*/ 2356 h 3913"/>
              <a:gd name="T32" fmla="*/ 3392 w 3916"/>
              <a:gd name="T33" fmla="*/ 1957 h 3913"/>
              <a:gd name="T34" fmla="*/ 3323 w 3916"/>
              <a:gd name="T35" fmla="*/ 1532 h 3913"/>
              <a:gd name="T36" fmla="*/ 3138 w 3916"/>
              <a:gd name="T37" fmla="*/ 1152 h 3913"/>
              <a:gd name="T38" fmla="*/ 2858 w 3916"/>
              <a:gd name="T39" fmla="*/ 842 h 3913"/>
              <a:gd name="T40" fmla="*/ 2493 w 3916"/>
              <a:gd name="T41" fmla="*/ 626 h 3913"/>
              <a:gd name="T42" fmla="*/ 2078 w 3916"/>
              <a:gd name="T43" fmla="*/ 525 h 3913"/>
              <a:gd name="T44" fmla="*/ 2141 w 3916"/>
              <a:gd name="T45" fmla="*/ 7 h 3913"/>
              <a:gd name="T46" fmla="*/ 2604 w 3916"/>
              <a:gd name="T47" fmla="*/ 111 h 3913"/>
              <a:gd name="T48" fmla="*/ 3041 w 3916"/>
              <a:gd name="T49" fmla="*/ 332 h 3913"/>
              <a:gd name="T50" fmla="*/ 3400 w 3916"/>
              <a:gd name="T51" fmla="*/ 644 h 3913"/>
              <a:gd name="T52" fmla="*/ 3673 w 3916"/>
              <a:gd name="T53" fmla="*/ 1030 h 3913"/>
              <a:gd name="T54" fmla="*/ 3850 w 3916"/>
              <a:gd name="T55" fmla="*/ 1474 h 3913"/>
              <a:gd name="T56" fmla="*/ 3916 w 3916"/>
              <a:gd name="T57" fmla="*/ 1957 h 3913"/>
              <a:gd name="T58" fmla="*/ 3850 w 3916"/>
              <a:gd name="T59" fmla="*/ 2433 h 3913"/>
              <a:gd name="T60" fmla="*/ 3678 w 3916"/>
              <a:gd name="T61" fmla="*/ 2877 h 3913"/>
              <a:gd name="T62" fmla="*/ 3408 w 3916"/>
              <a:gd name="T63" fmla="*/ 3263 h 3913"/>
              <a:gd name="T64" fmla="*/ 3059 w 3916"/>
              <a:gd name="T65" fmla="*/ 3577 h 3913"/>
              <a:gd name="T66" fmla="*/ 2639 w 3916"/>
              <a:gd name="T67" fmla="*/ 3796 h 3913"/>
              <a:gd name="T68" fmla="*/ 2163 w 3916"/>
              <a:gd name="T69" fmla="*/ 3902 h 3913"/>
              <a:gd name="T70" fmla="*/ 1689 w 3916"/>
              <a:gd name="T71" fmla="*/ 3894 h 3913"/>
              <a:gd name="T72" fmla="*/ 1235 w 3916"/>
              <a:gd name="T73" fmla="*/ 3773 h 3913"/>
              <a:gd name="T74" fmla="*/ 822 w 3916"/>
              <a:gd name="T75" fmla="*/ 3553 h 3913"/>
              <a:gd name="T76" fmla="*/ 473 w 3916"/>
              <a:gd name="T77" fmla="*/ 3239 h 3913"/>
              <a:gd name="T78" fmla="*/ 201 w 3916"/>
              <a:gd name="T79" fmla="*/ 2835 h 3913"/>
              <a:gd name="T80" fmla="*/ 39 w 3916"/>
              <a:gd name="T81" fmla="*/ 2372 h 3913"/>
              <a:gd name="T82" fmla="*/ 0 w 3916"/>
              <a:gd name="T83" fmla="*/ 1891 h 3913"/>
              <a:gd name="T84" fmla="*/ 76 w 3916"/>
              <a:gd name="T85" fmla="*/ 1416 h 3913"/>
              <a:gd name="T86" fmla="*/ 267 w 3916"/>
              <a:gd name="T87" fmla="*/ 969 h 3913"/>
              <a:gd name="T88" fmla="*/ 560 w 3916"/>
              <a:gd name="T89" fmla="*/ 581 h 3913"/>
              <a:gd name="T90" fmla="*/ 933 w 3916"/>
              <a:gd name="T91" fmla="*/ 288 h 3913"/>
              <a:gd name="T92" fmla="*/ 1361 w 3916"/>
              <a:gd name="T93" fmla="*/ 92 h 3913"/>
              <a:gd name="T94" fmla="*/ 1824 w 3916"/>
              <a:gd name="T95" fmla="*/ 5 h 39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916" h="3913">
                <a:moveTo>
                  <a:pt x="1943" y="520"/>
                </a:moveTo>
                <a:lnTo>
                  <a:pt x="1808" y="528"/>
                </a:lnTo>
                <a:lnTo>
                  <a:pt x="1676" y="549"/>
                </a:lnTo>
                <a:lnTo>
                  <a:pt x="1547" y="581"/>
                </a:lnTo>
                <a:lnTo>
                  <a:pt x="1420" y="626"/>
                </a:lnTo>
                <a:lnTo>
                  <a:pt x="1301" y="681"/>
                </a:lnTo>
                <a:lnTo>
                  <a:pt x="1184" y="747"/>
                </a:lnTo>
                <a:lnTo>
                  <a:pt x="1073" y="824"/>
                </a:lnTo>
                <a:lnTo>
                  <a:pt x="973" y="911"/>
                </a:lnTo>
                <a:lnTo>
                  <a:pt x="878" y="1006"/>
                </a:lnTo>
                <a:lnTo>
                  <a:pt x="793" y="1112"/>
                </a:lnTo>
                <a:lnTo>
                  <a:pt x="719" y="1226"/>
                </a:lnTo>
                <a:lnTo>
                  <a:pt x="653" y="1344"/>
                </a:lnTo>
                <a:lnTo>
                  <a:pt x="603" y="1471"/>
                </a:lnTo>
                <a:lnTo>
                  <a:pt x="563" y="1601"/>
                </a:lnTo>
                <a:lnTo>
                  <a:pt x="536" y="1733"/>
                </a:lnTo>
                <a:lnTo>
                  <a:pt x="521" y="1865"/>
                </a:lnTo>
                <a:lnTo>
                  <a:pt x="521" y="2000"/>
                </a:lnTo>
                <a:lnTo>
                  <a:pt x="529" y="2132"/>
                </a:lnTo>
                <a:lnTo>
                  <a:pt x="552" y="2264"/>
                </a:lnTo>
                <a:lnTo>
                  <a:pt x="584" y="2396"/>
                </a:lnTo>
                <a:lnTo>
                  <a:pt x="632" y="2520"/>
                </a:lnTo>
                <a:lnTo>
                  <a:pt x="690" y="2642"/>
                </a:lnTo>
                <a:lnTo>
                  <a:pt x="759" y="2758"/>
                </a:lnTo>
                <a:lnTo>
                  <a:pt x="843" y="2869"/>
                </a:lnTo>
                <a:lnTo>
                  <a:pt x="936" y="2972"/>
                </a:lnTo>
                <a:lnTo>
                  <a:pt x="1039" y="3065"/>
                </a:lnTo>
                <a:lnTo>
                  <a:pt x="1150" y="3146"/>
                </a:lnTo>
                <a:lnTo>
                  <a:pt x="1269" y="3218"/>
                </a:lnTo>
                <a:lnTo>
                  <a:pt x="1391" y="3276"/>
                </a:lnTo>
                <a:lnTo>
                  <a:pt x="1520" y="3323"/>
                </a:lnTo>
                <a:lnTo>
                  <a:pt x="1652" y="3360"/>
                </a:lnTo>
                <a:lnTo>
                  <a:pt x="1785" y="3382"/>
                </a:lnTo>
                <a:lnTo>
                  <a:pt x="1922" y="3392"/>
                </a:lnTo>
                <a:lnTo>
                  <a:pt x="2060" y="3390"/>
                </a:lnTo>
                <a:lnTo>
                  <a:pt x="2197" y="3374"/>
                </a:lnTo>
                <a:lnTo>
                  <a:pt x="2332" y="3345"/>
                </a:lnTo>
                <a:lnTo>
                  <a:pt x="2467" y="3302"/>
                </a:lnTo>
                <a:lnTo>
                  <a:pt x="2591" y="3247"/>
                </a:lnTo>
                <a:lnTo>
                  <a:pt x="2710" y="3183"/>
                </a:lnTo>
                <a:lnTo>
                  <a:pt x="2818" y="3107"/>
                </a:lnTo>
                <a:lnTo>
                  <a:pt x="2922" y="3022"/>
                </a:lnTo>
                <a:lnTo>
                  <a:pt x="3014" y="2927"/>
                </a:lnTo>
                <a:lnTo>
                  <a:pt x="3096" y="2827"/>
                </a:lnTo>
                <a:lnTo>
                  <a:pt x="3170" y="2716"/>
                </a:lnTo>
                <a:lnTo>
                  <a:pt x="3236" y="2602"/>
                </a:lnTo>
                <a:lnTo>
                  <a:pt x="3289" y="2481"/>
                </a:lnTo>
                <a:lnTo>
                  <a:pt x="3331" y="2356"/>
                </a:lnTo>
                <a:lnTo>
                  <a:pt x="3363" y="2227"/>
                </a:lnTo>
                <a:lnTo>
                  <a:pt x="3384" y="2092"/>
                </a:lnTo>
                <a:lnTo>
                  <a:pt x="3392" y="1957"/>
                </a:lnTo>
                <a:lnTo>
                  <a:pt x="3382" y="1812"/>
                </a:lnTo>
                <a:lnTo>
                  <a:pt x="3358" y="1669"/>
                </a:lnTo>
                <a:lnTo>
                  <a:pt x="3323" y="1532"/>
                </a:lnTo>
                <a:lnTo>
                  <a:pt x="3273" y="1397"/>
                </a:lnTo>
                <a:lnTo>
                  <a:pt x="3212" y="1270"/>
                </a:lnTo>
                <a:lnTo>
                  <a:pt x="3138" y="1152"/>
                </a:lnTo>
                <a:lnTo>
                  <a:pt x="3054" y="1041"/>
                </a:lnTo>
                <a:lnTo>
                  <a:pt x="2961" y="938"/>
                </a:lnTo>
                <a:lnTo>
                  <a:pt x="2858" y="842"/>
                </a:lnTo>
                <a:lnTo>
                  <a:pt x="2744" y="761"/>
                </a:lnTo>
                <a:lnTo>
                  <a:pt x="2623" y="687"/>
                </a:lnTo>
                <a:lnTo>
                  <a:pt x="2493" y="626"/>
                </a:lnTo>
                <a:lnTo>
                  <a:pt x="2356" y="578"/>
                </a:lnTo>
                <a:lnTo>
                  <a:pt x="2213" y="544"/>
                </a:lnTo>
                <a:lnTo>
                  <a:pt x="2078" y="525"/>
                </a:lnTo>
                <a:lnTo>
                  <a:pt x="1943" y="520"/>
                </a:lnTo>
                <a:close/>
                <a:moveTo>
                  <a:pt x="1983" y="0"/>
                </a:moveTo>
                <a:lnTo>
                  <a:pt x="2141" y="7"/>
                </a:lnTo>
                <a:lnTo>
                  <a:pt x="2298" y="29"/>
                </a:lnTo>
                <a:lnTo>
                  <a:pt x="2454" y="63"/>
                </a:lnTo>
                <a:lnTo>
                  <a:pt x="2604" y="111"/>
                </a:lnTo>
                <a:lnTo>
                  <a:pt x="2758" y="171"/>
                </a:lnTo>
                <a:lnTo>
                  <a:pt x="2903" y="245"/>
                </a:lnTo>
                <a:lnTo>
                  <a:pt x="3041" y="332"/>
                </a:lnTo>
                <a:lnTo>
                  <a:pt x="3170" y="425"/>
                </a:lnTo>
                <a:lnTo>
                  <a:pt x="3289" y="531"/>
                </a:lnTo>
                <a:lnTo>
                  <a:pt x="3400" y="644"/>
                </a:lnTo>
                <a:lnTo>
                  <a:pt x="3501" y="766"/>
                </a:lnTo>
                <a:lnTo>
                  <a:pt x="3593" y="895"/>
                </a:lnTo>
                <a:lnTo>
                  <a:pt x="3673" y="1030"/>
                </a:lnTo>
                <a:lnTo>
                  <a:pt x="3744" y="1173"/>
                </a:lnTo>
                <a:lnTo>
                  <a:pt x="3802" y="1321"/>
                </a:lnTo>
                <a:lnTo>
                  <a:pt x="3850" y="1474"/>
                </a:lnTo>
                <a:lnTo>
                  <a:pt x="3884" y="1632"/>
                </a:lnTo>
                <a:lnTo>
                  <a:pt x="3905" y="1794"/>
                </a:lnTo>
                <a:lnTo>
                  <a:pt x="3916" y="1957"/>
                </a:lnTo>
                <a:lnTo>
                  <a:pt x="3905" y="2119"/>
                </a:lnTo>
                <a:lnTo>
                  <a:pt x="3884" y="2277"/>
                </a:lnTo>
                <a:lnTo>
                  <a:pt x="3850" y="2433"/>
                </a:lnTo>
                <a:lnTo>
                  <a:pt x="3802" y="2586"/>
                </a:lnTo>
                <a:lnTo>
                  <a:pt x="3747" y="2734"/>
                </a:lnTo>
                <a:lnTo>
                  <a:pt x="3678" y="2877"/>
                </a:lnTo>
                <a:lnTo>
                  <a:pt x="3598" y="3012"/>
                </a:lnTo>
                <a:lnTo>
                  <a:pt x="3509" y="3141"/>
                </a:lnTo>
                <a:lnTo>
                  <a:pt x="3408" y="3263"/>
                </a:lnTo>
                <a:lnTo>
                  <a:pt x="3300" y="3376"/>
                </a:lnTo>
                <a:lnTo>
                  <a:pt x="3183" y="3482"/>
                </a:lnTo>
                <a:lnTo>
                  <a:pt x="3059" y="3577"/>
                </a:lnTo>
                <a:lnTo>
                  <a:pt x="2927" y="3662"/>
                </a:lnTo>
                <a:lnTo>
                  <a:pt x="2784" y="3736"/>
                </a:lnTo>
                <a:lnTo>
                  <a:pt x="2639" y="3796"/>
                </a:lnTo>
                <a:lnTo>
                  <a:pt x="2483" y="3847"/>
                </a:lnTo>
                <a:lnTo>
                  <a:pt x="2324" y="3881"/>
                </a:lnTo>
                <a:lnTo>
                  <a:pt x="2163" y="3902"/>
                </a:lnTo>
                <a:lnTo>
                  <a:pt x="2004" y="3913"/>
                </a:lnTo>
                <a:lnTo>
                  <a:pt x="1845" y="3910"/>
                </a:lnTo>
                <a:lnTo>
                  <a:pt x="1689" y="3894"/>
                </a:lnTo>
                <a:lnTo>
                  <a:pt x="1533" y="3865"/>
                </a:lnTo>
                <a:lnTo>
                  <a:pt x="1383" y="3826"/>
                </a:lnTo>
                <a:lnTo>
                  <a:pt x="1235" y="3773"/>
                </a:lnTo>
                <a:lnTo>
                  <a:pt x="1092" y="3712"/>
                </a:lnTo>
                <a:lnTo>
                  <a:pt x="954" y="3638"/>
                </a:lnTo>
                <a:lnTo>
                  <a:pt x="822" y="3553"/>
                </a:lnTo>
                <a:lnTo>
                  <a:pt x="698" y="3458"/>
                </a:lnTo>
                <a:lnTo>
                  <a:pt x="581" y="3353"/>
                </a:lnTo>
                <a:lnTo>
                  <a:pt x="473" y="3239"/>
                </a:lnTo>
                <a:lnTo>
                  <a:pt x="372" y="3112"/>
                </a:lnTo>
                <a:lnTo>
                  <a:pt x="280" y="2980"/>
                </a:lnTo>
                <a:lnTo>
                  <a:pt x="201" y="2835"/>
                </a:lnTo>
                <a:lnTo>
                  <a:pt x="132" y="2684"/>
                </a:lnTo>
                <a:lnTo>
                  <a:pt x="79" y="2531"/>
                </a:lnTo>
                <a:lnTo>
                  <a:pt x="39" y="2372"/>
                </a:lnTo>
                <a:lnTo>
                  <a:pt x="13" y="2214"/>
                </a:lnTo>
                <a:lnTo>
                  <a:pt x="0" y="2053"/>
                </a:lnTo>
                <a:lnTo>
                  <a:pt x="0" y="1891"/>
                </a:lnTo>
                <a:lnTo>
                  <a:pt x="13" y="1730"/>
                </a:lnTo>
                <a:lnTo>
                  <a:pt x="37" y="1572"/>
                </a:lnTo>
                <a:lnTo>
                  <a:pt x="76" y="1416"/>
                </a:lnTo>
                <a:lnTo>
                  <a:pt x="127" y="1263"/>
                </a:lnTo>
                <a:lnTo>
                  <a:pt x="190" y="1112"/>
                </a:lnTo>
                <a:lnTo>
                  <a:pt x="267" y="969"/>
                </a:lnTo>
                <a:lnTo>
                  <a:pt x="354" y="829"/>
                </a:lnTo>
                <a:lnTo>
                  <a:pt x="454" y="697"/>
                </a:lnTo>
                <a:lnTo>
                  <a:pt x="560" y="581"/>
                </a:lnTo>
                <a:lnTo>
                  <a:pt x="677" y="473"/>
                </a:lnTo>
                <a:lnTo>
                  <a:pt x="801" y="375"/>
                </a:lnTo>
                <a:lnTo>
                  <a:pt x="933" y="288"/>
                </a:lnTo>
                <a:lnTo>
                  <a:pt x="1071" y="211"/>
                </a:lnTo>
                <a:lnTo>
                  <a:pt x="1213" y="148"/>
                </a:lnTo>
                <a:lnTo>
                  <a:pt x="1361" y="92"/>
                </a:lnTo>
                <a:lnTo>
                  <a:pt x="1515" y="52"/>
                </a:lnTo>
                <a:lnTo>
                  <a:pt x="1668" y="21"/>
                </a:lnTo>
                <a:lnTo>
                  <a:pt x="1824" y="5"/>
                </a:lnTo>
                <a:lnTo>
                  <a:pt x="1983" y="0"/>
                </a:lnTo>
                <a:close/>
              </a:path>
            </a:pathLst>
          </a:custGeom>
          <a:solidFill>
            <a:srgbClr val="004899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B34D7912-FD5A-6E4A-BE73-C5EA7DE19340}"/>
              </a:ext>
            </a:extLst>
          </p:cNvPr>
          <p:cNvSpPr>
            <a:spLocks/>
          </p:cNvSpPr>
          <p:nvPr userDrawn="1"/>
        </p:nvSpPr>
        <p:spPr bwMode="auto">
          <a:xfrm>
            <a:off x="1243029" y="2501607"/>
            <a:ext cx="1266735" cy="1362062"/>
          </a:xfrm>
          <a:custGeom>
            <a:avLst/>
            <a:gdLst>
              <a:gd name="T0" fmla="*/ 2020 w 3641"/>
              <a:gd name="T1" fmla="*/ 2 h 3915"/>
              <a:gd name="T2" fmla="*/ 2115 w 3641"/>
              <a:gd name="T3" fmla="*/ 44 h 3915"/>
              <a:gd name="T4" fmla="*/ 2179 w 3641"/>
              <a:gd name="T5" fmla="*/ 116 h 3915"/>
              <a:gd name="T6" fmla="*/ 2211 w 3641"/>
              <a:gd name="T7" fmla="*/ 206 h 3915"/>
              <a:gd name="T8" fmla="*/ 2208 w 3641"/>
              <a:gd name="T9" fmla="*/ 303 h 3915"/>
              <a:gd name="T10" fmla="*/ 2179 w 3641"/>
              <a:gd name="T11" fmla="*/ 396 h 3915"/>
              <a:gd name="T12" fmla="*/ 2115 w 3641"/>
              <a:gd name="T13" fmla="*/ 470 h 3915"/>
              <a:gd name="T14" fmla="*/ 2020 w 3641"/>
              <a:gd name="T15" fmla="*/ 515 h 3915"/>
              <a:gd name="T16" fmla="*/ 1809 w 3641"/>
              <a:gd name="T17" fmla="*/ 531 h 3915"/>
              <a:gd name="T18" fmla="*/ 1523 w 3641"/>
              <a:gd name="T19" fmla="*/ 597 h 3915"/>
              <a:gd name="T20" fmla="*/ 1261 w 3641"/>
              <a:gd name="T21" fmla="*/ 716 h 3915"/>
              <a:gd name="T22" fmla="*/ 1031 w 3641"/>
              <a:gd name="T23" fmla="*/ 877 h 3915"/>
              <a:gd name="T24" fmla="*/ 838 w 3641"/>
              <a:gd name="T25" fmla="*/ 1080 h 3915"/>
              <a:gd name="T26" fmla="*/ 685 w 3641"/>
              <a:gd name="T27" fmla="*/ 1315 h 3915"/>
              <a:gd name="T28" fmla="*/ 579 w 3641"/>
              <a:gd name="T29" fmla="*/ 1572 h 3915"/>
              <a:gd name="T30" fmla="*/ 526 w 3641"/>
              <a:gd name="T31" fmla="*/ 1846 h 3915"/>
              <a:gd name="T32" fmla="*/ 531 w 3641"/>
              <a:gd name="T33" fmla="*/ 2134 h 3915"/>
              <a:gd name="T34" fmla="*/ 598 w 3641"/>
              <a:gd name="T35" fmla="*/ 2422 h 3915"/>
              <a:gd name="T36" fmla="*/ 722 w 3641"/>
              <a:gd name="T37" fmla="*/ 2689 h 3915"/>
              <a:gd name="T38" fmla="*/ 883 w 3641"/>
              <a:gd name="T39" fmla="*/ 2906 h 3915"/>
              <a:gd name="T40" fmla="*/ 1074 w 3641"/>
              <a:gd name="T41" fmla="*/ 3086 h 3915"/>
              <a:gd name="T42" fmla="*/ 1293 w 3641"/>
              <a:gd name="T43" fmla="*/ 3220 h 3915"/>
              <a:gd name="T44" fmla="*/ 1528 w 3641"/>
              <a:gd name="T45" fmla="*/ 3316 h 3915"/>
              <a:gd name="T46" fmla="*/ 1777 w 3641"/>
              <a:gd name="T47" fmla="*/ 3368 h 3915"/>
              <a:gd name="T48" fmla="*/ 2031 w 3641"/>
              <a:gd name="T49" fmla="*/ 3379 h 3915"/>
              <a:gd name="T50" fmla="*/ 2282 w 3641"/>
              <a:gd name="T51" fmla="*/ 3347 h 3915"/>
              <a:gd name="T52" fmla="*/ 2525 w 3641"/>
              <a:gd name="T53" fmla="*/ 3271 h 3915"/>
              <a:gd name="T54" fmla="*/ 2755 w 3641"/>
              <a:gd name="T55" fmla="*/ 3152 h 3915"/>
              <a:gd name="T56" fmla="*/ 2964 w 3641"/>
              <a:gd name="T57" fmla="*/ 2985 h 3915"/>
              <a:gd name="T58" fmla="*/ 3144 w 3641"/>
              <a:gd name="T59" fmla="*/ 2774 h 3915"/>
              <a:gd name="T60" fmla="*/ 3226 w 3641"/>
              <a:gd name="T61" fmla="*/ 2697 h 3915"/>
              <a:gd name="T62" fmla="*/ 3324 w 3641"/>
              <a:gd name="T63" fmla="*/ 2663 h 3915"/>
              <a:gd name="T64" fmla="*/ 3422 w 3641"/>
              <a:gd name="T65" fmla="*/ 2666 h 3915"/>
              <a:gd name="T66" fmla="*/ 3514 w 3641"/>
              <a:gd name="T67" fmla="*/ 2700 h 3915"/>
              <a:gd name="T68" fmla="*/ 3588 w 3641"/>
              <a:gd name="T69" fmla="*/ 2763 h 3915"/>
              <a:gd name="T70" fmla="*/ 3633 w 3641"/>
              <a:gd name="T71" fmla="*/ 2843 h 3915"/>
              <a:gd name="T72" fmla="*/ 3638 w 3641"/>
              <a:gd name="T73" fmla="*/ 2938 h 3915"/>
              <a:gd name="T74" fmla="*/ 3596 w 3641"/>
              <a:gd name="T75" fmla="*/ 3038 h 3915"/>
              <a:gd name="T76" fmla="*/ 3374 w 3641"/>
              <a:gd name="T77" fmla="*/ 3308 h 3915"/>
              <a:gd name="T78" fmla="*/ 3115 w 3641"/>
              <a:gd name="T79" fmla="*/ 3532 h 3915"/>
              <a:gd name="T80" fmla="*/ 2827 w 3641"/>
              <a:gd name="T81" fmla="*/ 3712 h 3915"/>
              <a:gd name="T82" fmla="*/ 2509 w 3641"/>
              <a:gd name="T83" fmla="*/ 3836 h 3915"/>
              <a:gd name="T84" fmla="*/ 2171 w 3641"/>
              <a:gd name="T85" fmla="*/ 3905 h 3915"/>
              <a:gd name="T86" fmla="*/ 1817 w 3641"/>
              <a:gd name="T87" fmla="*/ 3910 h 3915"/>
              <a:gd name="T88" fmla="*/ 1473 w 3641"/>
              <a:gd name="T89" fmla="*/ 3855 h 3915"/>
              <a:gd name="T90" fmla="*/ 1148 w 3641"/>
              <a:gd name="T91" fmla="*/ 3736 h 3915"/>
              <a:gd name="T92" fmla="*/ 854 w 3641"/>
              <a:gd name="T93" fmla="*/ 3567 h 3915"/>
              <a:gd name="T94" fmla="*/ 592 w 3641"/>
              <a:gd name="T95" fmla="*/ 3350 h 3915"/>
              <a:gd name="T96" fmla="*/ 370 w 3641"/>
              <a:gd name="T97" fmla="*/ 3091 h 3915"/>
              <a:gd name="T98" fmla="*/ 196 w 3641"/>
              <a:gd name="T99" fmla="*/ 2798 h 3915"/>
              <a:gd name="T100" fmla="*/ 74 w 3641"/>
              <a:gd name="T101" fmla="*/ 2478 h 3915"/>
              <a:gd name="T102" fmla="*/ 8 w 3641"/>
              <a:gd name="T103" fmla="*/ 2134 h 3915"/>
              <a:gd name="T104" fmla="*/ 8 w 3641"/>
              <a:gd name="T105" fmla="*/ 1780 h 3915"/>
              <a:gd name="T106" fmla="*/ 71 w 3641"/>
              <a:gd name="T107" fmla="*/ 1440 h 3915"/>
              <a:gd name="T108" fmla="*/ 190 w 3641"/>
              <a:gd name="T109" fmla="*/ 1123 h 3915"/>
              <a:gd name="T110" fmla="*/ 362 w 3641"/>
              <a:gd name="T111" fmla="*/ 835 h 3915"/>
              <a:gd name="T112" fmla="*/ 579 w 3641"/>
              <a:gd name="T113" fmla="*/ 581 h 3915"/>
              <a:gd name="T114" fmla="*/ 838 w 3641"/>
              <a:gd name="T115" fmla="*/ 364 h 3915"/>
              <a:gd name="T116" fmla="*/ 1126 w 3641"/>
              <a:gd name="T117" fmla="*/ 195 h 3915"/>
              <a:gd name="T118" fmla="*/ 1444 w 3641"/>
              <a:gd name="T119" fmla="*/ 76 h 3915"/>
              <a:gd name="T120" fmla="*/ 1785 w 3641"/>
              <a:gd name="T121" fmla="*/ 10 h 39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641" h="3915">
                <a:moveTo>
                  <a:pt x="1962" y="0"/>
                </a:moveTo>
                <a:lnTo>
                  <a:pt x="2020" y="2"/>
                </a:lnTo>
                <a:lnTo>
                  <a:pt x="2070" y="18"/>
                </a:lnTo>
                <a:lnTo>
                  <a:pt x="2115" y="44"/>
                </a:lnTo>
                <a:lnTo>
                  <a:pt x="2150" y="76"/>
                </a:lnTo>
                <a:lnTo>
                  <a:pt x="2179" y="116"/>
                </a:lnTo>
                <a:lnTo>
                  <a:pt x="2197" y="161"/>
                </a:lnTo>
                <a:lnTo>
                  <a:pt x="2211" y="206"/>
                </a:lnTo>
                <a:lnTo>
                  <a:pt x="2213" y="256"/>
                </a:lnTo>
                <a:lnTo>
                  <a:pt x="2208" y="303"/>
                </a:lnTo>
                <a:lnTo>
                  <a:pt x="2197" y="351"/>
                </a:lnTo>
                <a:lnTo>
                  <a:pt x="2179" y="396"/>
                </a:lnTo>
                <a:lnTo>
                  <a:pt x="2150" y="436"/>
                </a:lnTo>
                <a:lnTo>
                  <a:pt x="2115" y="470"/>
                </a:lnTo>
                <a:lnTo>
                  <a:pt x="2070" y="496"/>
                </a:lnTo>
                <a:lnTo>
                  <a:pt x="2020" y="515"/>
                </a:lnTo>
                <a:lnTo>
                  <a:pt x="1962" y="520"/>
                </a:lnTo>
                <a:lnTo>
                  <a:pt x="1809" y="531"/>
                </a:lnTo>
                <a:lnTo>
                  <a:pt x="1663" y="557"/>
                </a:lnTo>
                <a:lnTo>
                  <a:pt x="1523" y="597"/>
                </a:lnTo>
                <a:lnTo>
                  <a:pt x="1388" y="650"/>
                </a:lnTo>
                <a:lnTo>
                  <a:pt x="1261" y="716"/>
                </a:lnTo>
                <a:lnTo>
                  <a:pt x="1142" y="792"/>
                </a:lnTo>
                <a:lnTo>
                  <a:pt x="1031" y="877"/>
                </a:lnTo>
                <a:lnTo>
                  <a:pt x="931" y="975"/>
                </a:lnTo>
                <a:lnTo>
                  <a:pt x="838" y="1080"/>
                </a:lnTo>
                <a:lnTo>
                  <a:pt x="756" y="1194"/>
                </a:lnTo>
                <a:lnTo>
                  <a:pt x="685" y="1315"/>
                </a:lnTo>
                <a:lnTo>
                  <a:pt x="627" y="1440"/>
                </a:lnTo>
                <a:lnTo>
                  <a:pt x="579" y="1572"/>
                </a:lnTo>
                <a:lnTo>
                  <a:pt x="547" y="1709"/>
                </a:lnTo>
                <a:lnTo>
                  <a:pt x="526" y="1846"/>
                </a:lnTo>
                <a:lnTo>
                  <a:pt x="521" y="1989"/>
                </a:lnTo>
                <a:lnTo>
                  <a:pt x="531" y="2134"/>
                </a:lnTo>
                <a:lnTo>
                  <a:pt x="555" y="2277"/>
                </a:lnTo>
                <a:lnTo>
                  <a:pt x="598" y="2422"/>
                </a:lnTo>
                <a:lnTo>
                  <a:pt x="656" y="2565"/>
                </a:lnTo>
                <a:lnTo>
                  <a:pt x="722" y="2689"/>
                </a:lnTo>
                <a:lnTo>
                  <a:pt x="799" y="2803"/>
                </a:lnTo>
                <a:lnTo>
                  <a:pt x="883" y="2906"/>
                </a:lnTo>
                <a:lnTo>
                  <a:pt x="976" y="3001"/>
                </a:lnTo>
                <a:lnTo>
                  <a:pt x="1074" y="3086"/>
                </a:lnTo>
                <a:lnTo>
                  <a:pt x="1179" y="3157"/>
                </a:lnTo>
                <a:lnTo>
                  <a:pt x="1293" y="3220"/>
                </a:lnTo>
                <a:lnTo>
                  <a:pt x="1409" y="3273"/>
                </a:lnTo>
                <a:lnTo>
                  <a:pt x="1528" y="3316"/>
                </a:lnTo>
                <a:lnTo>
                  <a:pt x="1650" y="3347"/>
                </a:lnTo>
                <a:lnTo>
                  <a:pt x="1777" y="3368"/>
                </a:lnTo>
                <a:lnTo>
                  <a:pt x="1904" y="3379"/>
                </a:lnTo>
                <a:lnTo>
                  <a:pt x="2031" y="3379"/>
                </a:lnTo>
                <a:lnTo>
                  <a:pt x="2158" y="3368"/>
                </a:lnTo>
                <a:lnTo>
                  <a:pt x="2282" y="3347"/>
                </a:lnTo>
                <a:lnTo>
                  <a:pt x="2406" y="3316"/>
                </a:lnTo>
                <a:lnTo>
                  <a:pt x="2525" y="3271"/>
                </a:lnTo>
                <a:lnTo>
                  <a:pt x="2644" y="3218"/>
                </a:lnTo>
                <a:lnTo>
                  <a:pt x="2755" y="3152"/>
                </a:lnTo>
                <a:lnTo>
                  <a:pt x="2864" y="3072"/>
                </a:lnTo>
                <a:lnTo>
                  <a:pt x="2964" y="2985"/>
                </a:lnTo>
                <a:lnTo>
                  <a:pt x="3057" y="2885"/>
                </a:lnTo>
                <a:lnTo>
                  <a:pt x="3144" y="2774"/>
                </a:lnTo>
                <a:lnTo>
                  <a:pt x="3184" y="2729"/>
                </a:lnTo>
                <a:lnTo>
                  <a:pt x="3226" y="2697"/>
                </a:lnTo>
                <a:lnTo>
                  <a:pt x="3274" y="2674"/>
                </a:lnTo>
                <a:lnTo>
                  <a:pt x="3324" y="2663"/>
                </a:lnTo>
                <a:lnTo>
                  <a:pt x="3374" y="2660"/>
                </a:lnTo>
                <a:lnTo>
                  <a:pt x="3422" y="2666"/>
                </a:lnTo>
                <a:lnTo>
                  <a:pt x="3469" y="2679"/>
                </a:lnTo>
                <a:lnTo>
                  <a:pt x="3514" y="2700"/>
                </a:lnTo>
                <a:lnTo>
                  <a:pt x="3554" y="2729"/>
                </a:lnTo>
                <a:lnTo>
                  <a:pt x="3588" y="2763"/>
                </a:lnTo>
                <a:lnTo>
                  <a:pt x="3615" y="2800"/>
                </a:lnTo>
                <a:lnTo>
                  <a:pt x="3633" y="2843"/>
                </a:lnTo>
                <a:lnTo>
                  <a:pt x="3641" y="2888"/>
                </a:lnTo>
                <a:lnTo>
                  <a:pt x="3638" y="2938"/>
                </a:lnTo>
                <a:lnTo>
                  <a:pt x="3625" y="2988"/>
                </a:lnTo>
                <a:lnTo>
                  <a:pt x="3596" y="3038"/>
                </a:lnTo>
                <a:lnTo>
                  <a:pt x="3490" y="3178"/>
                </a:lnTo>
                <a:lnTo>
                  <a:pt x="3374" y="3308"/>
                </a:lnTo>
                <a:lnTo>
                  <a:pt x="3247" y="3427"/>
                </a:lnTo>
                <a:lnTo>
                  <a:pt x="3115" y="3532"/>
                </a:lnTo>
                <a:lnTo>
                  <a:pt x="2975" y="3627"/>
                </a:lnTo>
                <a:lnTo>
                  <a:pt x="2827" y="3712"/>
                </a:lnTo>
                <a:lnTo>
                  <a:pt x="2671" y="3781"/>
                </a:lnTo>
                <a:lnTo>
                  <a:pt x="2509" y="3836"/>
                </a:lnTo>
                <a:lnTo>
                  <a:pt x="2343" y="3878"/>
                </a:lnTo>
                <a:lnTo>
                  <a:pt x="2171" y="3905"/>
                </a:lnTo>
                <a:lnTo>
                  <a:pt x="1994" y="3915"/>
                </a:lnTo>
                <a:lnTo>
                  <a:pt x="1817" y="3910"/>
                </a:lnTo>
                <a:lnTo>
                  <a:pt x="1642" y="3889"/>
                </a:lnTo>
                <a:lnTo>
                  <a:pt x="1473" y="3855"/>
                </a:lnTo>
                <a:lnTo>
                  <a:pt x="1306" y="3802"/>
                </a:lnTo>
                <a:lnTo>
                  <a:pt x="1148" y="3736"/>
                </a:lnTo>
                <a:lnTo>
                  <a:pt x="997" y="3656"/>
                </a:lnTo>
                <a:lnTo>
                  <a:pt x="854" y="3567"/>
                </a:lnTo>
                <a:lnTo>
                  <a:pt x="719" y="3464"/>
                </a:lnTo>
                <a:lnTo>
                  <a:pt x="592" y="3350"/>
                </a:lnTo>
                <a:lnTo>
                  <a:pt x="476" y="3226"/>
                </a:lnTo>
                <a:lnTo>
                  <a:pt x="370" y="3091"/>
                </a:lnTo>
                <a:lnTo>
                  <a:pt x="278" y="2948"/>
                </a:lnTo>
                <a:lnTo>
                  <a:pt x="196" y="2798"/>
                </a:lnTo>
                <a:lnTo>
                  <a:pt x="127" y="2642"/>
                </a:lnTo>
                <a:lnTo>
                  <a:pt x="74" y="2478"/>
                </a:lnTo>
                <a:lnTo>
                  <a:pt x="32" y="2309"/>
                </a:lnTo>
                <a:lnTo>
                  <a:pt x="8" y="2134"/>
                </a:lnTo>
                <a:lnTo>
                  <a:pt x="0" y="1957"/>
                </a:lnTo>
                <a:lnTo>
                  <a:pt x="8" y="1780"/>
                </a:lnTo>
                <a:lnTo>
                  <a:pt x="32" y="1606"/>
                </a:lnTo>
                <a:lnTo>
                  <a:pt x="71" y="1440"/>
                </a:lnTo>
                <a:lnTo>
                  <a:pt x="124" y="1276"/>
                </a:lnTo>
                <a:lnTo>
                  <a:pt x="190" y="1123"/>
                </a:lnTo>
                <a:lnTo>
                  <a:pt x="272" y="975"/>
                </a:lnTo>
                <a:lnTo>
                  <a:pt x="362" y="835"/>
                </a:lnTo>
                <a:lnTo>
                  <a:pt x="465" y="702"/>
                </a:lnTo>
                <a:lnTo>
                  <a:pt x="579" y="581"/>
                </a:lnTo>
                <a:lnTo>
                  <a:pt x="703" y="467"/>
                </a:lnTo>
                <a:lnTo>
                  <a:pt x="838" y="364"/>
                </a:lnTo>
                <a:lnTo>
                  <a:pt x="978" y="274"/>
                </a:lnTo>
                <a:lnTo>
                  <a:pt x="1126" y="195"/>
                </a:lnTo>
                <a:lnTo>
                  <a:pt x="1282" y="129"/>
                </a:lnTo>
                <a:lnTo>
                  <a:pt x="1444" y="76"/>
                </a:lnTo>
                <a:lnTo>
                  <a:pt x="1613" y="34"/>
                </a:lnTo>
                <a:lnTo>
                  <a:pt x="1785" y="10"/>
                </a:lnTo>
                <a:lnTo>
                  <a:pt x="1962" y="0"/>
                </a:lnTo>
                <a:close/>
              </a:path>
            </a:pathLst>
          </a:custGeom>
          <a:solidFill>
            <a:srgbClr val="183264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7346F938-7D6A-CE4F-BCEF-4F423102DA7A}"/>
              </a:ext>
            </a:extLst>
          </p:cNvPr>
          <p:cNvSpPr>
            <a:spLocks/>
          </p:cNvSpPr>
          <p:nvPr userDrawn="1"/>
        </p:nvSpPr>
        <p:spPr bwMode="auto">
          <a:xfrm>
            <a:off x="1518225" y="2776455"/>
            <a:ext cx="814106" cy="812367"/>
          </a:xfrm>
          <a:custGeom>
            <a:avLst/>
            <a:gdLst>
              <a:gd name="T0" fmla="*/ 1171 w 2340"/>
              <a:gd name="T1" fmla="*/ 0 h 2335"/>
              <a:gd name="T2" fmla="*/ 1306 w 2340"/>
              <a:gd name="T3" fmla="*/ 8 h 2335"/>
              <a:gd name="T4" fmla="*/ 1438 w 2340"/>
              <a:gd name="T5" fmla="*/ 29 h 2335"/>
              <a:gd name="T6" fmla="*/ 1565 w 2340"/>
              <a:gd name="T7" fmla="*/ 68 h 2335"/>
              <a:gd name="T8" fmla="*/ 1684 w 2340"/>
              <a:gd name="T9" fmla="*/ 118 h 2335"/>
              <a:gd name="T10" fmla="*/ 1798 w 2340"/>
              <a:gd name="T11" fmla="*/ 182 h 2335"/>
              <a:gd name="T12" fmla="*/ 1901 w 2340"/>
              <a:gd name="T13" fmla="*/ 256 h 2335"/>
              <a:gd name="T14" fmla="*/ 1996 w 2340"/>
              <a:gd name="T15" fmla="*/ 340 h 2335"/>
              <a:gd name="T16" fmla="*/ 2083 w 2340"/>
              <a:gd name="T17" fmla="*/ 436 h 2335"/>
              <a:gd name="T18" fmla="*/ 2157 w 2340"/>
              <a:gd name="T19" fmla="*/ 541 h 2335"/>
              <a:gd name="T20" fmla="*/ 2221 w 2340"/>
              <a:gd name="T21" fmla="*/ 655 h 2335"/>
              <a:gd name="T22" fmla="*/ 2271 w 2340"/>
              <a:gd name="T23" fmla="*/ 774 h 2335"/>
              <a:gd name="T24" fmla="*/ 2308 w 2340"/>
              <a:gd name="T25" fmla="*/ 901 h 2335"/>
              <a:gd name="T26" fmla="*/ 2332 w 2340"/>
              <a:gd name="T27" fmla="*/ 1033 h 2335"/>
              <a:gd name="T28" fmla="*/ 2340 w 2340"/>
              <a:gd name="T29" fmla="*/ 1167 h 2335"/>
              <a:gd name="T30" fmla="*/ 2332 w 2340"/>
              <a:gd name="T31" fmla="*/ 1305 h 2335"/>
              <a:gd name="T32" fmla="*/ 2308 w 2340"/>
              <a:gd name="T33" fmla="*/ 1434 h 2335"/>
              <a:gd name="T34" fmla="*/ 2271 w 2340"/>
              <a:gd name="T35" fmla="*/ 1561 h 2335"/>
              <a:gd name="T36" fmla="*/ 2221 w 2340"/>
              <a:gd name="T37" fmla="*/ 1683 h 2335"/>
              <a:gd name="T38" fmla="*/ 2157 w 2340"/>
              <a:gd name="T39" fmla="*/ 1794 h 2335"/>
              <a:gd name="T40" fmla="*/ 2083 w 2340"/>
              <a:gd name="T41" fmla="*/ 1899 h 2335"/>
              <a:gd name="T42" fmla="*/ 1996 w 2340"/>
              <a:gd name="T43" fmla="*/ 1994 h 2335"/>
              <a:gd name="T44" fmla="*/ 1901 w 2340"/>
              <a:gd name="T45" fmla="*/ 2079 h 2335"/>
              <a:gd name="T46" fmla="*/ 1798 w 2340"/>
              <a:gd name="T47" fmla="*/ 2153 h 2335"/>
              <a:gd name="T48" fmla="*/ 1684 w 2340"/>
              <a:gd name="T49" fmla="*/ 2216 h 2335"/>
              <a:gd name="T50" fmla="*/ 1565 w 2340"/>
              <a:gd name="T51" fmla="*/ 2269 h 2335"/>
              <a:gd name="T52" fmla="*/ 1438 w 2340"/>
              <a:gd name="T53" fmla="*/ 2306 h 2335"/>
              <a:gd name="T54" fmla="*/ 1306 w 2340"/>
              <a:gd name="T55" fmla="*/ 2327 h 2335"/>
              <a:gd name="T56" fmla="*/ 1171 w 2340"/>
              <a:gd name="T57" fmla="*/ 2335 h 2335"/>
              <a:gd name="T58" fmla="*/ 1034 w 2340"/>
              <a:gd name="T59" fmla="*/ 2327 h 2335"/>
              <a:gd name="T60" fmla="*/ 901 w 2340"/>
              <a:gd name="T61" fmla="*/ 2306 h 2335"/>
              <a:gd name="T62" fmla="*/ 774 w 2340"/>
              <a:gd name="T63" fmla="*/ 2269 h 2335"/>
              <a:gd name="T64" fmla="*/ 655 w 2340"/>
              <a:gd name="T65" fmla="*/ 2216 h 2335"/>
              <a:gd name="T66" fmla="*/ 542 w 2340"/>
              <a:gd name="T67" fmla="*/ 2153 h 2335"/>
              <a:gd name="T68" fmla="*/ 439 w 2340"/>
              <a:gd name="T69" fmla="*/ 2079 h 2335"/>
              <a:gd name="T70" fmla="*/ 343 w 2340"/>
              <a:gd name="T71" fmla="*/ 1994 h 2335"/>
              <a:gd name="T72" fmla="*/ 256 w 2340"/>
              <a:gd name="T73" fmla="*/ 1899 h 2335"/>
              <a:gd name="T74" fmla="*/ 182 w 2340"/>
              <a:gd name="T75" fmla="*/ 1794 h 2335"/>
              <a:gd name="T76" fmla="*/ 119 w 2340"/>
              <a:gd name="T77" fmla="*/ 1683 h 2335"/>
              <a:gd name="T78" fmla="*/ 68 w 2340"/>
              <a:gd name="T79" fmla="*/ 1561 h 2335"/>
              <a:gd name="T80" fmla="*/ 31 w 2340"/>
              <a:gd name="T81" fmla="*/ 1434 h 2335"/>
              <a:gd name="T82" fmla="*/ 8 w 2340"/>
              <a:gd name="T83" fmla="*/ 1305 h 2335"/>
              <a:gd name="T84" fmla="*/ 0 w 2340"/>
              <a:gd name="T85" fmla="*/ 1167 h 2335"/>
              <a:gd name="T86" fmla="*/ 8 w 2340"/>
              <a:gd name="T87" fmla="*/ 1033 h 2335"/>
              <a:gd name="T88" fmla="*/ 31 w 2340"/>
              <a:gd name="T89" fmla="*/ 901 h 2335"/>
              <a:gd name="T90" fmla="*/ 68 w 2340"/>
              <a:gd name="T91" fmla="*/ 774 h 2335"/>
              <a:gd name="T92" fmla="*/ 119 w 2340"/>
              <a:gd name="T93" fmla="*/ 655 h 2335"/>
              <a:gd name="T94" fmla="*/ 182 w 2340"/>
              <a:gd name="T95" fmla="*/ 541 h 2335"/>
              <a:gd name="T96" fmla="*/ 256 w 2340"/>
              <a:gd name="T97" fmla="*/ 436 h 2335"/>
              <a:gd name="T98" fmla="*/ 343 w 2340"/>
              <a:gd name="T99" fmla="*/ 340 h 2335"/>
              <a:gd name="T100" fmla="*/ 439 w 2340"/>
              <a:gd name="T101" fmla="*/ 256 h 2335"/>
              <a:gd name="T102" fmla="*/ 542 w 2340"/>
              <a:gd name="T103" fmla="*/ 182 h 2335"/>
              <a:gd name="T104" fmla="*/ 655 w 2340"/>
              <a:gd name="T105" fmla="*/ 118 h 2335"/>
              <a:gd name="T106" fmla="*/ 774 w 2340"/>
              <a:gd name="T107" fmla="*/ 68 h 2335"/>
              <a:gd name="T108" fmla="*/ 901 w 2340"/>
              <a:gd name="T109" fmla="*/ 29 h 2335"/>
              <a:gd name="T110" fmla="*/ 1034 w 2340"/>
              <a:gd name="T111" fmla="*/ 8 h 2335"/>
              <a:gd name="T112" fmla="*/ 1171 w 2340"/>
              <a:gd name="T113" fmla="*/ 0 h 2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340" h="2335">
                <a:moveTo>
                  <a:pt x="1171" y="0"/>
                </a:moveTo>
                <a:lnTo>
                  <a:pt x="1306" y="8"/>
                </a:lnTo>
                <a:lnTo>
                  <a:pt x="1438" y="29"/>
                </a:lnTo>
                <a:lnTo>
                  <a:pt x="1565" y="68"/>
                </a:lnTo>
                <a:lnTo>
                  <a:pt x="1684" y="118"/>
                </a:lnTo>
                <a:lnTo>
                  <a:pt x="1798" y="182"/>
                </a:lnTo>
                <a:lnTo>
                  <a:pt x="1901" y="256"/>
                </a:lnTo>
                <a:lnTo>
                  <a:pt x="1996" y="340"/>
                </a:lnTo>
                <a:lnTo>
                  <a:pt x="2083" y="436"/>
                </a:lnTo>
                <a:lnTo>
                  <a:pt x="2157" y="541"/>
                </a:lnTo>
                <a:lnTo>
                  <a:pt x="2221" y="655"/>
                </a:lnTo>
                <a:lnTo>
                  <a:pt x="2271" y="774"/>
                </a:lnTo>
                <a:lnTo>
                  <a:pt x="2308" y="901"/>
                </a:lnTo>
                <a:lnTo>
                  <a:pt x="2332" y="1033"/>
                </a:lnTo>
                <a:lnTo>
                  <a:pt x="2340" y="1167"/>
                </a:lnTo>
                <a:lnTo>
                  <a:pt x="2332" y="1305"/>
                </a:lnTo>
                <a:lnTo>
                  <a:pt x="2308" y="1434"/>
                </a:lnTo>
                <a:lnTo>
                  <a:pt x="2271" y="1561"/>
                </a:lnTo>
                <a:lnTo>
                  <a:pt x="2221" y="1683"/>
                </a:lnTo>
                <a:lnTo>
                  <a:pt x="2157" y="1794"/>
                </a:lnTo>
                <a:lnTo>
                  <a:pt x="2083" y="1899"/>
                </a:lnTo>
                <a:lnTo>
                  <a:pt x="1996" y="1994"/>
                </a:lnTo>
                <a:lnTo>
                  <a:pt x="1901" y="2079"/>
                </a:lnTo>
                <a:lnTo>
                  <a:pt x="1798" y="2153"/>
                </a:lnTo>
                <a:lnTo>
                  <a:pt x="1684" y="2216"/>
                </a:lnTo>
                <a:lnTo>
                  <a:pt x="1565" y="2269"/>
                </a:lnTo>
                <a:lnTo>
                  <a:pt x="1438" y="2306"/>
                </a:lnTo>
                <a:lnTo>
                  <a:pt x="1306" y="2327"/>
                </a:lnTo>
                <a:lnTo>
                  <a:pt x="1171" y="2335"/>
                </a:lnTo>
                <a:lnTo>
                  <a:pt x="1034" y="2327"/>
                </a:lnTo>
                <a:lnTo>
                  <a:pt x="901" y="2306"/>
                </a:lnTo>
                <a:lnTo>
                  <a:pt x="774" y="2269"/>
                </a:lnTo>
                <a:lnTo>
                  <a:pt x="655" y="2216"/>
                </a:lnTo>
                <a:lnTo>
                  <a:pt x="542" y="2153"/>
                </a:lnTo>
                <a:lnTo>
                  <a:pt x="439" y="2079"/>
                </a:lnTo>
                <a:lnTo>
                  <a:pt x="343" y="1994"/>
                </a:lnTo>
                <a:lnTo>
                  <a:pt x="256" y="1899"/>
                </a:lnTo>
                <a:lnTo>
                  <a:pt x="182" y="1794"/>
                </a:lnTo>
                <a:lnTo>
                  <a:pt x="119" y="1683"/>
                </a:lnTo>
                <a:lnTo>
                  <a:pt x="68" y="1561"/>
                </a:lnTo>
                <a:lnTo>
                  <a:pt x="31" y="1434"/>
                </a:lnTo>
                <a:lnTo>
                  <a:pt x="8" y="1305"/>
                </a:lnTo>
                <a:lnTo>
                  <a:pt x="0" y="1167"/>
                </a:lnTo>
                <a:lnTo>
                  <a:pt x="8" y="1033"/>
                </a:lnTo>
                <a:lnTo>
                  <a:pt x="31" y="901"/>
                </a:lnTo>
                <a:lnTo>
                  <a:pt x="68" y="774"/>
                </a:lnTo>
                <a:lnTo>
                  <a:pt x="119" y="655"/>
                </a:lnTo>
                <a:lnTo>
                  <a:pt x="182" y="541"/>
                </a:lnTo>
                <a:lnTo>
                  <a:pt x="256" y="436"/>
                </a:lnTo>
                <a:lnTo>
                  <a:pt x="343" y="340"/>
                </a:lnTo>
                <a:lnTo>
                  <a:pt x="439" y="256"/>
                </a:lnTo>
                <a:lnTo>
                  <a:pt x="542" y="182"/>
                </a:lnTo>
                <a:lnTo>
                  <a:pt x="655" y="118"/>
                </a:lnTo>
                <a:lnTo>
                  <a:pt x="774" y="68"/>
                </a:lnTo>
                <a:lnTo>
                  <a:pt x="901" y="29"/>
                </a:lnTo>
                <a:lnTo>
                  <a:pt x="1034" y="8"/>
                </a:lnTo>
                <a:lnTo>
                  <a:pt x="1171" y="0"/>
                </a:lnTo>
                <a:close/>
              </a:path>
            </a:pathLst>
          </a:custGeom>
          <a:solidFill>
            <a:srgbClr val="18326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srgbClr val="004899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817206B-275A-0D4F-94C0-624FBE3DE838}"/>
              </a:ext>
            </a:extLst>
          </p:cNvPr>
          <p:cNvSpPr>
            <a:spLocks/>
          </p:cNvSpPr>
          <p:nvPr userDrawn="1"/>
        </p:nvSpPr>
        <p:spPr bwMode="auto">
          <a:xfrm>
            <a:off x="3185055" y="2776455"/>
            <a:ext cx="814106" cy="812367"/>
          </a:xfrm>
          <a:custGeom>
            <a:avLst/>
            <a:gdLst>
              <a:gd name="T0" fmla="*/ 1169 w 2340"/>
              <a:gd name="T1" fmla="*/ 0 h 2335"/>
              <a:gd name="T2" fmla="*/ 1306 w 2340"/>
              <a:gd name="T3" fmla="*/ 8 h 2335"/>
              <a:gd name="T4" fmla="*/ 1438 w 2340"/>
              <a:gd name="T5" fmla="*/ 29 h 2335"/>
              <a:gd name="T6" fmla="*/ 1563 w 2340"/>
              <a:gd name="T7" fmla="*/ 68 h 2335"/>
              <a:gd name="T8" fmla="*/ 1684 w 2340"/>
              <a:gd name="T9" fmla="*/ 118 h 2335"/>
              <a:gd name="T10" fmla="*/ 1795 w 2340"/>
              <a:gd name="T11" fmla="*/ 182 h 2335"/>
              <a:gd name="T12" fmla="*/ 1901 w 2340"/>
              <a:gd name="T13" fmla="*/ 256 h 2335"/>
              <a:gd name="T14" fmla="*/ 1996 w 2340"/>
              <a:gd name="T15" fmla="*/ 340 h 2335"/>
              <a:gd name="T16" fmla="*/ 2081 w 2340"/>
              <a:gd name="T17" fmla="*/ 436 h 2335"/>
              <a:gd name="T18" fmla="*/ 2158 w 2340"/>
              <a:gd name="T19" fmla="*/ 541 h 2335"/>
              <a:gd name="T20" fmla="*/ 2221 w 2340"/>
              <a:gd name="T21" fmla="*/ 655 h 2335"/>
              <a:gd name="T22" fmla="*/ 2271 w 2340"/>
              <a:gd name="T23" fmla="*/ 774 h 2335"/>
              <a:gd name="T24" fmla="*/ 2308 w 2340"/>
              <a:gd name="T25" fmla="*/ 901 h 2335"/>
              <a:gd name="T26" fmla="*/ 2332 w 2340"/>
              <a:gd name="T27" fmla="*/ 1033 h 2335"/>
              <a:gd name="T28" fmla="*/ 2340 w 2340"/>
              <a:gd name="T29" fmla="*/ 1167 h 2335"/>
              <a:gd name="T30" fmla="*/ 2332 w 2340"/>
              <a:gd name="T31" fmla="*/ 1305 h 2335"/>
              <a:gd name="T32" fmla="*/ 2308 w 2340"/>
              <a:gd name="T33" fmla="*/ 1434 h 2335"/>
              <a:gd name="T34" fmla="*/ 2271 w 2340"/>
              <a:gd name="T35" fmla="*/ 1561 h 2335"/>
              <a:gd name="T36" fmla="*/ 2221 w 2340"/>
              <a:gd name="T37" fmla="*/ 1683 h 2335"/>
              <a:gd name="T38" fmla="*/ 2158 w 2340"/>
              <a:gd name="T39" fmla="*/ 1794 h 2335"/>
              <a:gd name="T40" fmla="*/ 2081 w 2340"/>
              <a:gd name="T41" fmla="*/ 1899 h 2335"/>
              <a:gd name="T42" fmla="*/ 1996 w 2340"/>
              <a:gd name="T43" fmla="*/ 1994 h 2335"/>
              <a:gd name="T44" fmla="*/ 1901 w 2340"/>
              <a:gd name="T45" fmla="*/ 2079 h 2335"/>
              <a:gd name="T46" fmla="*/ 1795 w 2340"/>
              <a:gd name="T47" fmla="*/ 2153 h 2335"/>
              <a:gd name="T48" fmla="*/ 1684 w 2340"/>
              <a:gd name="T49" fmla="*/ 2216 h 2335"/>
              <a:gd name="T50" fmla="*/ 1563 w 2340"/>
              <a:gd name="T51" fmla="*/ 2269 h 2335"/>
              <a:gd name="T52" fmla="*/ 1438 w 2340"/>
              <a:gd name="T53" fmla="*/ 2306 h 2335"/>
              <a:gd name="T54" fmla="*/ 1306 w 2340"/>
              <a:gd name="T55" fmla="*/ 2327 h 2335"/>
              <a:gd name="T56" fmla="*/ 1169 w 2340"/>
              <a:gd name="T57" fmla="*/ 2335 h 2335"/>
              <a:gd name="T58" fmla="*/ 1034 w 2340"/>
              <a:gd name="T59" fmla="*/ 2327 h 2335"/>
              <a:gd name="T60" fmla="*/ 902 w 2340"/>
              <a:gd name="T61" fmla="*/ 2306 h 2335"/>
              <a:gd name="T62" fmla="*/ 775 w 2340"/>
              <a:gd name="T63" fmla="*/ 2269 h 2335"/>
              <a:gd name="T64" fmla="*/ 656 w 2340"/>
              <a:gd name="T65" fmla="*/ 2216 h 2335"/>
              <a:gd name="T66" fmla="*/ 542 w 2340"/>
              <a:gd name="T67" fmla="*/ 2153 h 2335"/>
              <a:gd name="T68" fmla="*/ 439 w 2340"/>
              <a:gd name="T69" fmla="*/ 2079 h 2335"/>
              <a:gd name="T70" fmla="*/ 344 w 2340"/>
              <a:gd name="T71" fmla="*/ 1994 h 2335"/>
              <a:gd name="T72" fmla="*/ 256 w 2340"/>
              <a:gd name="T73" fmla="*/ 1899 h 2335"/>
              <a:gd name="T74" fmla="*/ 182 w 2340"/>
              <a:gd name="T75" fmla="*/ 1794 h 2335"/>
              <a:gd name="T76" fmla="*/ 119 w 2340"/>
              <a:gd name="T77" fmla="*/ 1683 h 2335"/>
              <a:gd name="T78" fmla="*/ 69 w 2340"/>
              <a:gd name="T79" fmla="*/ 1561 h 2335"/>
              <a:gd name="T80" fmla="*/ 32 w 2340"/>
              <a:gd name="T81" fmla="*/ 1434 h 2335"/>
              <a:gd name="T82" fmla="*/ 8 w 2340"/>
              <a:gd name="T83" fmla="*/ 1305 h 2335"/>
              <a:gd name="T84" fmla="*/ 0 w 2340"/>
              <a:gd name="T85" fmla="*/ 1167 h 2335"/>
              <a:gd name="T86" fmla="*/ 8 w 2340"/>
              <a:gd name="T87" fmla="*/ 1033 h 2335"/>
              <a:gd name="T88" fmla="*/ 32 w 2340"/>
              <a:gd name="T89" fmla="*/ 901 h 2335"/>
              <a:gd name="T90" fmla="*/ 69 w 2340"/>
              <a:gd name="T91" fmla="*/ 774 h 2335"/>
              <a:gd name="T92" fmla="*/ 119 w 2340"/>
              <a:gd name="T93" fmla="*/ 655 h 2335"/>
              <a:gd name="T94" fmla="*/ 182 w 2340"/>
              <a:gd name="T95" fmla="*/ 541 h 2335"/>
              <a:gd name="T96" fmla="*/ 256 w 2340"/>
              <a:gd name="T97" fmla="*/ 436 h 2335"/>
              <a:gd name="T98" fmla="*/ 344 w 2340"/>
              <a:gd name="T99" fmla="*/ 340 h 2335"/>
              <a:gd name="T100" fmla="*/ 439 w 2340"/>
              <a:gd name="T101" fmla="*/ 256 h 2335"/>
              <a:gd name="T102" fmla="*/ 542 w 2340"/>
              <a:gd name="T103" fmla="*/ 182 h 2335"/>
              <a:gd name="T104" fmla="*/ 656 w 2340"/>
              <a:gd name="T105" fmla="*/ 118 h 2335"/>
              <a:gd name="T106" fmla="*/ 775 w 2340"/>
              <a:gd name="T107" fmla="*/ 68 h 2335"/>
              <a:gd name="T108" fmla="*/ 902 w 2340"/>
              <a:gd name="T109" fmla="*/ 29 h 2335"/>
              <a:gd name="T110" fmla="*/ 1034 w 2340"/>
              <a:gd name="T111" fmla="*/ 8 h 2335"/>
              <a:gd name="T112" fmla="*/ 1169 w 2340"/>
              <a:gd name="T113" fmla="*/ 0 h 2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340" h="2335">
                <a:moveTo>
                  <a:pt x="1169" y="0"/>
                </a:moveTo>
                <a:lnTo>
                  <a:pt x="1306" y="8"/>
                </a:lnTo>
                <a:lnTo>
                  <a:pt x="1438" y="29"/>
                </a:lnTo>
                <a:lnTo>
                  <a:pt x="1563" y="68"/>
                </a:lnTo>
                <a:lnTo>
                  <a:pt x="1684" y="118"/>
                </a:lnTo>
                <a:lnTo>
                  <a:pt x="1795" y="182"/>
                </a:lnTo>
                <a:lnTo>
                  <a:pt x="1901" y="256"/>
                </a:lnTo>
                <a:lnTo>
                  <a:pt x="1996" y="340"/>
                </a:lnTo>
                <a:lnTo>
                  <a:pt x="2081" y="436"/>
                </a:lnTo>
                <a:lnTo>
                  <a:pt x="2158" y="541"/>
                </a:lnTo>
                <a:lnTo>
                  <a:pt x="2221" y="655"/>
                </a:lnTo>
                <a:lnTo>
                  <a:pt x="2271" y="774"/>
                </a:lnTo>
                <a:lnTo>
                  <a:pt x="2308" y="901"/>
                </a:lnTo>
                <a:lnTo>
                  <a:pt x="2332" y="1033"/>
                </a:lnTo>
                <a:lnTo>
                  <a:pt x="2340" y="1167"/>
                </a:lnTo>
                <a:lnTo>
                  <a:pt x="2332" y="1305"/>
                </a:lnTo>
                <a:lnTo>
                  <a:pt x="2308" y="1434"/>
                </a:lnTo>
                <a:lnTo>
                  <a:pt x="2271" y="1561"/>
                </a:lnTo>
                <a:lnTo>
                  <a:pt x="2221" y="1683"/>
                </a:lnTo>
                <a:lnTo>
                  <a:pt x="2158" y="1794"/>
                </a:lnTo>
                <a:lnTo>
                  <a:pt x="2081" y="1899"/>
                </a:lnTo>
                <a:lnTo>
                  <a:pt x="1996" y="1994"/>
                </a:lnTo>
                <a:lnTo>
                  <a:pt x="1901" y="2079"/>
                </a:lnTo>
                <a:lnTo>
                  <a:pt x="1795" y="2153"/>
                </a:lnTo>
                <a:lnTo>
                  <a:pt x="1684" y="2216"/>
                </a:lnTo>
                <a:lnTo>
                  <a:pt x="1563" y="2269"/>
                </a:lnTo>
                <a:lnTo>
                  <a:pt x="1438" y="2306"/>
                </a:lnTo>
                <a:lnTo>
                  <a:pt x="1306" y="2327"/>
                </a:lnTo>
                <a:lnTo>
                  <a:pt x="1169" y="2335"/>
                </a:lnTo>
                <a:lnTo>
                  <a:pt x="1034" y="2327"/>
                </a:lnTo>
                <a:lnTo>
                  <a:pt x="902" y="2306"/>
                </a:lnTo>
                <a:lnTo>
                  <a:pt x="775" y="2269"/>
                </a:lnTo>
                <a:lnTo>
                  <a:pt x="656" y="2216"/>
                </a:lnTo>
                <a:lnTo>
                  <a:pt x="542" y="2153"/>
                </a:lnTo>
                <a:lnTo>
                  <a:pt x="439" y="2079"/>
                </a:lnTo>
                <a:lnTo>
                  <a:pt x="344" y="1994"/>
                </a:lnTo>
                <a:lnTo>
                  <a:pt x="256" y="1899"/>
                </a:lnTo>
                <a:lnTo>
                  <a:pt x="182" y="1794"/>
                </a:lnTo>
                <a:lnTo>
                  <a:pt x="119" y="1683"/>
                </a:lnTo>
                <a:lnTo>
                  <a:pt x="69" y="1561"/>
                </a:lnTo>
                <a:lnTo>
                  <a:pt x="32" y="1434"/>
                </a:lnTo>
                <a:lnTo>
                  <a:pt x="8" y="1305"/>
                </a:lnTo>
                <a:lnTo>
                  <a:pt x="0" y="1167"/>
                </a:lnTo>
                <a:lnTo>
                  <a:pt x="8" y="1033"/>
                </a:lnTo>
                <a:lnTo>
                  <a:pt x="32" y="901"/>
                </a:lnTo>
                <a:lnTo>
                  <a:pt x="69" y="774"/>
                </a:lnTo>
                <a:lnTo>
                  <a:pt x="119" y="655"/>
                </a:lnTo>
                <a:lnTo>
                  <a:pt x="182" y="541"/>
                </a:lnTo>
                <a:lnTo>
                  <a:pt x="256" y="436"/>
                </a:lnTo>
                <a:lnTo>
                  <a:pt x="344" y="340"/>
                </a:lnTo>
                <a:lnTo>
                  <a:pt x="439" y="256"/>
                </a:lnTo>
                <a:lnTo>
                  <a:pt x="542" y="182"/>
                </a:lnTo>
                <a:lnTo>
                  <a:pt x="656" y="118"/>
                </a:lnTo>
                <a:lnTo>
                  <a:pt x="775" y="68"/>
                </a:lnTo>
                <a:lnTo>
                  <a:pt x="902" y="29"/>
                </a:lnTo>
                <a:lnTo>
                  <a:pt x="1034" y="8"/>
                </a:lnTo>
                <a:lnTo>
                  <a:pt x="1169" y="0"/>
                </a:lnTo>
                <a:close/>
              </a:path>
            </a:pathLst>
          </a:custGeom>
          <a:solidFill>
            <a:srgbClr val="ED6A5E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99C3546-0B7A-9A46-B27B-D4CC712FB9E1}"/>
              </a:ext>
            </a:extLst>
          </p:cNvPr>
          <p:cNvSpPr>
            <a:spLocks/>
          </p:cNvSpPr>
          <p:nvPr userDrawn="1"/>
        </p:nvSpPr>
        <p:spPr bwMode="auto">
          <a:xfrm>
            <a:off x="1837257" y="2501607"/>
            <a:ext cx="1842872" cy="1363106"/>
          </a:xfrm>
          <a:custGeom>
            <a:avLst/>
            <a:gdLst>
              <a:gd name="T0" fmla="*/ 415 w 5297"/>
              <a:gd name="T1" fmla="*/ 7 h 3918"/>
              <a:gd name="T2" fmla="*/ 719 w 5297"/>
              <a:gd name="T3" fmla="*/ 63 h 3918"/>
              <a:gd name="T4" fmla="*/ 1002 w 5297"/>
              <a:gd name="T5" fmla="*/ 163 h 3918"/>
              <a:gd name="T6" fmla="*/ 1269 w 5297"/>
              <a:gd name="T7" fmla="*/ 298 h 3918"/>
              <a:gd name="T8" fmla="*/ 1521 w 5297"/>
              <a:gd name="T9" fmla="*/ 467 h 3918"/>
              <a:gd name="T10" fmla="*/ 1761 w 5297"/>
              <a:gd name="T11" fmla="*/ 663 h 3918"/>
              <a:gd name="T12" fmla="*/ 2134 w 5297"/>
              <a:gd name="T13" fmla="*/ 1014 h 3918"/>
              <a:gd name="T14" fmla="*/ 2631 w 5297"/>
              <a:gd name="T15" fmla="*/ 1521 h 3918"/>
              <a:gd name="T16" fmla="*/ 3118 w 5297"/>
              <a:gd name="T17" fmla="*/ 2034 h 3918"/>
              <a:gd name="T18" fmla="*/ 3924 w 5297"/>
              <a:gd name="T19" fmla="*/ 2861 h 3918"/>
              <a:gd name="T20" fmla="*/ 4115 w 5297"/>
              <a:gd name="T21" fmla="*/ 3038 h 3918"/>
              <a:gd name="T22" fmla="*/ 4321 w 5297"/>
              <a:gd name="T23" fmla="*/ 3183 h 3918"/>
              <a:gd name="T24" fmla="*/ 4540 w 5297"/>
              <a:gd name="T25" fmla="*/ 3294 h 3918"/>
              <a:gd name="T26" fmla="*/ 4781 w 5297"/>
              <a:gd name="T27" fmla="*/ 3366 h 3918"/>
              <a:gd name="T28" fmla="*/ 5043 w 5297"/>
              <a:gd name="T29" fmla="*/ 3395 h 3918"/>
              <a:gd name="T30" fmla="*/ 5154 w 5297"/>
              <a:gd name="T31" fmla="*/ 3419 h 3918"/>
              <a:gd name="T32" fmla="*/ 5233 w 5297"/>
              <a:gd name="T33" fmla="*/ 3479 h 3918"/>
              <a:gd name="T34" fmla="*/ 5281 w 5297"/>
              <a:gd name="T35" fmla="*/ 3564 h 3918"/>
              <a:gd name="T36" fmla="*/ 5297 w 5297"/>
              <a:gd name="T37" fmla="*/ 3662 h 3918"/>
              <a:gd name="T38" fmla="*/ 5281 w 5297"/>
              <a:gd name="T39" fmla="*/ 3757 h 3918"/>
              <a:gd name="T40" fmla="*/ 5233 w 5297"/>
              <a:gd name="T41" fmla="*/ 3839 h 3918"/>
              <a:gd name="T42" fmla="*/ 5154 w 5297"/>
              <a:gd name="T43" fmla="*/ 3897 h 3918"/>
              <a:gd name="T44" fmla="*/ 5043 w 5297"/>
              <a:gd name="T45" fmla="*/ 3918 h 3918"/>
              <a:gd name="T46" fmla="*/ 4702 w 5297"/>
              <a:gd name="T47" fmla="*/ 3881 h 3918"/>
              <a:gd name="T48" fmla="*/ 4384 w 5297"/>
              <a:gd name="T49" fmla="*/ 3794 h 3918"/>
              <a:gd name="T50" fmla="*/ 4091 w 5297"/>
              <a:gd name="T51" fmla="*/ 3654 h 3918"/>
              <a:gd name="T52" fmla="*/ 3816 w 5297"/>
              <a:gd name="T53" fmla="*/ 3469 h 3918"/>
              <a:gd name="T54" fmla="*/ 3565 w 5297"/>
              <a:gd name="T55" fmla="*/ 3242 h 3918"/>
              <a:gd name="T56" fmla="*/ 2108 w 5297"/>
              <a:gd name="T57" fmla="*/ 1749 h 3918"/>
              <a:gd name="T58" fmla="*/ 1915 w 5297"/>
              <a:gd name="T59" fmla="*/ 1540 h 3918"/>
              <a:gd name="T60" fmla="*/ 1714 w 5297"/>
              <a:gd name="T61" fmla="*/ 1331 h 3918"/>
              <a:gd name="T62" fmla="*/ 1505 w 5297"/>
              <a:gd name="T63" fmla="*/ 1125 h 3918"/>
              <a:gd name="T64" fmla="*/ 1285 w 5297"/>
              <a:gd name="T65" fmla="*/ 938 h 3918"/>
              <a:gd name="T66" fmla="*/ 1055 w 5297"/>
              <a:gd name="T67" fmla="*/ 774 h 3918"/>
              <a:gd name="T68" fmla="*/ 807 w 5297"/>
              <a:gd name="T69" fmla="*/ 644 h 3918"/>
              <a:gd name="T70" fmla="*/ 540 w 5297"/>
              <a:gd name="T71" fmla="*/ 557 h 3918"/>
              <a:gd name="T72" fmla="*/ 254 w 5297"/>
              <a:gd name="T73" fmla="*/ 520 h 3918"/>
              <a:gd name="T74" fmla="*/ 143 w 5297"/>
              <a:gd name="T75" fmla="*/ 496 h 3918"/>
              <a:gd name="T76" fmla="*/ 64 w 5297"/>
              <a:gd name="T77" fmla="*/ 436 h 3918"/>
              <a:gd name="T78" fmla="*/ 16 w 5297"/>
              <a:gd name="T79" fmla="*/ 351 h 3918"/>
              <a:gd name="T80" fmla="*/ 0 w 5297"/>
              <a:gd name="T81" fmla="*/ 253 h 3918"/>
              <a:gd name="T82" fmla="*/ 16 w 5297"/>
              <a:gd name="T83" fmla="*/ 158 h 3918"/>
              <a:gd name="T84" fmla="*/ 64 w 5297"/>
              <a:gd name="T85" fmla="*/ 76 h 3918"/>
              <a:gd name="T86" fmla="*/ 143 w 5297"/>
              <a:gd name="T87" fmla="*/ 18 h 3918"/>
              <a:gd name="T88" fmla="*/ 254 w 5297"/>
              <a:gd name="T89" fmla="*/ 0 h 39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7" h="3918">
                <a:moveTo>
                  <a:pt x="254" y="0"/>
                </a:moveTo>
                <a:lnTo>
                  <a:pt x="415" y="7"/>
                </a:lnTo>
                <a:lnTo>
                  <a:pt x="571" y="31"/>
                </a:lnTo>
                <a:lnTo>
                  <a:pt x="719" y="63"/>
                </a:lnTo>
                <a:lnTo>
                  <a:pt x="865" y="108"/>
                </a:lnTo>
                <a:lnTo>
                  <a:pt x="1002" y="163"/>
                </a:lnTo>
                <a:lnTo>
                  <a:pt x="1137" y="227"/>
                </a:lnTo>
                <a:lnTo>
                  <a:pt x="1269" y="298"/>
                </a:lnTo>
                <a:lnTo>
                  <a:pt x="1396" y="380"/>
                </a:lnTo>
                <a:lnTo>
                  <a:pt x="1521" y="467"/>
                </a:lnTo>
                <a:lnTo>
                  <a:pt x="1642" y="562"/>
                </a:lnTo>
                <a:lnTo>
                  <a:pt x="1761" y="663"/>
                </a:lnTo>
                <a:lnTo>
                  <a:pt x="1880" y="771"/>
                </a:lnTo>
                <a:lnTo>
                  <a:pt x="2134" y="1014"/>
                </a:lnTo>
                <a:lnTo>
                  <a:pt x="2385" y="1265"/>
                </a:lnTo>
                <a:lnTo>
                  <a:pt x="2631" y="1521"/>
                </a:lnTo>
                <a:lnTo>
                  <a:pt x="2874" y="1778"/>
                </a:lnTo>
                <a:lnTo>
                  <a:pt x="3118" y="2034"/>
                </a:lnTo>
                <a:lnTo>
                  <a:pt x="3364" y="2288"/>
                </a:lnTo>
                <a:lnTo>
                  <a:pt x="3924" y="2861"/>
                </a:lnTo>
                <a:lnTo>
                  <a:pt x="4019" y="2954"/>
                </a:lnTo>
                <a:lnTo>
                  <a:pt x="4115" y="3038"/>
                </a:lnTo>
                <a:lnTo>
                  <a:pt x="4215" y="3115"/>
                </a:lnTo>
                <a:lnTo>
                  <a:pt x="4321" y="3183"/>
                </a:lnTo>
                <a:lnTo>
                  <a:pt x="4429" y="3244"/>
                </a:lnTo>
                <a:lnTo>
                  <a:pt x="4540" y="3294"/>
                </a:lnTo>
                <a:lnTo>
                  <a:pt x="4659" y="3334"/>
                </a:lnTo>
                <a:lnTo>
                  <a:pt x="4781" y="3366"/>
                </a:lnTo>
                <a:lnTo>
                  <a:pt x="4908" y="3387"/>
                </a:lnTo>
                <a:lnTo>
                  <a:pt x="5043" y="3395"/>
                </a:lnTo>
                <a:lnTo>
                  <a:pt x="5104" y="3403"/>
                </a:lnTo>
                <a:lnTo>
                  <a:pt x="5154" y="3419"/>
                </a:lnTo>
                <a:lnTo>
                  <a:pt x="5196" y="3445"/>
                </a:lnTo>
                <a:lnTo>
                  <a:pt x="5233" y="3479"/>
                </a:lnTo>
                <a:lnTo>
                  <a:pt x="5260" y="3522"/>
                </a:lnTo>
                <a:lnTo>
                  <a:pt x="5281" y="3564"/>
                </a:lnTo>
                <a:lnTo>
                  <a:pt x="5291" y="3612"/>
                </a:lnTo>
                <a:lnTo>
                  <a:pt x="5297" y="3662"/>
                </a:lnTo>
                <a:lnTo>
                  <a:pt x="5291" y="3709"/>
                </a:lnTo>
                <a:lnTo>
                  <a:pt x="5281" y="3757"/>
                </a:lnTo>
                <a:lnTo>
                  <a:pt x="5260" y="3802"/>
                </a:lnTo>
                <a:lnTo>
                  <a:pt x="5233" y="3839"/>
                </a:lnTo>
                <a:lnTo>
                  <a:pt x="5196" y="3873"/>
                </a:lnTo>
                <a:lnTo>
                  <a:pt x="5154" y="3897"/>
                </a:lnTo>
                <a:lnTo>
                  <a:pt x="5104" y="3913"/>
                </a:lnTo>
                <a:lnTo>
                  <a:pt x="5043" y="3918"/>
                </a:lnTo>
                <a:lnTo>
                  <a:pt x="4871" y="3905"/>
                </a:lnTo>
                <a:lnTo>
                  <a:pt x="4702" y="3881"/>
                </a:lnTo>
                <a:lnTo>
                  <a:pt x="4540" y="3844"/>
                </a:lnTo>
                <a:lnTo>
                  <a:pt x="4384" y="3794"/>
                </a:lnTo>
                <a:lnTo>
                  <a:pt x="4234" y="3730"/>
                </a:lnTo>
                <a:lnTo>
                  <a:pt x="4091" y="3654"/>
                </a:lnTo>
                <a:lnTo>
                  <a:pt x="3951" y="3567"/>
                </a:lnTo>
                <a:lnTo>
                  <a:pt x="3816" y="3469"/>
                </a:lnTo>
                <a:lnTo>
                  <a:pt x="3689" y="3360"/>
                </a:lnTo>
                <a:lnTo>
                  <a:pt x="3565" y="3242"/>
                </a:lnTo>
                <a:lnTo>
                  <a:pt x="2205" y="1849"/>
                </a:lnTo>
                <a:lnTo>
                  <a:pt x="2108" y="1749"/>
                </a:lnTo>
                <a:lnTo>
                  <a:pt x="2012" y="1646"/>
                </a:lnTo>
                <a:lnTo>
                  <a:pt x="1915" y="1540"/>
                </a:lnTo>
                <a:lnTo>
                  <a:pt x="1814" y="1434"/>
                </a:lnTo>
                <a:lnTo>
                  <a:pt x="1714" y="1331"/>
                </a:lnTo>
                <a:lnTo>
                  <a:pt x="1611" y="1226"/>
                </a:lnTo>
                <a:lnTo>
                  <a:pt x="1505" y="1125"/>
                </a:lnTo>
                <a:lnTo>
                  <a:pt x="1396" y="1030"/>
                </a:lnTo>
                <a:lnTo>
                  <a:pt x="1285" y="938"/>
                </a:lnTo>
                <a:lnTo>
                  <a:pt x="1172" y="853"/>
                </a:lnTo>
                <a:lnTo>
                  <a:pt x="1055" y="774"/>
                </a:lnTo>
                <a:lnTo>
                  <a:pt x="934" y="705"/>
                </a:lnTo>
                <a:lnTo>
                  <a:pt x="807" y="644"/>
                </a:lnTo>
                <a:lnTo>
                  <a:pt x="674" y="594"/>
                </a:lnTo>
                <a:lnTo>
                  <a:pt x="540" y="557"/>
                </a:lnTo>
                <a:lnTo>
                  <a:pt x="399" y="531"/>
                </a:lnTo>
                <a:lnTo>
                  <a:pt x="254" y="520"/>
                </a:lnTo>
                <a:lnTo>
                  <a:pt x="193" y="515"/>
                </a:lnTo>
                <a:lnTo>
                  <a:pt x="143" y="496"/>
                </a:lnTo>
                <a:lnTo>
                  <a:pt x="98" y="470"/>
                </a:lnTo>
                <a:lnTo>
                  <a:pt x="64" y="436"/>
                </a:lnTo>
                <a:lnTo>
                  <a:pt x="35" y="396"/>
                </a:lnTo>
                <a:lnTo>
                  <a:pt x="16" y="351"/>
                </a:lnTo>
                <a:lnTo>
                  <a:pt x="5" y="303"/>
                </a:lnTo>
                <a:lnTo>
                  <a:pt x="0" y="253"/>
                </a:lnTo>
                <a:lnTo>
                  <a:pt x="5" y="206"/>
                </a:lnTo>
                <a:lnTo>
                  <a:pt x="16" y="158"/>
                </a:lnTo>
                <a:lnTo>
                  <a:pt x="35" y="116"/>
                </a:lnTo>
                <a:lnTo>
                  <a:pt x="64" y="76"/>
                </a:lnTo>
                <a:lnTo>
                  <a:pt x="98" y="42"/>
                </a:lnTo>
                <a:lnTo>
                  <a:pt x="143" y="18"/>
                </a:lnTo>
                <a:lnTo>
                  <a:pt x="193" y="2"/>
                </a:lnTo>
                <a:lnTo>
                  <a:pt x="254" y="0"/>
                </a:lnTo>
                <a:close/>
              </a:path>
            </a:pathLst>
          </a:custGeom>
          <a:solidFill>
            <a:srgbClr val="183264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D56C5F9-AB70-3C4C-8C05-5C3211F9F4DE}"/>
              </a:ext>
            </a:extLst>
          </p:cNvPr>
          <p:cNvSpPr>
            <a:spLocks/>
          </p:cNvSpPr>
          <p:nvPr userDrawn="1"/>
        </p:nvSpPr>
        <p:spPr bwMode="auto">
          <a:xfrm>
            <a:off x="3504435" y="3498713"/>
            <a:ext cx="607101" cy="366000"/>
          </a:xfrm>
          <a:custGeom>
            <a:avLst/>
            <a:gdLst>
              <a:gd name="T0" fmla="*/ 1451 w 1745"/>
              <a:gd name="T1" fmla="*/ 0 h 1052"/>
              <a:gd name="T2" fmla="*/ 1504 w 1745"/>
              <a:gd name="T3" fmla="*/ 0 h 1052"/>
              <a:gd name="T4" fmla="*/ 1552 w 1745"/>
              <a:gd name="T5" fmla="*/ 11 h 1052"/>
              <a:gd name="T6" fmla="*/ 1599 w 1745"/>
              <a:gd name="T7" fmla="*/ 32 h 1052"/>
              <a:gd name="T8" fmla="*/ 1642 w 1745"/>
              <a:gd name="T9" fmla="*/ 64 h 1052"/>
              <a:gd name="T10" fmla="*/ 1679 w 1745"/>
              <a:gd name="T11" fmla="*/ 101 h 1052"/>
              <a:gd name="T12" fmla="*/ 1710 w 1745"/>
              <a:gd name="T13" fmla="*/ 143 h 1052"/>
              <a:gd name="T14" fmla="*/ 1732 w 1745"/>
              <a:gd name="T15" fmla="*/ 191 h 1052"/>
              <a:gd name="T16" fmla="*/ 1742 w 1745"/>
              <a:gd name="T17" fmla="*/ 241 h 1052"/>
              <a:gd name="T18" fmla="*/ 1745 w 1745"/>
              <a:gd name="T19" fmla="*/ 291 h 1052"/>
              <a:gd name="T20" fmla="*/ 1734 w 1745"/>
              <a:gd name="T21" fmla="*/ 344 h 1052"/>
              <a:gd name="T22" fmla="*/ 1708 w 1745"/>
              <a:gd name="T23" fmla="*/ 397 h 1052"/>
              <a:gd name="T24" fmla="*/ 1668 w 1745"/>
              <a:gd name="T25" fmla="*/ 444 h 1052"/>
              <a:gd name="T26" fmla="*/ 1552 w 1745"/>
              <a:gd name="T27" fmla="*/ 555 h 1052"/>
              <a:gd name="T28" fmla="*/ 1427 w 1745"/>
              <a:gd name="T29" fmla="*/ 656 h 1052"/>
              <a:gd name="T30" fmla="*/ 1298 w 1745"/>
              <a:gd name="T31" fmla="*/ 743 h 1052"/>
              <a:gd name="T32" fmla="*/ 1160 w 1745"/>
              <a:gd name="T33" fmla="*/ 822 h 1052"/>
              <a:gd name="T34" fmla="*/ 1020 w 1745"/>
              <a:gd name="T35" fmla="*/ 888 h 1052"/>
              <a:gd name="T36" fmla="*/ 875 w 1745"/>
              <a:gd name="T37" fmla="*/ 944 h 1052"/>
              <a:gd name="T38" fmla="*/ 724 w 1745"/>
              <a:gd name="T39" fmla="*/ 989 h 1052"/>
              <a:gd name="T40" fmla="*/ 571 w 1745"/>
              <a:gd name="T41" fmla="*/ 1020 h 1052"/>
              <a:gd name="T42" fmla="*/ 412 w 1745"/>
              <a:gd name="T43" fmla="*/ 1041 h 1052"/>
              <a:gd name="T44" fmla="*/ 251 w 1745"/>
              <a:gd name="T45" fmla="*/ 1052 h 1052"/>
              <a:gd name="T46" fmla="*/ 193 w 1745"/>
              <a:gd name="T47" fmla="*/ 1047 h 1052"/>
              <a:gd name="T48" fmla="*/ 140 w 1745"/>
              <a:gd name="T49" fmla="*/ 1031 h 1052"/>
              <a:gd name="T50" fmla="*/ 97 w 1745"/>
              <a:gd name="T51" fmla="*/ 1007 h 1052"/>
              <a:gd name="T52" fmla="*/ 63 w 1745"/>
              <a:gd name="T53" fmla="*/ 973 h 1052"/>
              <a:gd name="T54" fmla="*/ 34 w 1745"/>
              <a:gd name="T55" fmla="*/ 933 h 1052"/>
              <a:gd name="T56" fmla="*/ 15 w 1745"/>
              <a:gd name="T57" fmla="*/ 891 h 1052"/>
              <a:gd name="T58" fmla="*/ 2 w 1745"/>
              <a:gd name="T59" fmla="*/ 843 h 1052"/>
              <a:gd name="T60" fmla="*/ 0 w 1745"/>
              <a:gd name="T61" fmla="*/ 796 h 1052"/>
              <a:gd name="T62" fmla="*/ 2 w 1745"/>
              <a:gd name="T63" fmla="*/ 746 h 1052"/>
              <a:gd name="T64" fmla="*/ 15 w 1745"/>
              <a:gd name="T65" fmla="*/ 698 h 1052"/>
              <a:gd name="T66" fmla="*/ 34 w 1745"/>
              <a:gd name="T67" fmla="*/ 653 h 1052"/>
              <a:gd name="T68" fmla="*/ 63 w 1745"/>
              <a:gd name="T69" fmla="*/ 613 h 1052"/>
              <a:gd name="T70" fmla="*/ 97 w 1745"/>
              <a:gd name="T71" fmla="*/ 579 h 1052"/>
              <a:gd name="T72" fmla="*/ 142 w 1745"/>
              <a:gd name="T73" fmla="*/ 553 h 1052"/>
              <a:gd name="T74" fmla="*/ 193 w 1745"/>
              <a:gd name="T75" fmla="*/ 537 h 1052"/>
              <a:gd name="T76" fmla="*/ 251 w 1745"/>
              <a:gd name="T77" fmla="*/ 529 h 1052"/>
              <a:gd name="T78" fmla="*/ 401 w 1745"/>
              <a:gd name="T79" fmla="*/ 518 h 1052"/>
              <a:gd name="T80" fmla="*/ 547 w 1745"/>
              <a:gd name="T81" fmla="*/ 494 h 1052"/>
              <a:gd name="T82" fmla="*/ 687 w 1745"/>
              <a:gd name="T83" fmla="*/ 457 h 1052"/>
              <a:gd name="T84" fmla="*/ 822 w 1745"/>
              <a:gd name="T85" fmla="*/ 407 h 1052"/>
              <a:gd name="T86" fmla="*/ 949 w 1745"/>
              <a:gd name="T87" fmla="*/ 344 h 1052"/>
              <a:gd name="T88" fmla="*/ 1073 w 1745"/>
              <a:gd name="T89" fmla="*/ 267 h 1052"/>
              <a:gd name="T90" fmla="*/ 1189 w 1745"/>
              <a:gd name="T91" fmla="*/ 177 h 1052"/>
              <a:gd name="T92" fmla="*/ 1301 w 1745"/>
              <a:gd name="T93" fmla="*/ 77 h 1052"/>
              <a:gd name="T94" fmla="*/ 1348 w 1745"/>
              <a:gd name="T95" fmla="*/ 35 h 1052"/>
              <a:gd name="T96" fmla="*/ 1398 w 1745"/>
              <a:gd name="T97" fmla="*/ 11 h 1052"/>
              <a:gd name="T98" fmla="*/ 1451 w 1745"/>
              <a:gd name="T99" fmla="*/ 0 h 10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745" h="1052">
                <a:moveTo>
                  <a:pt x="1451" y="0"/>
                </a:moveTo>
                <a:lnTo>
                  <a:pt x="1504" y="0"/>
                </a:lnTo>
                <a:lnTo>
                  <a:pt x="1552" y="11"/>
                </a:lnTo>
                <a:lnTo>
                  <a:pt x="1599" y="32"/>
                </a:lnTo>
                <a:lnTo>
                  <a:pt x="1642" y="64"/>
                </a:lnTo>
                <a:lnTo>
                  <a:pt x="1679" y="101"/>
                </a:lnTo>
                <a:lnTo>
                  <a:pt x="1710" y="143"/>
                </a:lnTo>
                <a:lnTo>
                  <a:pt x="1732" y="191"/>
                </a:lnTo>
                <a:lnTo>
                  <a:pt x="1742" y="241"/>
                </a:lnTo>
                <a:lnTo>
                  <a:pt x="1745" y="291"/>
                </a:lnTo>
                <a:lnTo>
                  <a:pt x="1734" y="344"/>
                </a:lnTo>
                <a:lnTo>
                  <a:pt x="1708" y="397"/>
                </a:lnTo>
                <a:lnTo>
                  <a:pt x="1668" y="444"/>
                </a:lnTo>
                <a:lnTo>
                  <a:pt x="1552" y="555"/>
                </a:lnTo>
                <a:lnTo>
                  <a:pt x="1427" y="656"/>
                </a:lnTo>
                <a:lnTo>
                  <a:pt x="1298" y="743"/>
                </a:lnTo>
                <a:lnTo>
                  <a:pt x="1160" y="822"/>
                </a:lnTo>
                <a:lnTo>
                  <a:pt x="1020" y="888"/>
                </a:lnTo>
                <a:lnTo>
                  <a:pt x="875" y="944"/>
                </a:lnTo>
                <a:lnTo>
                  <a:pt x="724" y="989"/>
                </a:lnTo>
                <a:lnTo>
                  <a:pt x="571" y="1020"/>
                </a:lnTo>
                <a:lnTo>
                  <a:pt x="412" y="1041"/>
                </a:lnTo>
                <a:lnTo>
                  <a:pt x="251" y="1052"/>
                </a:lnTo>
                <a:lnTo>
                  <a:pt x="193" y="1047"/>
                </a:lnTo>
                <a:lnTo>
                  <a:pt x="140" y="1031"/>
                </a:lnTo>
                <a:lnTo>
                  <a:pt x="97" y="1007"/>
                </a:lnTo>
                <a:lnTo>
                  <a:pt x="63" y="973"/>
                </a:lnTo>
                <a:lnTo>
                  <a:pt x="34" y="933"/>
                </a:lnTo>
                <a:lnTo>
                  <a:pt x="15" y="891"/>
                </a:lnTo>
                <a:lnTo>
                  <a:pt x="2" y="843"/>
                </a:lnTo>
                <a:lnTo>
                  <a:pt x="0" y="796"/>
                </a:lnTo>
                <a:lnTo>
                  <a:pt x="2" y="746"/>
                </a:lnTo>
                <a:lnTo>
                  <a:pt x="15" y="698"/>
                </a:lnTo>
                <a:lnTo>
                  <a:pt x="34" y="653"/>
                </a:lnTo>
                <a:lnTo>
                  <a:pt x="63" y="613"/>
                </a:lnTo>
                <a:lnTo>
                  <a:pt x="97" y="579"/>
                </a:lnTo>
                <a:lnTo>
                  <a:pt x="142" y="553"/>
                </a:lnTo>
                <a:lnTo>
                  <a:pt x="193" y="537"/>
                </a:lnTo>
                <a:lnTo>
                  <a:pt x="251" y="529"/>
                </a:lnTo>
                <a:lnTo>
                  <a:pt x="401" y="518"/>
                </a:lnTo>
                <a:lnTo>
                  <a:pt x="547" y="494"/>
                </a:lnTo>
                <a:lnTo>
                  <a:pt x="687" y="457"/>
                </a:lnTo>
                <a:lnTo>
                  <a:pt x="822" y="407"/>
                </a:lnTo>
                <a:lnTo>
                  <a:pt x="949" y="344"/>
                </a:lnTo>
                <a:lnTo>
                  <a:pt x="1073" y="267"/>
                </a:lnTo>
                <a:lnTo>
                  <a:pt x="1189" y="177"/>
                </a:lnTo>
                <a:lnTo>
                  <a:pt x="1301" y="77"/>
                </a:lnTo>
                <a:lnTo>
                  <a:pt x="1348" y="35"/>
                </a:lnTo>
                <a:lnTo>
                  <a:pt x="1398" y="11"/>
                </a:lnTo>
                <a:lnTo>
                  <a:pt x="1451" y="0"/>
                </a:lnTo>
                <a:close/>
              </a:path>
            </a:pathLst>
          </a:custGeom>
          <a:solidFill>
            <a:srgbClr val="ED6A5E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E7069E79-2D7C-2047-88A7-D362005344F1}"/>
              </a:ext>
            </a:extLst>
          </p:cNvPr>
          <p:cNvSpPr>
            <a:spLocks/>
          </p:cNvSpPr>
          <p:nvPr userDrawn="1"/>
        </p:nvSpPr>
        <p:spPr bwMode="auto">
          <a:xfrm>
            <a:off x="4850171" y="2776455"/>
            <a:ext cx="814106" cy="812367"/>
          </a:xfrm>
          <a:custGeom>
            <a:avLst/>
            <a:gdLst>
              <a:gd name="T0" fmla="*/ 1169 w 2340"/>
              <a:gd name="T1" fmla="*/ 0 h 2335"/>
              <a:gd name="T2" fmla="*/ 1306 w 2340"/>
              <a:gd name="T3" fmla="*/ 8 h 2335"/>
              <a:gd name="T4" fmla="*/ 1438 w 2340"/>
              <a:gd name="T5" fmla="*/ 29 h 2335"/>
              <a:gd name="T6" fmla="*/ 1563 w 2340"/>
              <a:gd name="T7" fmla="*/ 68 h 2335"/>
              <a:gd name="T8" fmla="*/ 1684 w 2340"/>
              <a:gd name="T9" fmla="*/ 118 h 2335"/>
              <a:gd name="T10" fmla="*/ 1795 w 2340"/>
              <a:gd name="T11" fmla="*/ 182 h 2335"/>
              <a:gd name="T12" fmla="*/ 1901 w 2340"/>
              <a:gd name="T13" fmla="*/ 256 h 2335"/>
              <a:gd name="T14" fmla="*/ 1996 w 2340"/>
              <a:gd name="T15" fmla="*/ 340 h 2335"/>
              <a:gd name="T16" fmla="*/ 2081 w 2340"/>
              <a:gd name="T17" fmla="*/ 436 h 2335"/>
              <a:gd name="T18" fmla="*/ 2158 w 2340"/>
              <a:gd name="T19" fmla="*/ 541 h 2335"/>
              <a:gd name="T20" fmla="*/ 2221 w 2340"/>
              <a:gd name="T21" fmla="*/ 655 h 2335"/>
              <a:gd name="T22" fmla="*/ 2271 w 2340"/>
              <a:gd name="T23" fmla="*/ 774 h 2335"/>
              <a:gd name="T24" fmla="*/ 2308 w 2340"/>
              <a:gd name="T25" fmla="*/ 901 h 2335"/>
              <a:gd name="T26" fmla="*/ 2332 w 2340"/>
              <a:gd name="T27" fmla="*/ 1033 h 2335"/>
              <a:gd name="T28" fmla="*/ 2340 w 2340"/>
              <a:gd name="T29" fmla="*/ 1167 h 2335"/>
              <a:gd name="T30" fmla="*/ 2332 w 2340"/>
              <a:gd name="T31" fmla="*/ 1305 h 2335"/>
              <a:gd name="T32" fmla="*/ 2308 w 2340"/>
              <a:gd name="T33" fmla="*/ 1434 h 2335"/>
              <a:gd name="T34" fmla="*/ 2271 w 2340"/>
              <a:gd name="T35" fmla="*/ 1561 h 2335"/>
              <a:gd name="T36" fmla="*/ 2221 w 2340"/>
              <a:gd name="T37" fmla="*/ 1683 h 2335"/>
              <a:gd name="T38" fmla="*/ 2158 w 2340"/>
              <a:gd name="T39" fmla="*/ 1794 h 2335"/>
              <a:gd name="T40" fmla="*/ 2081 w 2340"/>
              <a:gd name="T41" fmla="*/ 1899 h 2335"/>
              <a:gd name="T42" fmla="*/ 1996 w 2340"/>
              <a:gd name="T43" fmla="*/ 1994 h 2335"/>
              <a:gd name="T44" fmla="*/ 1901 w 2340"/>
              <a:gd name="T45" fmla="*/ 2079 h 2335"/>
              <a:gd name="T46" fmla="*/ 1795 w 2340"/>
              <a:gd name="T47" fmla="*/ 2153 h 2335"/>
              <a:gd name="T48" fmla="*/ 1684 w 2340"/>
              <a:gd name="T49" fmla="*/ 2216 h 2335"/>
              <a:gd name="T50" fmla="*/ 1563 w 2340"/>
              <a:gd name="T51" fmla="*/ 2269 h 2335"/>
              <a:gd name="T52" fmla="*/ 1438 w 2340"/>
              <a:gd name="T53" fmla="*/ 2306 h 2335"/>
              <a:gd name="T54" fmla="*/ 1306 w 2340"/>
              <a:gd name="T55" fmla="*/ 2327 h 2335"/>
              <a:gd name="T56" fmla="*/ 1169 w 2340"/>
              <a:gd name="T57" fmla="*/ 2335 h 2335"/>
              <a:gd name="T58" fmla="*/ 1034 w 2340"/>
              <a:gd name="T59" fmla="*/ 2327 h 2335"/>
              <a:gd name="T60" fmla="*/ 902 w 2340"/>
              <a:gd name="T61" fmla="*/ 2306 h 2335"/>
              <a:gd name="T62" fmla="*/ 775 w 2340"/>
              <a:gd name="T63" fmla="*/ 2269 h 2335"/>
              <a:gd name="T64" fmla="*/ 656 w 2340"/>
              <a:gd name="T65" fmla="*/ 2216 h 2335"/>
              <a:gd name="T66" fmla="*/ 542 w 2340"/>
              <a:gd name="T67" fmla="*/ 2153 h 2335"/>
              <a:gd name="T68" fmla="*/ 439 w 2340"/>
              <a:gd name="T69" fmla="*/ 2079 h 2335"/>
              <a:gd name="T70" fmla="*/ 344 w 2340"/>
              <a:gd name="T71" fmla="*/ 1994 h 2335"/>
              <a:gd name="T72" fmla="*/ 256 w 2340"/>
              <a:gd name="T73" fmla="*/ 1899 h 2335"/>
              <a:gd name="T74" fmla="*/ 182 w 2340"/>
              <a:gd name="T75" fmla="*/ 1794 h 2335"/>
              <a:gd name="T76" fmla="*/ 119 w 2340"/>
              <a:gd name="T77" fmla="*/ 1683 h 2335"/>
              <a:gd name="T78" fmla="*/ 69 w 2340"/>
              <a:gd name="T79" fmla="*/ 1561 h 2335"/>
              <a:gd name="T80" fmla="*/ 32 w 2340"/>
              <a:gd name="T81" fmla="*/ 1434 h 2335"/>
              <a:gd name="T82" fmla="*/ 8 w 2340"/>
              <a:gd name="T83" fmla="*/ 1305 h 2335"/>
              <a:gd name="T84" fmla="*/ 0 w 2340"/>
              <a:gd name="T85" fmla="*/ 1167 h 2335"/>
              <a:gd name="T86" fmla="*/ 8 w 2340"/>
              <a:gd name="T87" fmla="*/ 1033 h 2335"/>
              <a:gd name="T88" fmla="*/ 32 w 2340"/>
              <a:gd name="T89" fmla="*/ 901 h 2335"/>
              <a:gd name="T90" fmla="*/ 69 w 2340"/>
              <a:gd name="T91" fmla="*/ 774 h 2335"/>
              <a:gd name="T92" fmla="*/ 119 w 2340"/>
              <a:gd name="T93" fmla="*/ 655 h 2335"/>
              <a:gd name="T94" fmla="*/ 182 w 2340"/>
              <a:gd name="T95" fmla="*/ 541 h 2335"/>
              <a:gd name="T96" fmla="*/ 256 w 2340"/>
              <a:gd name="T97" fmla="*/ 436 h 2335"/>
              <a:gd name="T98" fmla="*/ 344 w 2340"/>
              <a:gd name="T99" fmla="*/ 340 h 2335"/>
              <a:gd name="T100" fmla="*/ 439 w 2340"/>
              <a:gd name="T101" fmla="*/ 256 h 2335"/>
              <a:gd name="T102" fmla="*/ 542 w 2340"/>
              <a:gd name="T103" fmla="*/ 182 h 2335"/>
              <a:gd name="T104" fmla="*/ 656 w 2340"/>
              <a:gd name="T105" fmla="*/ 118 h 2335"/>
              <a:gd name="T106" fmla="*/ 775 w 2340"/>
              <a:gd name="T107" fmla="*/ 68 h 2335"/>
              <a:gd name="T108" fmla="*/ 902 w 2340"/>
              <a:gd name="T109" fmla="*/ 29 h 2335"/>
              <a:gd name="T110" fmla="*/ 1034 w 2340"/>
              <a:gd name="T111" fmla="*/ 8 h 2335"/>
              <a:gd name="T112" fmla="*/ 1169 w 2340"/>
              <a:gd name="T113" fmla="*/ 0 h 2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340" h="2335">
                <a:moveTo>
                  <a:pt x="1169" y="0"/>
                </a:moveTo>
                <a:lnTo>
                  <a:pt x="1306" y="8"/>
                </a:lnTo>
                <a:lnTo>
                  <a:pt x="1438" y="29"/>
                </a:lnTo>
                <a:lnTo>
                  <a:pt x="1563" y="68"/>
                </a:lnTo>
                <a:lnTo>
                  <a:pt x="1684" y="118"/>
                </a:lnTo>
                <a:lnTo>
                  <a:pt x="1795" y="182"/>
                </a:lnTo>
                <a:lnTo>
                  <a:pt x="1901" y="256"/>
                </a:lnTo>
                <a:lnTo>
                  <a:pt x="1996" y="340"/>
                </a:lnTo>
                <a:lnTo>
                  <a:pt x="2081" y="436"/>
                </a:lnTo>
                <a:lnTo>
                  <a:pt x="2158" y="541"/>
                </a:lnTo>
                <a:lnTo>
                  <a:pt x="2221" y="655"/>
                </a:lnTo>
                <a:lnTo>
                  <a:pt x="2271" y="774"/>
                </a:lnTo>
                <a:lnTo>
                  <a:pt x="2308" y="901"/>
                </a:lnTo>
                <a:lnTo>
                  <a:pt x="2332" y="1033"/>
                </a:lnTo>
                <a:lnTo>
                  <a:pt x="2340" y="1167"/>
                </a:lnTo>
                <a:lnTo>
                  <a:pt x="2332" y="1305"/>
                </a:lnTo>
                <a:lnTo>
                  <a:pt x="2308" y="1434"/>
                </a:lnTo>
                <a:lnTo>
                  <a:pt x="2271" y="1561"/>
                </a:lnTo>
                <a:lnTo>
                  <a:pt x="2221" y="1683"/>
                </a:lnTo>
                <a:lnTo>
                  <a:pt x="2158" y="1794"/>
                </a:lnTo>
                <a:lnTo>
                  <a:pt x="2081" y="1899"/>
                </a:lnTo>
                <a:lnTo>
                  <a:pt x="1996" y="1994"/>
                </a:lnTo>
                <a:lnTo>
                  <a:pt x="1901" y="2079"/>
                </a:lnTo>
                <a:lnTo>
                  <a:pt x="1795" y="2153"/>
                </a:lnTo>
                <a:lnTo>
                  <a:pt x="1684" y="2216"/>
                </a:lnTo>
                <a:lnTo>
                  <a:pt x="1563" y="2269"/>
                </a:lnTo>
                <a:lnTo>
                  <a:pt x="1438" y="2306"/>
                </a:lnTo>
                <a:lnTo>
                  <a:pt x="1306" y="2327"/>
                </a:lnTo>
                <a:lnTo>
                  <a:pt x="1169" y="2335"/>
                </a:lnTo>
                <a:lnTo>
                  <a:pt x="1034" y="2327"/>
                </a:lnTo>
                <a:lnTo>
                  <a:pt x="902" y="2306"/>
                </a:lnTo>
                <a:lnTo>
                  <a:pt x="775" y="2269"/>
                </a:lnTo>
                <a:lnTo>
                  <a:pt x="656" y="2216"/>
                </a:lnTo>
                <a:lnTo>
                  <a:pt x="542" y="2153"/>
                </a:lnTo>
                <a:lnTo>
                  <a:pt x="439" y="2079"/>
                </a:lnTo>
                <a:lnTo>
                  <a:pt x="344" y="1994"/>
                </a:lnTo>
                <a:lnTo>
                  <a:pt x="256" y="1899"/>
                </a:lnTo>
                <a:lnTo>
                  <a:pt x="182" y="1794"/>
                </a:lnTo>
                <a:lnTo>
                  <a:pt x="119" y="1683"/>
                </a:lnTo>
                <a:lnTo>
                  <a:pt x="69" y="1561"/>
                </a:lnTo>
                <a:lnTo>
                  <a:pt x="32" y="1434"/>
                </a:lnTo>
                <a:lnTo>
                  <a:pt x="8" y="1305"/>
                </a:lnTo>
                <a:lnTo>
                  <a:pt x="0" y="1167"/>
                </a:lnTo>
                <a:lnTo>
                  <a:pt x="8" y="1033"/>
                </a:lnTo>
                <a:lnTo>
                  <a:pt x="32" y="901"/>
                </a:lnTo>
                <a:lnTo>
                  <a:pt x="69" y="774"/>
                </a:lnTo>
                <a:lnTo>
                  <a:pt x="119" y="655"/>
                </a:lnTo>
                <a:lnTo>
                  <a:pt x="182" y="541"/>
                </a:lnTo>
                <a:lnTo>
                  <a:pt x="256" y="436"/>
                </a:lnTo>
                <a:lnTo>
                  <a:pt x="344" y="340"/>
                </a:lnTo>
                <a:lnTo>
                  <a:pt x="439" y="256"/>
                </a:lnTo>
                <a:lnTo>
                  <a:pt x="542" y="182"/>
                </a:lnTo>
                <a:lnTo>
                  <a:pt x="656" y="118"/>
                </a:lnTo>
                <a:lnTo>
                  <a:pt x="775" y="68"/>
                </a:lnTo>
                <a:lnTo>
                  <a:pt x="902" y="29"/>
                </a:lnTo>
                <a:lnTo>
                  <a:pt x="1034" y="8"/>
                </a:lnTo>
                <a:lnTo>
                  <a:pt x="1169" y="0"/>
                </a:lnTo>
                <a:close/>
              </a:path>
            </a:pathLst>
          </a:custGeom>
          <a:solidFill>
            <a:srgbClr val="50535A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D55EA0D7-8E31-7246-AD79-C282B75D78E3}"/>
              </a:ext>
            </a:extLst>
          </p:cNvPr>
          <p:cNvSpPr>
            <a:spLocks/>
          </p:cNvSpPr>
          <p:nvPr userDrawn="1"/>
        </p:nvSpPr>
        <p:spPr bwMode="auto">
          <a:xfrm>
            <a:off x="3502372" y="2501607"/>
            <a:ext cx="1842872" cy="1363106"/>
          </a:xfrm>
          <a:custGeom>
            <a:avLst/>
            <a:gdLst>
              <a:gd name="T0" fmla="*/ 415 w 5297"/>
              <a:gd name="T1" fmla="*/ 7 h 3918"/>
              <a:gd name="T2" fmla="*/ 719 w 5297"/>
              <a:gd name="T3" fmla="*/ 63 h 3918"/>
              <a:gd name="T4" fmla="*/ 1002 w 5297"/>
              <a:gd name="T5" fmla="*/ 163 h 3918"/>
              <a:gd name="T6" fmla="*/ 1269 w 5297"/>
              <a:gd name="T7" fmla="*/ 298 h 3918"/>
              <a:gd name="T8" fmla="*/ 1521 w 5297"/>
              <a:gd name="T9" fmla="*/ 467 h 3918"/>
              <a:gd name="T10" fmla="*/ 1761 w 5297"/>
              <a:gd name="T11" fmla="*/ 663 h 3918"/>
              <a:gd name="T12" fmla="*/ 2134 w 5297"/>
              <a:gd name="T13" fmla="*/ 1014 h 3918"/>
              <a:gd name="T14" fmla="*/ 2631 w 5297"/>
              <a:gd name="T15" fmla="*/ 1521 h 3918"/>
              <a:gd name="T16" fmla="*/ 3118 w 5297"/>
              <a:gd name="T17" fmla="*/ 2034 h 3918"/>
              <a:gd name="T18" fmla="*/ 3924 w 5297"/>
              <a:gd name="T19" fmla="*/ 2861 h 3918"/>
              <a:gd name="T20" fmla="*/ 4115 w 5297"/>
              <a:gd name="T21" fmla="*/ 3038 h 3918"/>
              <a:gd name="T22" fmla="*/ 4321 w 5297"/>
              <a:gd name="T23" fmla="*/ 3183 h 3918"/>
              <a:gd name="T24" fmla="*/ 4540 w 5297"/>
              <a:gd name="T25" fmla="*/ 3294 h 3918"/>
              <a:gd name="T26" fmla="*/ 4781 w 5297"/>
              <a:gd name="T27" fmla="*/ 3366 h 3918"/>
              <a:gd name="T28" fmla="*/ 5043 w 5297"/>
              <a:gd name="T29" fmla="*/ 3395 h 3918"/>
              <a:gd name="T30" fmla="*/ 5154 w 5297"/>
              <a:gd name="T31" fmla="*/ 3419 h 3918"/>
              <a:gd name="T32" fmla="*/ 5233 w 5297"/>
              <a:gd name="T33" fmla="*/ 3479 h 3918"/>
              <a:gd name="T34" fmla="*/ 5281 w 5297"/>
              <a:gd name="T35" fmla="*/ 3564 h 3918"/>
              <a:gd name="T36" fmla="*/ 5297 w 5297"/>
              <a:gd name="T37" fmla="*/ 3662 h 3918"/>
              <a:gd name="T38" fmla="*/ 5281 w 5297"/>
              <a:gd name="T39" fmla="*/ 3757 h 3918"/>
              <a:gd name="T40" fmla="*/ 5233 w 5297"/>
              <a:gd name="T41" fmla="*/ 3839 h 3918"/>
              <a:gd name="T42" fmla="*/ 5154 w 5297"/>
              <a:gd name="T43" fmla="*/ 3897 h 3918"/>
              <a:gd name="T44" fmla="*/ 5043 w 5297"/>
              <a:gd name="T45" fmla="*/ 3918 h 3918"/>
              <a:gd name="T46" fmla="*/ 4702 w 5297"/>
              <a:gd name="T47" fmla="*/ 3881 h 3918"/>
              <a:gd name="T48" fmla="*/ 4384 w 5297"/>
              <a:gd name="T49" fmla="*/ 3794 h 3918"/>
              <a:gd name="T50" fmla="*/ 4091 w 5297"/>
              <a:gd name="T51" fmla="*/ 3654 h 3918"/>
              <a:gd name="T52" fmla="*/ 3816 w 5297"/>
              <a:gd name="T53" fmla="*/ 3469 h 3918"/>
              <a:gd name="T54" fmla="*/ 3565 w 5297"/>
              <a:gd name="T55" fmla="*/ 3242 h 3918"/>
              <a:gd name="T56" fmla="*/ 2108 w 5297"/>
              <a:gd name="T57" fmla="*/ 1749 h 3918"/>
              <a:gd name="T58" fmla="*/ 1915 w 5297"/>
              <a:gd name="T59" fmla="*/ 1540 h 3918"/>
              <a:gd name="T60" fmla="*/ 1714 w 5297"/>
              <a:gd name="T61" fmla="*/ 1331 h 3918"/>
              <a:gd name="T62" fmla="*/ 1505 w 5297"/>
              <a:gd name="T63" fmla="*/ 1125 h 3918"/>
              <a:gd name="T64" fmla="*/ 1285 w 5297"/>
              <a:gd name="T65" fmla="*/ 938 h 3918"/>
              <a:gd name="T66" fmla="*/ 1055 w 5297"/>
              <a:gd name="T67" fmla="*/ 774 h 3918"/>
              <a:gd name="T68" fmla="*/ 807 w 5297"/>
              <a:gd name="T69" fmla="*/ 644 h 3918"/>
              <a:gd name="T70" fmla="*/ 540 w 5297"/>
              <a:gd name="T71" fmla="*/ 557 h 3918"/>
              <a:gd name="T72" fmla="*/ 254 w 5297"/>
              <a:gd name="T73" fmla="*/ 520 h 3918"/>
              <a:gd name="T74" fmla="*/ 143 w 5297"/>
              <a:gd name="T75" fmla="*/ 496 h 3918"/>
              <a:gd name="T76" fmla="*/ 64 w 5297"/>
              <a:gd name="T77" fmla="*/ 436 h 3918"/>
              <a:gd name="T78" fmla="*/ 16 w 5297"/>
              <a:gd name="T79" fmla="*/ 351 h 3918"/>
              <a:gd name="T80" fmla="*/ 0 w 5297"/>
              <a:gd name="T81" fmla="*/ 253 h 3918"/>
              <a:gd name="T82" fmla="*/ 16 w 5297"/>
              <a:gd name="T83" fmla="*/ 158 h 3918"/>
              <a:gd name="T84" fmla="*/ 64 w 5297"/>
              <a:gd name="T85" fmla="*/ 76 h 3918"/>
              <a:gd name="T86" fmla="*/ 143 w 5297"/>
              <a:gd name="T87" fmla="*/ 18 h 3918"/>
              <a:gd name="T88" fmla="*/ 254 w 5297"/>
              <a:gd name="T89" fmla="*/ 0 h 39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7" h="3918">
                <a:moveTo>
                  <a:pt x="254" y="0"/>
                </a:moveTo>
                <a:lnTo>
                  <a:pt x="415" y="7"/>
                </a:lnTo>
                <a:lnTo>
                  <a:pt x="571" y="31"/>
                </a:lnTo>
                <a:lnTo>
                  <a:pt x="719" y="63"/>
                </a:lnTo>
                <a:lnTo>
                  <a:pt x="865" y="108"/>
                </a:lnTo>
                <a:lnTo>
                  <a:pt x="1002" y="163"/>
                </a:lnTo>
                <a:lnTo>
                  <a:pt x="1137" y="227"/>
                </a:lnTo>
                <a:lnTo>
                  <a:pt x="1269" y="298"/>
                </a:lnTo>
                <a:lnTo>
                  <a:pt x="1396" y="380"/>
                </a:lnTo>
                <a:lnTo>
                  <a:pt x="1521" y="467"/>
                </a:lnTo>
                <a:lnTo>
                  <a:pt x="1642" y="562"/>
                </a:lnTo>
                <a:lnTo>
                  <a:pt x="1761" y="663"/>
                </a:lnTo>
                <a:lnTo>
                  <a:pt x="1880" y="771"/>
                </a:lnTo>
                <a:lnTo>
                  <a:pt x="2134" y="1014"/>
                </a:lnTo>
                <a:lnTo>
                  <a:pt x="2385" y="1265"/>
                </a:lnTo>
                <a:lnTo>
                  <a:pt x="2631" y="1521"/>
                </a:lnTo>
                <a:lnTo>
                  <a:pt x="2874" y="1778"/>
                </a:lnTo>
                <a:lnTo>
                  <a:pt x="3118" y="2034"/>
                </a:lnTo>
                <a:lnTo>
                  <a:pt x="3364" y="2288"/>
                </a:lnTo>
                <a:lnTo>
                  <a:pt x="3924" y="2861"/>
                </a:lnTo>
                <a:lnTo>
                  <a:pt x="4019" y="2954"/>
                </a:lnTo>
                <a:lnTo>
                  <a:pt x="4115" y="3038"/>
                </a:lnTo>
                <a:lnTo>
                  <a:pt x="4215" y="3115"/>
                </a:lnTo>
                <a:lnTo>
                  <a:pt x="4321" y="3183"/>
                </a:lnTo>
                <a:lnTo>
                  <a:pt x="4429" y="3244"/>
                </a:lnTo>
                <a:lnTo>
                  <a:pt x="4540" y="3294"/>
                </a:lnTo>
                <a:lnTo>
                  <a:pt x="4659" y="3334"/>
                </a:lnTo>
                <a:lnTo>
                  <a:pt x="4781" y="3366"/>
                </a:lnTo>
                <a:lnTo>
                  <a:pt x="4908" y="3387"/>
                </a:lnTo>
                <a:lnTo>
                  <a:pt x="5043" y="3395"/>
                </a:lnTo>
                <a:lnTo>
                  <a:pt x="5104" y="3403"/>
                </a:lnTo>
                <a:lnTo>
                  <a:pt x="5154" y="3419"/>
                </a:lnTo>
                <a:lnTo>
                  <a:pt x="5196" y="3445"/>
                </a:lnTo>
                <a:lnTo>
                  <a:pt x="5233" y="3479"/>
                </a:lnTo>
                <a:lnTo>
                  <a:pt x="5260" y="3522"/>
                </a:lnTo>
                <a:lnTo>
                  <a:pt x="5281" y="3564"/>
                </a:lnTo>
                <a:lnTo>
                  <a:pt x="5291" y="3612"/>
                </a:lnTo>
                <a:lnTo>
                  <a:pt x="5297" y="3662"/>
                </a:lnTo>
                <a:lnTo>
                  <a:pt x="5291" y="3709"/>
                </a:lnTo>
                <a:lnTo>
                  <a:pt x="5281" y="3757"/>
                </a:lnTo>
                <a:lnTo>
                  <a:pt x="5260" y="3802"/>
                </a:lnTo>
                <a:lnTo>
                  <a:pt x="5233" y="3839"/>
                </a:lnTo>
                <a:lnTo>
                  <a:pt x="5196" y="3873"/>
                </a:lnTo>
                <a:lnTo>
                  <a:pt x="5154" y="3897"/>
                </a:lnTo>
                <a:lnTo>
                  <a:pt x="5104" y="3913"/>
                </a:lnTo>
                <a:lnTo>
                  <a:pt x="5043" y="3918"/>
                </a:lnTo>
                <a:lnTo>
                  <a:pt x="4871" y="3905"/>
                </a:lnTo>
                <a:lnTo>
                  <a:pt x="4702" y="3881"/>
                </a:lnTo>
                <a:lnTo>
                  <a:pt x="4540" y="3844"/>
                </a:lnTo>
                <a:lnTo>
                  <a:pt x="4384" y="3794"/>
                </a:lnTo>
                <a:lnTo>
                  <a:pt x="4234" y="3730"/>
                </a:lnTo>
                <a:lnTo>
                  <a:pt x="4091" y="3654"/>
                </a:lnTo>
                <a:lnTo>
                  <a:pt x="3951" y="3567"/>
                </a:lnTo>
                <a:lnTo>
                  <a:pt x="3816" y="3469"/>
                </a:lnTo>
                <a:lnTo>
                  <a:pt x="3689" y="3360"/>
                </a:lnTo>
                <a:lnTo>
                  <a:pt x="3565" y="3242"/>
                </a:lnTo>
                <a:lnTo>
                  <a:pt x="2205" y="1849"/>
                </a:lnTo>
                <a:lnTo>
                  <a:pt x="2108" y="1749"/>
                </a:lnTo>
                <a:lnTo>
                  <a:pt x="2012" y="1646"/>
                </a:lnTo>
                <a:lnTo>
                  <a:pt x="1915" y="1540"/>
                </a:lnTo>
                <a:lnTo>
                  <a:pt x="1814" y="1434"/>
                </a:lnTo>
                <a:lnTo>
                  <a:pt x="1714" y="1331"/>
                </a:lnTo>
                <a:lnTo>
                  <a:pt x="1611" y="1226"/>
                </a:lnTo>
                <a:lnTo>
                  <a:pt x="1505" y="1125"/>
                </a:lnTo>
                <a:lnTo>
                  <a:pt x="1396" y="1030"/>
                </a:lnTo>
                <a:lnTo>
                  <a:pt x="1285" y="938"/>
                </a:lnTo>
                <a:lnTo>
                  <a:pt x="1172" y="853"/>
                </a:lnTo>
                <a:lnTo>
                  <a:pt x="1055" y="774"/>
                </a:lnTo>
                <a:lnTo>
                  <a:pt x="934" y="705"/>
                </a:lnTo>
                <a:lnTo>
                  <a:pt x="807" y="644"/>
                </a:lnTo>
                <a:lnTo>
                  <a:pt x="674" y="594"/>
                </a:lnTo>
                <a:lnTo>
                  <a:pt x="540" y="557"/>
                </a:lnTo>
                <a:lnTo>
                  <a:pt x="399" y="531"/>
                </a:lnTo>
                <a:lnTo>
                  <a:pt x="254" y="520"/>
                </a:lnTo>
                <a:lnTo>
                  <a:pt x="193" y="515"/>
                </a:lnTo>
                <a:lnTo>
                  <a:pt x="143" y="496"/>
                </a:lnTo>
                <a:lnTo>
                  <a:pt x="98" y="470"/>
                </a:lnTo>
                <a:lnTo>
                  <a:pt x="64" y="436"/>
                </a:lnTo>
                <a:lnTo>
                  <a:pt x="35" y="396"/>
                </a:lnTo>
                <a:lnTo>
                  <a:pt x="16" y="351"/>
                </a:lnTo>
                <a:lnTo>
                  <a:pt x="5" y="303"/>
                </a:lnTo>
                <a:lnTo>
                  <a:pt x="0" y="253"/>
                </a:lnTo>
                <a:lnTo>
                  <a:pt x="5" y="206"/>
                </a:lnTo>
                <a:lnTo>
                  <a:pt x="16" y="158"/>
                </a:lnTo>
                <a:lnTo>
                  <a:pt x="35" y="116"/>
                </a:lnTo>
                <a:lnTo>
                  <a:pt x="64" y="76"/>
                </a:lnTo>
                <a:lnTo>
                  <a:pt x="98" y="42"/>
                </a:lnTo>
                <a:lnTo>
                  <a:pt x="143" y="18"/>
                </a:lnTo>
                <a:lnTo>
                  <a:pt x="193" y="2"/>
                </a:lnTo>
                <a:lnTo>
                  <a:pt x="254" y="0"/>
                </a:lnTo>
                <a:close/>
              </a:path>
            </a:pathLst>
          </a:custGeom>
          <a:solidFill>
            <a:srgbClr val="ED6A5E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436C2554-9803-5547-ADF7-D72C71A32E50}"/>
              </a:ext>
            </a:extLst>
          </p:cNvPr>
          <p:cNvSpPr>
            <a:spLocks/>
          </p:cNvSpPr>
          <p:nvPr userDrawn="1"/>
        </p:nvSpPr>
        <p:spPr bwMode="auto">
          <a:xfrm>
            <a:off x="5169550" y="3498713"/>
            <a:ext cx="607101" cy="366000"/>
          </a:xfrm>
          <a:custGeom>
            <a:avLst/>
            <a:gdLst>
              <a:gd name="T0" fmla="*/ 1451 w 1745"/>
              <a:gd name="T1" fmla="*/ 0 h 1052"/>
              <a:gd name="T2" fmla="*/ 1504 w 1745"/>
              <a:gd name="T3" fmla="*/ 0 h 1052"/>
              <a:gd name="T4" fmla="*/ 1552 w 1745"/>
              <a:gd name="T5" fmla="*/ 11 h 1052"/>
              <a:gd name="T6" fmla="*/ 1599 w 1745"/>
              <a:gd name="T7" fmla="*/ 32 h 1052"/>
              <a:gd name="T8" fmla="*/ 1642 w 1745"/>
              <a:gd name="T9" fmla="*/ 64 h 1052"/>
              <a:gd name="T10" fmla="*/ 1679 w 1745"/>
              <a:gd name="T11" fmla="*/ 101 h 1052"/>
              <a:gd name="T12" fmla="*/ 1710 w 1745"/>
              <a:gd name="T13" fmla="*/ 143 h 1052"/>
              <a:gd name="T14" fmla="*/ 1732 w 1745"/>
              <a:gd name="T15" fmla="*/ 191 h 1052"/>
              <a:gd name="T16" fmla="*/ 1742 w 1745"/>
              <a:gd name="T17" fmla="*/ 241 h 1052"/>
              <a:gd name="T18" fmla="*/ 1745 w 1745"/>
              <a:gd name="T19" fmla="*/ 291 h 1052"/>
              <a:gd name="T20" fmla="*/ 1734 w 1745"/>
              <a:gd name="T21" fmla="*/ 344 h 1052"/>
              <a:gd name="T22" fmla="*/ 1708 w 1745"/>
              <a:gd name="T23" fmla="*/ 397 h 1052"/>
              <a:gd name="T24" fmla="*/ 1668 w 1745"/>
              <a:gd name="T25" fmla="*/ 444 h 1052"/>
              <a:gd name="T26" fmla="*/ 1552 w 1745"/>
              <a:gd name="T27" fmla="*/ 555 h 1052"/>
              <a:gd name="T28" fmla="*/ 1427 w 1745"/>
              <a:gd name="T29" fmla="*/ 656 h 1052"/>
              <a:gd name="T30" fmla="*/ 1298 w 1745"/>
              <a:gd name="T31" fmla="*/ 743 h 1052"/>
              <a:gd name="T32" fmla="*/ 1160 w 1745"/>
              <a:gd name="T33" fmla="*/ 822 h 1052"/>
              <a:gd name="T34" fmla="*/ 1020 w 1745"/>
              <a:gd name="T35" fmla="*/ 888 h 1052"/>
              <a:gd name="T36" fmla="*/ 875 w 1745"/>
              <a:gd name="T37" fmla="*/ 944 h 1052"/>
              <a:gd name="T38" fmla="*/ 724 w 1745"/>
              <a:gd name="T39" fmla="*/ 989 h 1052"/>
              <a:gd name="T40" fmla="*/ 571 w 1745"/>
              <a:gd name="T41" fmla="*/ 1020 h 1052"/>
              <a:gd name="T42" fmla="*/ 412 w 1745"/>
              <a:gd name="T43" fmla="*/ 1041 h 1052"/>
              <a:gd name="T44" fmla="*/ 251 w 1745"/>
              <a:gd name="T45" fmla="*/ 1052 h 1052"/>
              <a:gd name="T46" fmla="*/ 193 w 1745"/>
              <a:gd name="T47" fmla="*/ 1047 h 1052"/>
              <a:gd name="T48" fmla="*/ 140 w 1745"/>
              <a:gd name="T49" fmla="*/ 1031 h 1052"/>
              <a:gd name="T50" fmla="*/ 97 w 1745"/>
              <a:gd name="T51" fmla="*/ 1007 h 1052"/>
              <a:gd name="T52" fmla="*/ 63 w 1745"/>
              <a:gd name="T53" fmla="*/ 973 h 1052"/>
              <a:gd name="T54" fmla="*/ 34 w 1745"/>
              <a:gd name="T55" fmla="*/ 933 h 1052"/>
              <a:gd name="T56" fmla="*/ 15 w 1745"/>
              <a:gd name="T57" fmla="*/ 891 h 1052"/>
              <a:gd name="T58" fmla="*/ 2 w 1745"/>
              <a:gd name="T59" fmla="*/ 843 h 1052"/>
              <a:gd name="T60" fmla="*/ 0 w 1745"/>
              <a:gd name="T61" fmla="*/ 796 h 1052"/>
              <a:gd name="T62" fmla="*/ 2 w 1745"/>
              <a:gd name="T63" fmla="*/ 746 h 1052"/>
              <a:gd name="T64" fmla="*/ 15 w 1745"/>
              <a:gd name="T65" fmla="*/ 698 h 1052"/>
              <a:gd name="T66" fmla="*/ 34 w 1745"/>
              <a:gd name="T67" fmla="*/ 653 h 1052"/>
              <a:gd name="T68" fmla="*/ 63 w 1745"/>
              <a:gd name="T69" fmla="*/ 613 h 1052"/>
              <a:gd name="T70" fmla="*/ 97 w 1745"/>
              <a:gd name="T71" fmla="*/ 579 h 1052"/>
              <a:gd name="T72" fmla="*/ 142 w 1745"/>
              <a:gd name="T73" fmla="*/ 553 h 1052"/>
              <a:gd name="T74" fmla="*/ 193 w 1745"/>
              <a:gd name="T75" fmla="*/ 537 h 1052"/>
              <a:gd name="T76" fmla="*/ 251 w 1745"/>
              <a:gd name="T77" fmla="*/ 529 h 1052"/>
              <a:gd name="T78" fmla="*/ 401 w 1745"/>
              <a:gd name="T79" fmla="*/ 518 h 1052"/>
              <a:gd name="T80" fmla="*/ 547 w 1745"/>
              <a:gd name="T81" fmla="*/ 494 h 1052"/>
              <a:gd name="T82" fmla="*/ 687 w 1745"/>
              <a:gd name="T83" fmla="*/ 457 h 1052"/>
              <a:gd name="T84" fmla="*/ 822 w 1745"/>
              <a:gd name="T85" fmla="*/ 407 h 1052"/>
              <a:gd name="T86" fmla="*/ 949 w 1745"/>
              <a:gd name="T87" fmla="*/ 344 h 1052"/>
              <a:gd name="T88" fmla="*/ 1073 w 1745"/>
              <a:gd name="T89" fmla="*/ 267 h 1052"/>
              <a:gd name="T90" fmla="*/ 1189 w 1745"/>
              <a:gd name="T91" fmla="*/ 177 h 1052"/>
              <a:gd name="T92" fmla="*/ 1301 w 1745"/>
              <a:gd name="T93" fmla="*/ 77 h 1052"/>
              <a:gd name="T94" fmla="*/ 1348 w 1745"/>
              <a:gd name="T95" fmla="*/ 35 h 1052"/>
              <a:gd name="T96" fmla="*/ 1398 w 1745"/>
              <a:gd name="T97" fmla="*/ 11 h 1052"/>
              <a:gd name="T98" fmla="*/ 1451 w 1745"/>
              <a:gd name="T99" fmla="*/ 0 h 10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745" h="1052">
                <a:moveTo>
                  <a:pt x="1451" y="0"/>
                </a:moveTo>
                <a:lnTo>
                  <a:pt x="1504" y="0"/>
                </a:lnTo>
                <a:lnTo>
                  <a:pt x="1552" y="11"/>
                </a:lnTo>
                <a:lnTo>
                  <a:pt x="1599" y="32"/>
                </a:lnTo>
                <a:lnTo>
                  <a:pt x="1642" y="64"/>
                </a:lnTo>
                <a:lnTo>
                  <a:pt x="1679" y="101"/>
                </a:lnTo>
                <a:lnTo>
                  <a:pt x="1710" y="143"/>
                </a:lnTo>
                <a:lnTo>
                  <a:pt x="1732" y="191"/>
                </a:lnTo>
                <a:lnTo>
                  <a:pt x="1742" y="241"/>
                </a:lnTo>
                <a:lnTo>
                  <a:pt x="1745" y="291"/>
                </a:lnTo>
                <a:lnTo>
                  <a:pt x="1734" y="344"/>
                </a:lnTo>
                <a:lnTo>
                  <a:pt x="1708" y="397"/>
                </a:lnTo>
                <a:lnTo>
                  <a:pt x="1668" y="444"/>
                </a:lnTo>
                <a:lnTo>
                  <a:pt x="1552" y="555"/>
                </a:lnTo>
                <a:lnTo>
                  <a:pt x="1427" y="656"/>
                </a:lnTo>
                <a:lnTo>
                  <a:pt x="1298" y="743"/>
                </a:lnTo>
                <a:lnTo>
                  <a:pt x="1160" y="822"/>
                </a:lnTo>
                <a:lnTo>
                  <a:pt x="1020" y="888"/>
                </a:lnTo>
                <a:lnTo>
                  <a:pt x="875" y="944"/>
                </a:lnTo>
                <a:lnTo>
                  <a:pt x="724" y="989"/>
                </a:lnTo>
                <a:lnTo>
                  <a:pt x="571" y="1020"/>
                </a:lnTo>
                <a:lnTo>
                  <a:pt x="412" y="1041"/>
                </a:lnTo>
                <a:lnTo>
                  <a:pt x="251" y="1052"/>
                </a:lnTo>
                <a:lnTo>
                  <a:pt x="193" y="1047"/>
                </a:lnTo>
                <a:lnTo>
                  <a:pt x="140" y="1031"/>
                </a:lnTo>
                <a:lnTo>
                  <a:pt x="97" y="1007"/>
                </a:lnTo>
                <a:lnTo>
                  <a:pt x="63" y="973"/>
                </a:lnTo>
                <a:lnTo>
                  <a:pt x="34" y="933"/>
                </a:lnTo>
                <a:lnTo>
                  <a:pt x="15" y="891"/>
                </a:lnTo>
                <a:lnTo>
                  <a:pt x="2" y="843"/>
                </a:lnTo>
                <a:lnTo>
                  <a:pt x="0" y="796"/>
                </a:lnTo>
                <a:lnTo>
                  <a:pt x="2" y="746"/>
                </a:lnTo>
                <a:lnTo>
                  <a:pt x="15" y="698"/>
                </a:lnTo>
                <a:lnTo>
                  <a:pt x="34" y="653"/>
                </a:lnTo>
                <a:lnTo>
                  <a:pt x="63" y="613"/>
                </a:lnTo>
                <a:lnTo>
                  <a:pt x="97" y="579"/>
                </a:lnTo>
                <a:lnTo>
                  <a:pt x="142" y="553"/>
                </a:lnTo>
                <a:lnTo>
                  <a:pt x="193" y="537"/>
                </a:lnTo>
                <a:lnTo>
                  <a:pt x="251" y="529"/>
                </a:lnTo>
                <a:lnTo>
                  <a:pt x="401" y="518"/>
                </a:lnTo>
                <a:lnTo>
                  <a:pt x="547" y="494"/>
                </a:lnTo>
                <a:lnTo>
                  <a:pt x="687" y="457"/>
                </a:lnTo>
                <a:lnTo>
                  <a:pt x="822" y="407"/>
                </a:lnTo>
                <a:lnTo>
                  <a:pt x="949" y="344"/>
                </a:lnTo>
                <a:lnTo>
                  <a:pt x="1073" y="267"/>
                </a:lnTo>
                <a:lnTo>
                  <a:pt x="1189" y="177"/>
                </a:lnTo>
                <a:lnTo>
                  <a:pt x="1301" y="77"/>
                </a:lnTo>
                <a:lnTo>
                  <a:pt x="1348" y="35"/>
                </a:lnTo>
                <a:lnTo>
                  <a:pt x="1398" y="11"/>
                </a:lnTo>
                <a:lnTo>
                  <a:pt x="1451" y="0"/>
                </a:lnTo>
                <a:close/>
              </a:path>
            </a:pathLst>
          </a:custGeom>
          <a:solidFill>
            <a:srgbClr val="50535A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4F4A5E27-4E1A-E14C-9002-7179B26CAEC6}"/>
              </a:ext>
            </a:extLst>
          </p:cNvPr>
          <p:cNvSpPr>
            <a:spLocks/>
          </p:cNvSpPr>
          <p:nvPr userDrawn="1"/>
        </p:nvSpPr>
        <p:spPr bwMode="auto">
          <a:xfrm>
            <a:off x="3070966" y="2501607"/>
            <a:ext cx="607101" cy="365651"/>
          </a:xfrm>
          <a:custGeom>
            <a:avLst/>
            <a:gdLst>
              <a:gd name="T0" fmla="*/ 1494 w 1745"/>
              <a:gd name="T1" fmla="*/ 0 h 1051"/>
              <a:gd name="T2" fmla="*/ 1552 w 1745"/>
              <a:gd name="T3" fmla="*/ 2 h 1051"/>
              <a:gd name="T4" fmla="*/ 1602 w 1745"/>
              <a:gd name="T5" fmla="*/ 18 h 1051"/>
              <a:gd name="T6" fmla="*/ 1647 w 1745"/>
              <a:gd name="T7" fmla="*/ 44 h 1051"/>
              <a:gd name="T8" fmla="*/ 1682 w 1745"/>
              <a:gd name="T9" fmla="*/ 76 h 1051"/>
              <a:gd name="T10" fmla="*/ 1711 w 1745"/>
              <a:gd name="T11" fmla="*/ 116 h 1051"/>
              <a:gd name="T12" fmla="*/ 1729 w 1745"/>
              <a:gd name="T13" fmla="*/ 158 h 1051"/>
              <a:gd name="T14" fmla="*/ 1743 w 1745"/>
              <a:gd name="T15" fmla="*/ 206 h 1051"/>
              <a:gd name="T16" fmla="*/ 1745 w 1745"/>
              <a:gd name="T17" fmla="*/ 256 h 1051"/>
              <a:gd name="T18" fmla="*/ 1740 w 1745"/>
              <a:gd name="T19" fmla="*/ 303 h 1051"/>
              <a:gd name="T20" fmla="*/ 1729 w 1745"/>
              <a:gd name="T21" fmla="*/ 351 h 1051"/>
              <a:gd name="T22" fmla="*/ 1708 w 1745"/>
              <a:gd name="T23" fmla="*/ 396 h 1051"/>
              <a:gd name="T24" fmla="*/ 1682 w 1745"/>
              <a:gd name="T25" fmla="*/ 436 h 1051"/>
              <a:gd name="T26" fmla="*/ 1647 w 1745"/>
              <a:gd name="T27" fmla="*/ 470 h 1051"/>
              <a:gd name="T28" fmla="*/ 1602 w 1745"/>
              <a:gd name="T29" fmla="*/ 496 h 1051"/>
              <a:gd name="T30" fmla="*/ 1552 w 1745"/>
              <a:gd name="T31" fmla="*/ 515 h 1051"/>
              <a:gd name="T32" fmla="*/ 1494 w 1745"/>
              <a:gd name="T33" fmla="*/ 520 h 1051"/>
              <a:gd name="T34" fmla="*/ 1343 w 1745"/>
              <a:gd name="T35" fmla="*/ 531 h 1051"/>
              <a:gd name="T36" fmla="*/ 1198 w 1745"/>
              <a:gd name="T37" fmla="*/ 554 h 1051"/>
              <a:gd name="T38" fmla="*/ 1058 w 1745"/>
              <a:gd name="T39" fmla="*/ 591 h 1051"/>
              <a:gd name="T40" fmla="*/ 923 w 1745"/>
              <a:gd name="T41" fmla="*/ 642 h 1051"/>
              <a:gd name="T42" fmla="*/ 793 w 1745"/>
              <a:gd name="T43" fmla="*/ 705 h 1051"/>
              <a:gd name="T44" fmla="*/ 672 w 1745"/>
              <a:gd name="T45" fmla="*/ 782 h 1051"/>
              <a:gd name="T46" fmla="*/ 555 w 1745"/>
              <a:gd name="T47" fmla="*/ 872 h 1051"/>
              <a:gd name="T48" fmla="*/ 444 w 1745"/>
              <a:gd name="T49" fmla="*/ 975 h 1051"/>
              <a:gd name="T50" fmla="*/ 397 w 1745"/>
              <a:gd name="T51" fmla="*/ 1014 h 1051"/>
              <a:gd name="T52" fmla="*/ 344 w 1745"/>
              <a:gd name="T53" fmla="*/ 1038 h 1051"/>
              <a:gd name="T54" fmla="*/ 294 w 1745"/>
              <a:gd name="T55" fmla="*/ 1051 h 1051"/>
              <a:gd name="T56" fmla="*/ 241 w 1745"/>
              <a:gd name="T57" fmla="*/ 1049 h 1051"/>
              <a:gd name="T58" fmla="*/ 190 w 1745"/>
              <a:gd name="T59" fmla="*/ 1038 h 1051"/>
              <a:gd name="T60" fmla="*/ 145 w 1745"/>
              <a:gd name="T61" fmla="*/ 1017 h 1051"/>
              <a:gd name="T62" fmla="*/ 101 w 1745"/>
              <a:gd name="T63" fmla="*/ 988 h 1051"/>
              <a:gd name="T64" fmla="*/ 66 w 1745"/>
              <a:gd name="T65" fmla="*/ 951 h 1051"/>
              <a:gd name="T66" fmla="*/ 34 w 1745"/>
              <a:gd name="T67" fmla="*/ 906 h 1051"/>
              <a:gd name="T68" fmla="*/ 13 w 1745"/>
              <a:gd name="T69" fmla="*/ 861 h 1051"/>
              <a:gd name="T70" fmla="*/ 0 w 1745"/>
              <a:gd name="T71" fmla="*/ 811 h 1051"/>
              <a:gd name="T72" fmla="*/ 0 w 1745"/>
              <a:gd name="T73" fmla="*/ 758 h 1051"/>
              <a:gd name="T74" fmla="*/ 11 w 1745"/>
              <a:gd name="T75" fmla="*/ 705 h 1051"/>
              <a:gd name="T76" fmla="*/ 34 w 1745"/>
              <a:gd name="T77" fmla="*/ 655 h 1051"/>
              <a:gd name="T78" fmla="*/ 74 w 1745"/>
              <a:gd name="T79" fmla="*/ 605 h 1051"/>
              <a:gd name="T80" fmla="*/ 193 w 1745"/>
              <a:gd name="T81" fmla="*/ 494 h 1051"/>
              <a:gd name="T82" fmla="*/ 317 w 1745"/>
              <a:gd name="T83" fmla="*/ 393 h 1051"/>
              <a:gd name="T84" fmla="*/ 447 w 1745"/>
              <a:gd name="T85" fmla="*/ 306 h 1051"/>
              <a:gd name="T86" fmla="*/ 582 w 1745"/>
              <a:gd name="T87" fmla="*/ 227 h 1051"/>
              <a:gd name="T88" fmla="*/ 725 w 1745"/>
              <a:gd name="T89" fmla="*/ 161 h 1051"/>
              <a:gd name="T90" fmla="*/ 870 w 1745"/>
              <a:gd name="T91" fmla="*/ 105 h 1051"/>
              <a:gd name="T92" fmla="*/ 1021 w 1745"/>
              <a:gd name="T93" fmla="*/ 60 h 1051"/>
              <a:gd name="T94" fmla="*/ 1174 w 1745"/>
              <a:gd name="T95" fmla="*/ 29 h 1051"/>
              <a:gd name="T96" fmla="*/ 1333 w 1745"/>
              <a:gd name="T97" fmla="*/ 7 h 1051"/>
              <a:gd name="T98" fmla="*/ 1494 w 1745"/>
              <a:gd name="T99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745" h="1051">
                <a:moveTo>
                  <a:pt x="1494" y="0"/>
                </a:moveTo>
                <a:lnTo>
                  <a:pt x="1552" y="2"/>
                </a:lnTo>
                <a:lnTo>
                  <a:pt x="1602" y="18"/>
                </a:lnTo>
                <a:lnTo>
                  <a:pt x="1647" y="44"/>
                </a:lnTo>
                <a:lnTo>
                  <a:pt x="1682" y="76"/>
                </a:lnTo>
                <a:lnTo>
                  <a:pt x="1711" y="116"/>
                </a:lnTo>
                <a:lnTo>
                  <a:pt x="1729" y="158"/>
                </a:lnTo>
                <a:lnTo>
                  <a:pt x="1743" y="206"/>
                </a:lnTo>
                <a:lnTo>
                  <a:pt x="1745" y="256"/>
                </a:lnTo>
                <a:lnTo>
                  <a:pt x="1740" y="303"/>
                </a:lnTo>
                <a:lnTo>
                  <a:pt x="1729" y="351"/>
                </a:lnTo>
                <a:lnTo>
                  <a:pt x="1708" y="396"/>
                </a:lnTo>
                <a:lnTo>
                  <a:pt x="1682" y="436"/>
                </a:lnTo>
                <a:lnTo>
                  <a:pt x="1647" y="470"/>
                </a:lnTo>
                <a:lnTo>
                  <a:pt x="1602" y="496"/>
                </a:lnTo>
                <a:lnTo>
                  <a:pt x="1552" y="515"/>
                </a:lnTo>
                <a:lnTo>
                  <a:pt x="1494" y="520"/>
                </a:lnTo>
                <a:lnTo>
                  <a:pt x="1343" y="531"/>
                </a:lnTo>
                <a:lnTo>
                  <a:pt x="1198" y="554"/>
                </a:lnTo>
                <a:lnTo>
                  <a:pt x="1058" y="591"/>
                </a:lnTo>
                <a:lnTo>
                  <a:pt x="923" y="642"/>
                </a:lnTo>
                <a:lnTo>
                  <a:pt x="793" y="705"/>
                </a:lnTo>
                <a:lnTo>
                  <a:pt x="672" y="782"/>
                </a:lnTo>
                <a:lnTo>
                  <a:pt x="555" y="872"/>
                </a:lnTo>
                <a:lnTo>
                  <a:pt x="444" y="975"/>
                </a:lnTo>
                <a:lnTo>
                  <a:pt x="397" y="1014"/>
                </a:lnTo>
                <a:lnTo>
                  <a:pt x="344" y="1038"/>
                </a:lnTo>
                <a:lnTo>
                  <a:pt x="294" y="1051"/>
                </a:lnTo>
                <a:lnTo>
                  <a:pt x="241" y="1049"/>
                </a:lnTo>
                <a:lnTo>
                  <a:pt x="190" y="1038"/>
                </a:lnTo>
                <a:lnTo>
                  <a:pt x="145" y="1017"/>
                </a:lnTo>
                <a:lnTo>
                  <a:pt x="101" y="988"/>
                </a:lnTo>
                <a:lnTo>
                  <a:pt x="66" y="951"/>
                </a:lnTo>
                <a:lnTo>
                  <a:pt x="34" y="906"/>
                </a:lnTo>
                <a:lnTo>
                  <a:pt x="13" y="861"/>
                </a:lnTo>
                <a:lnTo>
                  <a:pt x="0" y="811"/>
                </a:lnTo>
                <a:lnTo>
                  <a:pt x="0" y="758"/>
                </a:lnTo>
                <a:lnTo>
                  <a:pt x="11" y="705"/>
                </a:lnTo>
                <a:lnTo>
                  <a:pt x="34" y="655"/>
                </a:lnTo>
                <a:lnTo>
                  <a:pt x="74" y="605"/>
                </a:lnTo>
                <a:lnTo>
                  <a:pt x="193" y="494"/>
                </a:lnTo>
                <a:lnTo>
                  <a:pt x="317" y="393"/>
                </a:lnTo>
                <a:lnTo>
                  <a:pt x="447" y="306"/>
                </a:lnTo>
                <a:lnTo>
                  <a:pt x="582" y="227"/>
                </a:lnTo>
                <a:lnTo>
                  <a:pt x="725" y="161"/>
                </a:lnTo>
                <a:lnTo>
                  <a:pt x="870" y="105"/>
                </a:lnTo>
                <a:lnTo>
                  <a:pt x="1021" y="60"/>
                </a:lnTo>
                <a:lnTo>
                  <a:pt x="1174" y="29"/>
                </a:lnTo>
                <a:lnTo>
                  <a:pt x="1333" y="7"/>
                </a:lnTo>
                <a:lnTo>
                  <a:pt x="1494" y="0"/>
                </a:lnTo>
                <a:close/>
              </a:path>
            </a:pathLst>
          </a:custGeom>
          <a:solidFill>
            <a:srgbClr val="ED6A5E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70A4EFD-CBE8-0749-86E7-3E1B18350F10}"/>
              </a:ext>
            </a:extLst>
          </p:cNvPr>
          <p:cNvSpPr>
            <a:spLocks/>
          </p:cNvSpPr>
          <p:nvPr userDrawn="1"/>
        </p:nvSpPr>
        <p:spPr bwMode="auto">
          <a:xfrm>
            <a:off x="5183484" y="2501607"/>
            <a:ext cx="1842872" cy="1363106"/>
          </a:xfrm>
          <a:custGeom>
            <a:avLst/>
            <a:gdLst>
              <a:gd name="T0" fmla="*/ 415 w 5297"/>
              <a:gd name="T1" fmla="*/ 7 h 3918"/>
              <a:gd name="T2" fmla="*/ 719 w 5297"/>
              <a:gd name="T3" fmla="*/ 63 h 3918"/>
              <a:gd name="T4" fmla="*/ 1002 w 5297"/>
              <a:gd name="T5" fmla="*/ 163 h 3918"/>
              <a:gd name="T6" fmla="*/ 1269 w 5297"/>
              <a:gd name="T7" fmla="*/ 298 h 3918"/>
              <a:gd name="T8" fmla="*/ 1521 w 5297"/>
              <a:gd name="T9" fmla="*/ 467 h 3918"/>
              <a:gd name="T10" fmla="*/ 1761 w 5297"/>
              <a:gd name="T11" fmla="*/ 663 h 3918"/>
              <a:gd name="T12" fmla="*/ 2134 w 5297"/>
              <a:gd name="T13" fmla="*/ 1014 h 3918"/>
              <a:gd name="T14" fmla="*/ 2631 w 5297"/>
              <a:gd name="T15" fmla="*/ 1521 h 3918"/>
              <a:gd name="T16" fmla="*/ 3118 w 5297"/>
              <a:gd name="T17" fmla="*/ 2034 h 3918"/>
              <a:gd name="T18" fmla="*/ 3924 w 5297"/>
              <a:gd name="T19" fmla="*/ 2861 h 3918"/>
              <a:gd name="T20" fmla="*/ 4115 w 5297"/>
              <a:gd name="T21" fmla="*/ 3038 h 3918"/>
              <a:gd name="T22" fmla="*/ 4321 w 5297"/>
              <a:gd name="T23" fmla="*/ 3183 h 3918"/>
              <a:gd name="T24" fmla="*/ 4540 w 5297"/>
              <a:gd name="T25" fmla="*/ 3294 h 3918"/>
              <a:gd name="T26" fmla="*/ 4781 w 5297"/>
              <a:gd name="T27" fmla="*/ 3366 h 3918"/>
              <a:gd name="T28" fmla="*/ 5043 w 5297"/>
              <a:gd name="T29" fmla="*/ 3395 h 3918"/>
              <a:gd name="T30" fmla="*/ 5154 w 5297"/>
              <a:gd name="T31" fmla="*/ 3419 h 3918"/>
              <a:gd name="T32" fmla="*/ 5233 w 5297"/>
              <a:gd name="T33" fmla="*/ 3479 h 3918"/>
              <a:gd name="T34" fmla="*/ 5281 w 5297"/>
              <a:gd name="T35" fmla="*/ 3564 h 3918"/>
              <a:gd name="T36" fmla="*/ 5297 w 5297"/>
              <a:gd name="T37" fmla="*/ 3662 h 3918"/>
              <a:gd name="T38" fmla="*/ 5281 w 5297"/>
              <a:gd name="T39" fmla="*/ 3757 h 3918"/>
              <a:gd name="T40" fmla="*/ 5233 w 5297"/>
              <a:gd name="T41" fmla="*/ 3839 h 3918"/>
              <a:gd name="T42" fmla="*/ 5154 w 5297"/>
              <a:gd name="T43" fmla="*/ 3897 h 3918"/>
              <a:gd name="T44" fmla="*/ 5043 w 5297"/>
              <a:gd name="T45" fmla="*/ 3918 h 3918"/>
              <a:gd name="T46" fmla="*/ 4702 w 5297"/>
              <a:gd name="T47" fmla="*/ 3881 h 3918"/>
              <a:gd name="T48" fmla="*/ 4384 w 5297"/>
              <a:gd name="T49" fmla="*/ 3794 h 3918"/>
              <a:gd name="T50" fmla="*/ 4091 w 5297"/>
              <a:gd name="T51" fmla="*/ 3654 h 3918"/>
              <a:gd name="T52" fmla="*/ 3816 w 5297"/>
              <a:gd name="T53" fmla="*/ 3469 h 3918"/>
              <a:gd name="T54" fmla="*/ 3565 w 5297"/>
              <a:gd name="T55" fmla="*/ 3242 h 3918"/>
              <a:gd name="T56" fmla="*/ 2108 w 5297"/>
              <a:gd name="T57" fmla="*/ 1749 h 3918"/>
              <a:gd name="T58" fmla="*/ 1915 w 5297"/>
              <a:gd name="T59" fmla="*/ 1540 h 3918"/>
              <a:gd name="T60" fmla="*/ 1714 w 5297"/>
              <a:gd name="T61" fmla="*/ 1331 h 3918"/>
              <a:gd name="T62" fmla="*/ 1505 w 5297"/>
              <a:gd name="T63" fmla="*/ 1125 h 3918"/>
              <a:gd name="T64" fmla="*/ 1285 w 5297"/>
              <a:gd name="T65" fmla="*/ 938 h 3918"/>
              <a:gd name="T66" fmla="*/ 1055 w 5297"/>
              <a:gd name="T67" fmla="*/ 774 h 3918"/>
              <a:gd name="T68" fmla="*/ 807 w 5297"/>
              <a:gd name="T69" fmla="*/ 644 h 3918"/>
              <a:gd name="T70" fmla="*/ 540 w 5297"/>
              <a:gd name="T71" fmla="*/ 557 h 3918"/>
              <a:gd name="T72" fmla="*/ 254 w 5297"/>
              <a:gd name="T73" fmla="*/ 520 h 3918"/>
              <a:gd name="T74" fmla="*/ 143 w 5297"/>
              <a:gd name="T75" fmla="*/ 496 h 3918"/>
              <a:gd name="T76" fmla="*/ 64 w 5297"/>
              <a:gd name="T77" fmla="*/ 436 h 3918"/>
              <a:gd name="T78" fmla="*/ 16 w 5297"/>
              <a:gd name="T79" fmla="*/ 351 h 3918"/>
              <a:gd name="T80" fmla="*/ 0 w 5297"/>
              <a:gd name="T81" fmla="*/ 253 h 3918"/>
              <a:gd name="T82" fmla="*/ 16 w 5297"/>
              <a:gd name="T83" fmla="*/ 158 h 3918"/>
              <a:gd name="T84" fmla="*/ 64 w 5297"/>
              <a:gd name="T85" fmla="*/ 76 h 3918"/>
              <a:gd name="T86" fmla="*/ 143 w 5297"/>
              <a:gd name="T87" fmla="*/ 18 h 3918"/>
              <a:gd name="T88" fmla="*/ 254 w 5297"/>
              <a:gd name="T89" fmla="*/ 0 h 39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7" h="3918">
                <a:moveTo>
                  <a:pt x="254" y="0"/>
                </a:moveTo>
                <a:lnTo>
                  <a:pt x="415" y="7"/>
                </a:lnTo>
                <a:lnTo>
                  <a:pt x="571" y="31"/>
                </a:lnTo>
                <a:lnTo>
                  <a:pt x="719" y="63"/>
                </a:lnTo>
                <a:lnTo>
                  <a:pt x="865" y="108"/>
                </a:lnTo>
                <a:lnTo>
                  <a:pt x="1002" y="163"/>
                </a:lnTo>
                <a:lnTo>
                  <a:pt x="1137" y="227"/>
                </a:lnTo>
                <a:lnTo>
                  <a:pt x="1269" y="298"/>
                </a:lnTo>
                <a:lnTo>
                  <a:pt x="1396" y="380"/>
                </a:lnTo>
                <a:lnTo>
                  <a:pt x="1521" y="467"/>
                </a:lnTo>
                <a:lnTo>
                  <a:pt x="1642" y="562"/>
                </a:lnTo>
                <a:lnTo>
                  <a:pt x="1761" y="663"/>
                </a:lnTo>
                <a:lnTo>
                  <a:pt x="1880" y="771"/>
                </a:lnTo>
                <a:lnTo>
                  <a:pt x="2134" y="1014"/>
                </a:lnTo>
                <a:lnTo>
                  <a:pt x="2385" y="1265"/>
                </a:lnTo>
                <a:lnTo>
                  <a:pt x="2631" y="1521"/>
                </a:lnTo>
                <a:lnTo>
                  <a:pt x="2874" y="1778"/>
                </a:lnTo>
                <a:lnTo>
                  <a:pt x="3118" y="2034"/>
                </a:lnTo>
                <a:lnTo>
                  <a:pt x="3364" y="2288"/>
                </a:lnTo>
                <a:lnTo>
                  <a:pt x="3924" y="2861"/>
                </a:lnTo>
                <a:lnTo>
                  <a:pt x="4019" y="2954"/>
                </a:lnTo>
                <a:lnTo>
                  <a:pt x="4115" y="3038"/>
                </a:lnTo>
                <a:lnTo>
                  <a:pt x="4215" y="3115"/>
                </a:lnTo>
                <a:lnTo>
                  <a:pt x="4321" y="3183"/>
                </a:lnTo>
                <a:lnTo>
                  <a:pt x="4429" y="3244"/>
                </a:lnTo>
                <a:lnTo>
                  <a:pt x="4540" y="3294"/>
                </a:lnTo>
                <a:lnTo>
                  <a:pt x="4659" y="3334"/>
                </a:lnTo>
                <a:lnTo>
                  <a:pt x="4781" y="3366"/>
                </a:lnTo>
                <a:lnTo>
                  <a:pt x="4908" y="3387"/>
                </a:lnTo>
                <a:lnTo>
                  <a:pt x="5043" y="3395"/>
                </a:lnTo>
                <a:lnTo>
                  <a:pt x="5104" y="3403"/>
                </a:lnTo>
                <a:lnTo>
                  <a:pt x="5154" y="3419"/>
                </a:lnTo>
                <a:lnTo>
                  <a:pt x="5196" y="3445"/>
                </a:lnTo>
                <a:lnTo>
                  <a:pt x="5233" y="3479"/>
                </a:lnTo>
                <a:lnTo>
                  <a:pt x="5260" y="3522"/>
                </a:lnTo>
                <a:lnTo>
                  <a:pt x="5281" y="3564"/>
                </a:lnTo>
                <a:lnTo>
                  <a:pt x="5291" y="3612"/>
                </a:lnTo>
                <a:lnTo>
                  <a:pt x="5297" y="3662"/>
                </a:lnTo>
                <a:lnTo>
                  <a:pt x="5291" y="3709"/>
                </a:lnTo>
                <a:lnTo>
                  <a:pt x="5281" y="3757"/>
                </a:lnTo>
                <a:lnTo>
                  <a:pt x="5260" y="3802"/>
                </a:lnTo>
                <a:lnTo>
                  <a:pt x="5233" y="3839"/>
                </a:lnTo>
                <a:lnTo>
                  <a:pt x="5196" y="3873"/>
                </a:lnTo>
                <a:lnTo>
                  <a:pt x="5154" y="3897"/>
                </a:lnTo>
                <a:lnTo>
                  <a:pt x="5104" y="3913"/>
                </a:lnTo>
                <a:lnTo>
                  <a:pt x="5043" y="3918"/>
                </a:lnTo>
                <a:lnTo>
                  <a:pt x="4871" y="3905"/>
                </a:lnTo>
                <a:lnTo>
                  <a:pt x="4702" y="3881"/>
                </a:lnTo>
                <a:lnTo>
                  <a:pt x="4540" y="3844"/>
                </a:lnTo>
                <a:lnTo>
                  <a:pt x="4384" y="3794"/>
                </a:lnTo>
                <a:lnTo>
                  <a:pt x="4234" y="3730"/>
                </a:lnTo>
                <a:lnTo>
                  <a:pt x="4091" y="3654"/>
                </a:lnTo>
                <a:lnTo>
                  <a:pt x="3951" y="3567"/>
                </a:lnTo>
                <a:lnTo>
                  <a:pt x="3816" y="3469"/>
                </a:lnTo>
                <a:lnTo>
                  <a:pt x="3689" y="3360"/>
                </a:lnTo>
                <a:lnTo>
                  <a:pt x="3565" y="3242"/>
                </a:lnTo>
                <a:lnTo>
                  <a:pt x="2205" y="1849"/>
                </a:lnTo>
                <a:lnTo>
                  <a:pt x="2108" y="1749"/>
                </a:lnTo>
                <a:lnTo>
                  <a:pt x="2012" y="1646"/>
                </a:lnTo>
                <a:lnTo>
                  <a:pt x="1915" y="1540"/>
                </a:lnTo>
                <a:lnTo>
                  <a:pt x="1814" y="1434"/>
                </a:lnTo>
                <a:lnTo>
                  <a:pt x="1714" y="1331"/>
                </a:lnTo>
                <a:lnTo>
                  <a:pt x="1611" y="1226"/>
                </a:lnTo>
                <a:lnTo>
                  <a:pt x="1505" y="1125"/>
                </a:lnTo>
                <a:lnTo>
                  <a:pt x="1396" y="1030"/>
                </a:lnTo>
                <a:lnTo>
                  <a:pt x="1285" y="938"/>
                </a:lnTo>
                <a:lnTo>
                  <a:pt x="1172" y="853"/>
                </a:lnTo>
                <a:lnTo>
                  <a:pt x="1055" y="774"/>
                </a:lnTo>
                <a:lnTo>
                  <a:pt x="934" y="705"/>
                </a:lnTo>
                <a:lnTo>
                  <a:pt x="807" y="644"/>
                </a:lnTo>
                <a:lnTo>
                  <a:pt x="674" y="594"/>
                </a:lnTo>
                <a:lnTo>
                  <a:pt x="540" y="557"/>
                </a:lnTo>
                <a:lnTo>
                  <a:pt x="399" y="531"/>
                </a:lnTo>
                <a:lnTo>
                  <a:pt x="254" y="520"/>
                </a:lnTo>
                <a:lnTo>
                  <a:pt x="193" y="515"/>
                </a:lnTo>
                <a:lnTo>
                  <a:pt x="143" y="496"/>
                </a:lnTo>
                <a:lnTo>
                  <a:pt x="98" y="470"/>
                </a:lnTo>
                <a:lnTo>
                  <a:pt x="64" y="436"/>
                </a:lnTo>
                <a:lnTo>
                  <a:pt x="35" y="396"/>
                </a:lnTo>
                <a:lnTo>
                  <a:pt x="16" y="351"/>
                </a:lnTo>
                <a:lnTo>
                  <a:pt x="5" y="303"/>
                </a:lnTo>
                <a:lnTo>
                  <a:pt x="0" y="253"/>
                </a:lnTo>
                <a:lnTo>
                  <a:pt x="5" y="206"/>
                </a:lnTo>
                <a:lnTo>
                  <a:pt x="16" y="158"/>
                </a:lnTo>
                <a:lnTo>
                  <a:pt x="35" y="116"/>
                </a:lnTo>
                <a:lnTo>
                  <a:pt x="64" y="76"/>
                </a:lnTo>
                <a:lnTo>
                  <a:pt x="98" y="42"/>
                </a:lnTo>
                <a:lnTo>
                  <a:pt x="143" y="18"/>
                </a:lnTo>
                <a:lnTo>
                  <a:pt x="193" y="2"/>
                </a:lnTo>
                <a:lnTo>
                  <a:pt x="254" y="0"/>
                </a:lnTo>
                <a:close/>
              </a:path>
            </a:pathLst>
          </a:custGeom>
          <a:solidFill>
            <a:srgbClr val="50535A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8454DBC0-8B3F-9C4E-844B-2AA534C81C2F}"/>
              </a:ext>
            </a:extLst>
          </p:cNvPr>
          <p:cNvSpPr>
            <a:spLocks/>
          </p:cNvSpPr>
          <p:nvPr userDrawn="1"/>
        </p:nvSpPr>
        <p:spPr bwMode="auto">
          <a:xfrm>
            <a:off x="6824693" y="3498713"/>
            <a:ext cx="607101" cy="366000"/>
          </a:xfrm>
          <a:custGeom>
            <a:avLst/>
            <a:gdLst>
              <a:gd name="T0" fmla="*/ 1451 w 1745"/>
              <a:gd name="T1" fmla="*/ 0 h 1052"/>
              <a:gd name="T2" fmla="*/ 1504 w 1745"/>
              <a:gd name="T3" fmla="*/ 0 h 1052"/>
              <a:gd name="T4" fmla="*/ 1552 w 1745"/>
              <a:gd name="T5" fmla="*/ 11 h 1052"/>
              <a:gd name="T6" fmla="*/ 1599 w 1745"/>
              <a:gd name="T7" fmla="*/ 32 h 1052"/>
              <a:gd name="T8" fmla="*/ 1642 w 1745"/>
              <a:gd name="T9" fmla="*/ 64 h 1052"/>
              <a:gd name="T10" fmla="*/ 1679 w 1745"/>
              <a:gd name="T11" fmla="*/ 101 h 1052"/>
              <a:gd name="T12" fmla="*/ 1710 w 1745"/>
              <a:gd name="T13" fmla="*/ 143 h 1052"/>
              <a:gd name="T14" fmla="*/ 1732 w 1745"/>
              <a:gd name="T15" fmla="*/ 191 h 1052"/>
              <a:gd name="T16" fmla="*/ 1742 w 1745"/>
              <a:gd name="T17" fmla="*/ 241 h 1052"/>
              <a:gd name="T18" fmla="*/ 1745 w 1745"/>
              <a:gd name="T19" fmla="*/ 291 h 1052"/>
              <a:gd name="T20" fmla="*/ 1734 w 1745"/>
              <a:gd name="T21" fmla="*/ 344 h 1052"/>
              <a:gd name="T22" fmla="*/ 1708 w 1745"/>
              <a:gd name="T23" fmla="*/ 397 h 1052"/>
              <a:gd name="T24" fmla="*/ 1668 w 1745"/>
              <a:gd name="T25" fmla="*/ 444 h 1052"/>
              <a:gd name="T26" fmla="*/ 1552 w 1745"/>
              <a:gd name="T27" fmla="*/ 555 h 1052"/>
              <a:gd name="T28" fmla="*/ 1427 w 1745"/>
              <a:gd name="T29" fmla="*/ 656 h 1052"/>
              <a:gd name="T30" fmla="*/ 1298 w 1745"/>
              <a:gd name="T31" fmla="*/ 743 h 1052"/>
              <a:gd name="T32" fmla="*/ 1160 w 1745"/>
              <a:gd name="T33" fmla="*/ 822 h 1052"/>
              <a:gd name="T34" fmla="*/ 1020 w 1745"/>
              <a:gd name="T35" fmla="*/ 888 h 1052"/>
              <a:gd name="T36" fmla="*/ 875 w 1745"/>
              <a:gd name="T37" fmla="*/ 944 h 1052"/>
              <a:gd name="T38" fmla="*/ 724 w 1745"/>
              <a:gd name="T39" fmla="*/ 989 h 1052"/>
              <a:gd name="T40" fmla="*/ 571 w 1745"/>
              <a:gd name="T41" fmla="*/ 1020 h 1052"/>
              <a:gd name="T42" fmla="*/ 412 w 1745"/>
              <a:gd name="T43" fmla="*/ 1041 h 1052"/>
              <a:gd name="T44" fmla="*/ 251 w 1745"/>
              <a:gd name="T45" fmla="*/ 1052 h 1052"/>
              <a:gd name="T46" fmla="*/ 193 w 1745"/>
              <a:gd name="T47" fmla="*/ 1047 h 1052"/>
              <a:gd name="T48" fmla="*/ 140 w 1745"/>
              <a:gd name="T49" fmla="*/ 1031 h 1052"/>
              <a:gd name="T50" fmla="*/ 97 w 1745"/>
              <a:gd name="T51" fmla="*/ 1007 h 1052"/>
              <a:gd name="T52" fmla="*/ 63 w 1745"/>
              <a:gd name="T53" fmla="*/ 973 h 1052"/>
              <a:gd name="T54" fmla="*/ 34 w 1745"/>
              <a:gd name="T55" fmla="*/ 933 h 1052"/>
              <a:gd name="T56" fmla="*/ 15 w 1745"/>
              <a:gd name="T57" fmla="*/ 891 h 1052"/>
              <a:gd name="T58" fmla="*/ 2 w 1745"/>
              <a:gd name="T59" fmla="*/ 843 h 1052"/>
              <a:gd name="T60" fmla="*/ 0 w 1745"/>
              <a:gd name="T61" fmla="*/ 796 h 1052"/>
              <a:gd name="T62" fmla="*/ 2 w 1745"/>
              <a:gd name="T63" fmla="*/ 746 h 1052"/>
              <a:gd name="T64" fmla="*/ 15 w 1745"/>
              <a:gd name="T65" fmla="*/ 698 h 1052"/>
              <a:gd name="T66" fmla="*/ 34 w 1745"/>
              <a:gd name="T67" fmla="*/ 653 h 1052"/>
              <a:gd name="T68" fmla="*/ 63 w 1745"/>
              <a:gd name="T69" fmla="*/ 613 h 1052"/>
              <a:gd name="T70" fmla="*/ 97 w 1745"/>
              <a:gd name="T71" fmla="*/ 579 h 1052"/>
              <a:gd name="T72" fmla="*/ 142 w 1745"/>
              <a:gd name="T73" fmla="*/ 553 h 1052"/>
              <a:gd name="T74" fmla="*/ 193 w 1745"/>
              <a:gd name="T75" fmla="*/ 537 h 1052"/>
              <a:gd name="T76" fmla="*/ 251 w 1745"/>
              <a:gd name="T77" fmla="*/ 529 h 1052"/>
              <a:gd name="T78" fmla="*/ 401 w 1745"/>
              <a:gd name="T79" fmla="*/ 518 h 1052"/>
              <a:gd name="T80" fmla="*/ 547 w 1745"/>
              <a:gd name="T81" fmla="*/ 494 h 1052"/>
              <a:gd name="T82" fmla="*/ 687 w 1745"/>
              <a:gd name="T83" fmla="*/ 457 h 1052"/>
              <a:gd name="T84" fmla="*/ 822 w 1745"/>
              <a:gd name="T85" fmla="*/ 407 h 1052"/>
              <a:gd name="T86" fmla="*/ 949 w 1745"/>
              <a:gd name="T87" fmla="*/ 344 h 1052"/>
              <a:gd name="T88" fmla="*/ 1073 w 1745"/>
              <a:gd name="T89" fmla="*/ 267 h 1052"/>
              <a:gd name="T90" fmla="*/ 1189 w 1745"/>
              <a:gd name="T91" fmla="*/ 177 h 1052"/>
              <a:gd name="T92" fmla="*/ 1301 w 1745"/>
              <a:gd name="T93" fmla="*/ 77 h 1052"/>
              <a:gd name="T94" fmla="*/ 1348 w 1745"/>
              <a:gd name="T95" fmla="*/ 35 h 1052"/>
              <a:gd name="T96" fmla="*/ 1398 w 1745"/>
              <a:gd name="T97" fmla="*/ 11 h 1052"/>
              <a:gd name="T98" fmla="*/ 1451 w 1745"/>
              <a:gd name="T99" fmla="*/ 0 h 10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745" h="1052">
                <a:moveTo>
                  <a:pt x="1451" y="0"/>
                </a:moveTo>
                <a:lnTo>
                  <a:pt x="1504" y="0"/>
                </a:lnTo>
                <a:lnTo>
                  <a:pt x="1552" y="11"/>
                </a:lnTo>
                <a:lnTo>
                  <a:pt x="1599" y="32"/>
                </a:lnTo>
                <a:lnTo>
                  <a:pt x="1642" y="64"/>
                </a:lnTo>
                <a:lnTo>
                  <a:pt x="1679" y="101"/>
                </a:lnTo>
                <a:lnTo>
                  <a:pt x="1710" y="143"/>
                </a:lnTo>
                <a:lnTo>
                  <a:pt x="1732" y="191"/>
                </a:lnTo>
                <a:lnTo>
                  <a:pt x="1742" y="241"/>
                </a:lnTo>
                <a:lnTo>
                  <a:pt x="1745" y="291"/>
                </a:lnTo>
                <a:lnTo>
                  <a:pt x="1734" y="344"/>
                </a:lnTo>
                <a:lnTo>
                  <a:pt x="1708" y="397"/>
                </a:lnTo>
                <a:lnTo>
                  <a:pt x="1668" y="444"/>
                </a:lnTo>
                <a:lnTo>
                  <a:pt x="1552" y="555"/>
                </a:lnTo>
                <a:lnTo>
                  <a:pt x="1427" y="656"/>
                </a:lnTo>
                <a:lnTo>
                  <a:pt x="1298" y="743"/>
                </a:lnTo>
                <a:lnTo>
                  <a:pt x="1160" y="822"/>
                </a:lnTo>
                <a:lnTo>
                  <a:pt x="1020" y="888"/>
                </a:lnTo>
                <a:lnTo>
                  <a:pt x="875" y="944"/>
                </a:lnTo>
                <a:lnTo>
                  <a:pt x="724" y="989"/>
                </a:lnTo>
                <a:lnTo>
                  <a:pt x="571" y="1020"/>
                </a:lnTo>
                <a:lnTo>
                  <a:pt x="412" y="1041"/>
                </a:lnTo>
                <a:lnTo>
                  <a:pt x="251" y="1052"/>
                </a:lnTo>
                <a:lnTo>
                  <a:pt x="193" y="1047"/>
                </a:lnTo>
                <a:lnTo>
                  <a:pt x="140" y="1031"/>
                </a:lnTo>
                <a:lnTo>
                  <a:pt x="97" y="1007"/>
                </a:lnTo>
                <a:lnTo>
                  <a:pt x="63" y="973"/>
                </a:lnTo>
                <a:lnTo>
                  <a:pt x="34" y="933"/>
                </a:lnTo>
                <a:lnTo>
                  <a:pt x="15" y="891"/>
                </a:lnTo>
                <a:lnTo>
                  <a:pt x="2" y="843"/>
                </a:lnTo>
                <a:lnTo>
                  <a:pt x="0" y="796"/>
                </a:lnTo>
                <a:lnTo>
                  <a:pt x="2" y="746"/>
                </a:lnTo>
                <a:lnTo>
                  <a:pt x="15" y="698"/>
                </a:lnTo>
                <a:lnTo>
                  <a:pt x="34" y="653"/>
                </a:lnTo>
                <a:lnTo>
                  <a:pt x="63" y="613"/>
                </a:lnTo>
                <a:lnTo>
                  <a:pt x="97" y="579"/>
                </a:lnTo>
                <a:lnTo>
                  <a:pt x="142" y="553"/>
                </a:lnTo>
                <a:lnTo>
                  <a:pt x="193" y="537"/>
                </a:lnTo>
                <a:lnTo>
                  <a:pt x="251" y="529"/>
                </a:lnTo>
                <a:lnTo>
                  <a:pt x="401" y="518"/>
                </a:lnTo>
                <a:lnTo>
                  <a:pt x="547" y="494"/>
                </a:lnTo>
                <a:lnTo>
                  <a:pt x="687" y="457"/>
                </a:lnTo>
                <a:lnTo>
                  <a:pt x="822" y="407"/>
                </a:lnTo>
                <a:lnTo>
                  <a:pt x="949" y="344"/>
                </a:lnTo>
                <a:lnTo>
                  <a:pt x="1073" y="267"/>
                </a:lnTo>
                <a:lnTo>
                  <a:pt x="1189" y="177"/>
                </a:lnTo>
                <a:lnTo>
                  <a:pt x="1301" y="77"/>
                </a:lnTo>
                <a:lnTo>
                  <a:pt x="1348" y="35"/>
                </a:lnTo>
                <a:lnTo>
                  <a:pt x="1398" y="11"/>
                </a:lnTo>
                <a:lnTo>
                  <a:pt x="1451" y="0"/>
                </a:lnTo>
                <a:close/>
              </a:path>
            </a:pathLst>
          </a:custGeom>
          <a:solidFill>
            <a:srgbClr val="FAB54D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3EEC039D-6FFD-F843-ACFB-AF8D57C14C41}"/>
              </a:ext>
            </a:extLst>
          </p:cNvPr>
          <p:cNvSpPr>
            <a:spLocks/>
          </p:cNvSpPr>
          <p:nvPr userDrawn="1"/>
        </p:nvSpPr>
        <p:spPr bwMode="auto">
          <a:xfrm>
            <a:off x="4752078" y="2501607"/>
            <a:ext cx="607101" cy="365651"/>
          </a:xfrm>
          <a:custGeom>
            <a:avLst/>
            <a:gdLst>
              <a:gd name="T0" fmla="*/ 1494 w 1745"/>
              <a:gd name="T1" fmla="*/ 0 h 1051"/>
              <a:gd name="T2" fmla="*/ 1552 w 1745"/>
              <a:gd name="T3" fmla="*/ 2 h 1051"/>
              <a:gd name="T4" fmla="*/ 1602 w 1745"/>
              <a:gd name="T5" fmla="*/ 18 h 1051"/>
              <a:gd name="T6" fmla="*/ 1647 w 1745"/>
              <a:gd name="T7" fmla="*/ 44 h 1051"/>
              <a:gd name="T8" fmla="*/ 1682 w 1745"/>
              <a:gd name="T9" fmla="*/ 76 h 1051"/>
              <a:gd name="T10" fmla="*/ 1711 w 1745"/>
              <a:gd name="T11" fmla="*/ 116 h 1051"/>
              <a:gd name="T12" fmla="*/ 1729 w 1745"/>
              <a:gd name="T13" fmla="*/ 158 h 1051"/>
              <a:gd name="T14" fmla="*/ 1743 w 1745"/>
              <a:gd name="T15" fmla="*/ 206 h 1051"/>
              <a:gd name="T16" fmla="*/ 1745 w 1745"/>
              <a:gd name="T17" fmla="*/ 256 h 1051"/>
              <a:gd name="T18" fmla="*/ 1740 w 1745"/>
              <a:gd name="T19" fmla="*/ 303 h 1051"/>
              <a:gd name="T20" fmla="*/ 1729 w 1745"/>
              <a:gd name="T21" fmla="*/ 351 h 1051"/>
              <a:gd name="T22" fmla="*/ 1708 w 1745"/>
              <a:gd name="T23" fmla="*/ 396 h 1051"/>
              <a:gd name="T24" fmla="*/ 1682 w 1745"/>
              <a:gd name="T25" fmla="*/ 436 h 1051"/>
              <a:gd name="T26" fmla="*/ 1647 w 1745"/>
              <a:gd name="T27" fmla="*/ 470 h 1051"/>
              <a:gd name="T28" fmla="*/ 1602 w 1745"/>
              <a:gd name="T29" fmla="*/ 496 h 1051"/>
              <a:gd name="T30" fmla="*/ 1552 w 1745"/>
              <a:gd name="T31" fmla="*/ 515 h 1051"/>
              <a:gd name="T32" fmla="*/ 1494 w 1745"/>
              <a:gd name="T33" fmla="*/ 520 h 1051"/>
              <a:gd name="T34" fmla="*/ 1343 w 1745"/>
              <a:gd name="T35" fmla="*/ 531 h 1051"/>
              <a:gd name="T36" fmla="*/ 1198 w 1745"/>
              <a:gd name="T37" fmla="*/ 554 h 1051"/>
              <a:gd name="T38" fmla="*/ 1058 w 1745"/>
              <a:gd name="T39" fmla="*/ 591 h 1051"/>
              <a:gd name="T40" fmla="*/ 923 w 1745"/>
              <a:gd name="T41" fmla="*/ 642 h 1051"/>
              <a:gd name="T42" fmla="*/ 793 w 1745"/>
              <a:gd name="T43" fmla="*/ 705 h 1051"/>
              <a:gd name="T44" fmla="*/ 672 w 1745"/>
              <a:gd name="T45" fmla="*/ 782 h 1051"/>
              <a:gd name="T46" fmla="*/ 555 w 1745"/>
              <a:gd name="T47" fmla="*/ 872 h 1051"/>
              <a:gd name="T48" fmla="*/ 444 w 1745"/>
              <a:gd name="T49" fmla="*/ 975 h 1051"/>
              <a:gd name="T50" fmla="*/ 397 w 1745"/>
              <a:gd name="T51" fmla="*/ 1014 h 1051"/>
              <a:gd name="T52" fmla="*/ 344 w 1745"/>
              <a:gd name="T53" fmla="*/ 1038 h 1051"/>
              <a:gd name="T54" fmla="*/ 294 w 1745"/>
              <a:gd name="T55" fmla="*/ 1051 h 1051"/>
              <a:gd name="T56" fmla="*/ 241 w 1745"/>
              <a:gd name="T57" fmla="*/ 1049 h 1051"/>
              <a:gd name="T58" fmla="*/ 190 w 1745"/>
              <a:gd name="T59" fmla="*/ 1038 h 1051"/>
              <a:gd name="T60" fmla="*/ 145 w 1745"/>
              <a:gd name="T61" fmla="*/ 1017 h 1051"/>
              <a:gd name="T62" fmla="*/ 101 w 1745"/>
              <a:gd name="T63" fmla="*/ 988 h 1051"/>
              <a:gd name="T64" fmla="*/ 66 w 1745"/>
              <a:gd name="T65" fmla="*/ 951 h 1051"/>
              <a:gd name="T66" fmla="*/ 34 w 1745"/>
              <a:gd name="T67" fmla="*/ 906 h 1051"/>
              <a:gd name="T68" fmla="*/ 13 w 1745"/>
              <a:gd name="T69" fmla="*/ 861 h 1051"/>
              <a:gd name="T70" fmla="*/ 0 w 1745"/>
              <a:gd name="T71" fmla="*/ 811 h 1051"/>
              <a:gd name="T72" fmla="*/ 0 w 1745"/>
              <a:gd name="T73" fmla="*/ 758 h 1051"/>
              <a:gd name="T74" fmla="*/ 11 w 1745"/>
              <a:gd name="T75" fmla="*/ 705 h 1051"/>
              <a:gd name="T76" fmla="*/ 34 w 1745"/>
              <a:gd name="T77" fmla="*/ 655 h 1051"/>
              <a:gd name="T78" fmla="*/ 74 w 1745"/>
              <a:gd name="T79" fmla="*/ 605 h 1051"/>
              <a:gd name="T80" fmla="*/ 193 w 1745"/>
              <a:gd name="T81" fmla="*/ 494 h 1051"/>
              <a:gd name="T82" fmla="*/ 317 w 1745"/>
              <a:gd name="T83" fmla="*/ 393 h 1051"/>
              <a:gd name="T84" fmla="*/ 447 w 1745"/>
              <a:gd name="T85" fmla="*/ 306 h 1051"/>
              <a:gd name="T86" fmla="*/ 582 w 1745"/>
              <a:gd name="T87" fmla="*/ 227 h 1051"/>
              <a:gd name="T88" fmla="*/ 725 w 1745"/>
              <a:gd name="T89" fmla="*/ 161 h 1051"/>
              <a:gd name="T90" fmla="*/ 870 w 1745"/>
              <a:gd name="T91" fmla="*/ 105 h 1051"/>
              <a:gd name="T92" fmla="*/ 1021 w 1745"/>
              <a:gd name="T93" fmla="*/ 60 h 1051"/>
              <a:gd name="T94" fmla="*/ 1174 w 1745"/>
              <a:gd name="T95" fmla="*/ 29 h 1051"/>
              <a:gd name="T96" fmla="*/ 1333 w 1745"/>
              <a:gd name="T97" fmla="*/ 7 h 1051"/>
              <a:gd name="T98" fmla="*/ 1494 w 1745"/>
              <a:gd name="T99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745" h="1051">
                <a:moveTo>
                  <a:pt x="1494" y="0"/>
                </a:moveTo>
                <a:lnTo>
                  <a:pt x="1552" y="2"/>
                </a:lnTo>
                <a:lnTo>
                  <a:pt x="1602" y="18"/>
                </a:lnTo>
                <a:lnTo>
                  <a:pt x="1647" y="44"/>
                </a:lnTo>
                <a:lnTo>
                  <a:pt x="1682" y="76"/>
                </a:lnTo>
                <a:lnTo>
                  <a:pt x="1711" y="116"/>
                </a:lnTo>
                <a:lnTo>
                  <a:pt x="1729" y="158"/>
                </a:lnTo>
                <a:lnTo>
                  <a:pt x="1743" y="206"/>
                </a:lnTo>
                <a:lnTo>
                  <a:pt x="1745" y="256"/>
                </a:lnTo>
                <a:lnTo>
                  <a:pt x="1740" y="303"/>
                </a:lnTo>
                <a:lnTo>
                  <a:pt x="1729" y="351"/>
                </a:lnTo>
                <a:lnTo>
                  <a:pt x="1708" y="396"/>
                </a:lnTo>
                <a:lnTo>
                  <a:pt x="1682" y="436"/>
                </a:lnTo>
                <a:lnTo>
                  <a:pt x="1647" y="470"/>
                </a:lnTo>
                <a:lnTo>
                  <a:pt x="1602" y="496"/>
                </a:lnTo>
                <a:lnTo>
                  <a:pt x="1552" y="515"/>
                </a:lnTo>
                <a:lnTo>
                  <a:pt x="1494" y="520"/>
                </a:lnTo>
                <a:lnTo>
                  <a:pt x="1343" y="531"/>
                </a:lnTo>
                <a:lnTo>
                  <a:pt x="1198" y="554"/>
                </a:lnTo>
                <a:lnTo>
                  <a:pt x="1058" y="591"/>
                </a:lnTo>
                <a:lnTo>
                  <a:pt x="923" y="642"/>
                </a:lnTo>
                <a:lnTo>
                  <a:pt x="793" y="705"/>
                </a:lnTo>
                <a:lnTo>
                  <a:pt x="672" y="782"/>
                </a:lnTo>
                <a:lnTo>
                  <a:pt x="555" y="872"/>
                </a:lnTo>
                <a:lnTo>
                  <a:pt x="444" y="975"/>
                </a:lnTo>
                <a:lnTo>
                  <a:pt x="397" y="1014"/>
                </a:lnTo>
                <a:lnTo>
                  <a:pt x="344" y="1038"/>
                </a:lnTo>
                <a:lnTo>
                  <a:pt x="294" y="1051"/>
                </a:lnTo>
                <a:lnTo>
                  <a:pt x="241" y="1049"/>
                </a:lnTo>
                <a:lnTo>
                  <a:pt x="190" y="1038"/>
                </a:lnTo>
                <a:lnTo>
                  <a:pt x="145" y="1017"/>
                </a:lnTo>
                <a:lnTo>
                  <a:pt x="101" y="988"/>
                </a:lnTo>
                <a:lnTo>
                  <a:pt x="66" y="951"/>
                </a:lnTo>
                <a:lnTo>
                  <a:pt x="34" y="906"/>
                </a:lnTo>
                <a:lnTo>
                  <a:pt x="13" y="861"/>
                </a:lnTo>
                <a:lnTo>
                  <a:pt x="0" y="811"/>
                </a:lnTo>
                <a:lnTo>
                  <a:pt x="0" y="758"/>
                </a:lnTo>
                <a:lnTo>
                  <a:pt x="11" y="705"/>
                </a:lnTo>
                <a:lnTo>
                  <a:pt x="34" y="655"/>
                </a:lnTo>
                <a:lnTo>
                  <a:pt x="74" y="605"/>
                </a:lnTo>
                <a:lnTo>
                  <a:pt x="193" y="494"/>
                </a:lnTo>
                <a:lnTo>
                  <a:pt x="317" y="393"/>
                </a:lnTo>
                <a:lnTo>
                  <a:pt x="447" y="306"/>
                </a:lnTo>
                <a:lnTo>
                  <a:pt x="582" y="227"/>
                </a:lnTo>
                <a:lnTo>
                  <a:pt x="725" y="161"/>
                </a:lnTo>
                <a:lnTo>
                  <a:pt x="870" y="105"/>
                </a:lnTo>
                <a:lnTo>
                  <a:pt x="1021" y="60"/>
                </a:lnTo>
                <a:lnTo>
                  <a:pt x="1174" y="29"/>
                </a:lnTo>
                <a:lnTo>
                  <a:pt x="1333" y="7"/>
                </a:lnTo>
                <a:lnTo>
                  <a:pt x="1494" y="0"/>
                </a:lnTo>
                <a:close/>
              </a:path>
            </a:pathLst>
          </a:custGeom>
          <a:solidFill>
            <a:srgbClr val="50535A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FBAE0C5F-1403-A647-90D4-C0252528D8AF}"/>
              </a:ext>
            </a:extLst>
          </p:cNvPr>
          <p:cNvSpPr>
            <a:spLocks/>
          </p:cNvSpPr>
          <p:nvPr userDrawn="1"/>
        </p:nvSpPr>
        <p:spPr bwMode="auto">
          <a:xfrm>
            <a:off x="6539063" y="2776455"/>
            <a:ext cx="814106" cy="812367"/>
          </a:xfrm>
          <a:custGeom>
            <a:avLst/>
            <a:gdLst>
              <a:gd name="T0" fmla="*/ 1169 w 2340"/>
              <a:gd name="T1" fmla="*/ 0 h 2335"/>
              <a:gd name="T2" fmla="*/ 1306 w 2340"/>
              <a:gd name="T3" fmla="*/ 8 h 2335"/>
              <a:gd name="T4" fmla="*/ 1438 w 2340"/>
              <a:gd name="T5" fmla="*/ 29 h 2335"/>
              <a:gd name="T6" fmla="*/ 1563 w 2340"/>
              <a:gd name="T7" fmla="*/ 68 h 2335"/>
              <a:gd name="T8" fmla="*/ 1684 w 2340"/>
              <a:gd name="T9" fmla="*/ 118 h 2335"/>
              <a:gd name="T10" fmla="*/ 1795 w 2340"/>
              <a:gd name="T11" fmla="*/ 182 h 2335"/>
              <a:gd name="T12" fmla="*/ 1901 w 2340"/>
              <a:gd name="T13" fmla="*/ 256 h 2335"/>
              <a:gd name="T14" fmla="*/ 1996 w 2340"/>
              <a:gd name="T15" fmla="*/ 340 h 2335"/>
              <a:gd name="T16" fmla="*/ 2081 w 2340"/>
              <a:gd name="T17" fmla="*/ 436 h 2335"/>
              <a:gd name="T18" fmla="*/ 2158 w 2340"/>
              <a:gd name="T19" fmla="*/ 541 h 2335"/>
              <a:gd name="T20" fmla="*/ 2221 w 2340"/>
              <a:gd name="T21" fmla="*/ 655 h 2335"/>
              <a:gd name="T22" fmla="*/ 2271 w 2340"/>
              <a:gd name="T23" fmla="*/ 774 h 2335"/>
              <a:gd name="T24" fmla="*/ 2308 w 2340"/>
              <a:gd name="T25" fmla="*/ 901 h 2335"/>
              <a:gd name="T26" fmla="*/ 2332 w 2340"/>
              <a:gd name="T27" fmla="*/ 1033 h 2335"/>
              <a:gd name="T28" fmla="*/ 2340 w 2340"/>
              <a:gd name="T29" fmla="*/ 1167 h 2335"/>
              <a:gd name="T30" fmla="*/ 2332 w 2340"/>
              <a:gd name="T31" fmla="*/ 1305 h 2335"/>
              <a:gd name="T32" fmla="*/ 2308 w 2340"/>
              <a:gd name="T33" fmla="*/ 1434 h 2335"/>
              <a:gd name="T34" fmla="*/ 2271 w 2340"/>
              <a:gd name="T35" fmla="*/ 1561 h 2335"/>
              <a:gd name="T36" fmla="*/ 2221 w 2340"/>
              <a:gd name="T37" fmla="*/ 1683 h 2335"/>
              <a:gd name="T38" fmla="*/ 2158 w 2340"/>
              <a:gd name="T39" fmla="*/ 1794 h 2335"/>
              <a:gd name="T40" fmla="*/ 2081 w 2340"/>
              <a:gd name="T41" fmla="*/ 1899 h 2335"/>
              <a:gd name="T42" fmla="*/ 1996 w 2340"/>
              <a:gd name="T43" fmla="*/ 1994 h 2335"/>
              <a:gd name="T44" fmla="*/ 1901 w 2340"/>
              <a:gd name="T45" fmla="*/ 2079 h 2335"/>
              <a:gd name="T46" fmla="*/ 1795 w 2340"/>
              <a:gd name="T47" fmla="*/ 2153 h 2335"/>
              <a:gd name="T48" fmla="*/ 1684 w 2340"/>
              <a:gd name="T49" fmla="*/ 2216 h 2335"/>
              <a:gd name="T50" fmla="*/ 1563 w 2340"/>
              <a:gd name="T51" fmla="*/ 2269 h 2335"/>
              <a:gd name="T52" fmla="*/ 1438 w 2340"/>
              <a:gd name="T53" fmla="*/ 2306 h 2335"/>
              <a:gd name="T54" fmla="*/ 1306 w 2340"/>
              <a:gd name="T55" fmla="*/ 2327 h 2335"/>
              <a:gd name="T56" fmla="*/ 1169 w 2340"/>
              <a:gd name="T57" fmla="*/ 2335 h 2335"/>
              <a:gd name="T58" fmla="*/ 1034 w 2340"/>
              <a:gd name="T59" fmla="*/ 2327 h 2335"/>
              <a:gd name="T60" fmla="*/ 902 w 2340"/>
              <a:gd name="T61" fmla="*/ 2306 h 2335"/>
              <a:gd name="T62" fmla="*/ 775 w 2340"/>
              <a:gd name="T63" fmla="*/ 2269 h 2335"/>
              <a:gd name="T64" fmla="*/ 656 w 2340"/>
              <a:gd name="T65" fmla="*/ 2216 h 2335"/>
              <a:gd name="T66" fmla="*/ 542 w 2340"/>
              <a:gd name="T67" fmla="*/ 2153 h 2335"/>
              <a:gd name="T68" fmla="*/ 439 w 2340"/>
              <a:gd name="T69" fmla="*/ 2079 h 2335"/>
              <a:gd name="T70" fmla="*/ 344 w 2340"/>
              <a:gd name="T71" fmla="*/ 1994 h 2335"/>
              <a:gd name="T72" fmla="*/ 256 w 2340"/>
              <a:gd name="T73" fmla="*/ 1899 h 2335"/>
              <a:gd name="T74" fmla="*/ 182 w 2340"/>
              <a:gd name="T75" fmla="*/ 1794 h 2335"/>
              <a:gd name="T76" fmla="*/ 119 w 2340"/>
              <a:gd name="T77" fmla="*/ 1683 h 2335"/>
              <a:gd name="T78" fmla="*/ 69 w 2340"/>
              <a:gd name="T79" fmla="*/ 1561 h 2335"/>
              <a:gd name="T80" fmla="*/ 32 w 2340"/>
              <a:gd name="T81" fmla="*/ 1434 h 2335"/>
              <a:gd name="T82" fmla="*/ 8 w 2340"/>
              <a:gd name="T83" fmla="*/ 1305 h 2335"/>
              <a:gd name="T84" fmla="*/ 0 w 2340"/>
              <a:gd name="T85" fmla="*/ 1167 h 2335"/>
              <a:gd name="T86" fmla="*/ 8 w 2340"/>
              <a:gd name="T87" fmla="*/ 1033 h 2335"/>
              <a:gd name="T88" fmla="*/ 32 w 2340"/>
              <a:gd name="T89" fmla="*/ 901 h 2335"/>
              <a:gd name="T90" fmla="*/ 69 w 2340"/>
              <a:gd name="T91" fmla="*/ 774 h 2335"/>
              <a:gd name="T92" fmla="*/ 119 w 2340"/>
              <a:gd name="T93" fmla="*/ 655 h 2335"/>
              <a:gd name="T94" fmla="*/ 182 w 2340"/>
              <a:gd name="T95" fmla="*/ 541 h 2335"/>
              <a:gd name="T96" fmla="*/ 256 w 2340"/>
              <a:gd name="T97" fmla="*/ 436 h 2335"/>
              <a:gd name="T98" fmla="*/ 344 w 2340"/>
              <a:gd name="T99" fmla="*/ 340 h 2335"/>
              <a:gd name="T100" fmla="*/ 439 w 2340"/>
              <a:gd name="T101" fmla="*/ 256 h 2335"/>
              <a:gd name="T102" fmla="*/ 542 w 2340"/>
              <a:gd name="T103" fmla="*/ 182 h 2335"/>
              <a:gd name="T104" fmla="*/ 656 w 2340"/>
              <a:gd name="T105" fmla="*/ 118 h 2335"/>
              <a:gd name="T106" fmla="*/ 775 w 2340"/>
              <a:gd name="T107" fmla="*/ 68 h 2335"/>
              <a:gd name="T108" fmla="*/ 902 w 2340"/>
              <a:gd name="T109" fmla="*/ 29 h 2335"/>
              <a:gd name="T110" fmla="*/ 1034 w 2340"/>
              <a:gd name="T111" fmla="*/ 8 h 2335"/>
              <a:gd name="T112" fmla="*/ 1169 w 2340"/>
              <a:gd name="T113" fmla="*/ 0 h 2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340" h="2335">
                <a:moveTo>
                  <a:pt x="1169" y="0"/>
                </a:moveTo>
                <a:lnTo>
                  <a:pt x="1306" y="8"/>
                </a:lnTo>
                <a:lnTo>
                  <a:pt x="1438" y="29"/>
                </a:lnTo>
                <a:lnTo>
                  <a:pt x="1563" y="68"/>
                </a:lnTo>
                <a:lnTo>
                  <a:pt x="1684" y="118"/>
                </a:lnTo>
                <a:lnTo>
                  <a:pt x="1795" y="182"/>
                </a:lnTo>
                <a:lnTo>
                  <a:pt x="1901" y="256"/>
                </a:lnTo>
                <a:lnTo>
                  <a:pt x="1996" y="340"/>
                </a:lnTo>
                <a:lnTo>
                  <a:pt x="2081" y="436"/>
                </a:lnTo>
                <a:lnTo>
                  <a:pt x="2158" y="541"/>
                </a:lnTo>
                <a:lnTo>
                  <a:pt x="2221" y="655"/>
                </a:lnTo>
                <a:lnTo>
                  <a:pt x="2271" y="774"/>
                </a:lnTo>
                <a:lnTo>
                  <a:pt x="2308" y="901"/>
                </a:lnTo>
                <a:lnTo>
                  <a:pt x="2332" y="1033"/>
                </a:lnTo>
                <a:lnTo>
                  <a:pt x="2340" y="1167"/>
                </a:lnTo>
                <a:lnTo>
                  <a:pt x="2332" y="1305"/>
                </a:lnTo>
                <a:lnTo>
                  <a:pt x="2308" y="1434"/>
                </a:lnTo>
                <a:lnTo>
                  <a:pt x="2271" y="1561"/>
                </a:lnTo>
                <a:lnTo>
                  <a:pt x="2221" y="1683"/>
                </a:lnTo>
                <a:lnTo>
                  <a:pt x="2158" y="1794"/>
                </a:lnTo>
                <a:lnTo>
                  <a:pt x="2081" y="1899"/>
                </a:lnTo>
                <a:lnTo>
                  <a:pt x="1996" y="1994"/>
                </a:lnTo>
                <a:lnTo>
                  <a:pt x="1901" y="2079"/>
                </a:lnTo>
                <a:lnTo>
                  <a:pt x="1795" y="2153"/>
                </a:lnTo>
                <a:lnTo>
                  <a:pt x="1684" y="2216"/>
                </a:lnTo>
                <a:lnTo>
                  <a:pt x="1563" y="2269"/>
                </a:lnTo>
                <a:lnTo>
                  <a:pt x="1438" y="2306"/>
                </a:lnTo>
                <a:lnTo>
                  <a:pt x="1306" y="2327"/>
                </a:lnTo>
                <a:lnTo>
                  <a:pt x="1169" y="2335"/>
                </a:lnTo>
                <a:lnTo>
                  <a:pt x="1034" y="2327"/>
                </a:lnTo>
                <a:lnTo>
                  <a:pt x="902" y="2306"/>
                </a:lnTo>
                <a:lnTo>
                  <a:pt x="775" y="2269"/>
                </a:lnTo>
                <a:lnTo>
                  <a:pt x="656" y="2216"/>
                </a:lnTo>
                <a:lnTo>
                  <a:pt x="542" y="2153"/>
                </a:lnTo>
                <a:lnTo>
                  <a:pt x="439" y="2079"/>
                </a:lnTo>
                <a:lnTo>
                  <a:pt x="344" y="1994"/>
                </a:lnTo>
                <a:lnTo>
                  <a:pt x="256" y="1899"/>
                </a:lnTo>
                <a:lnTo>
                  <a:pt x="182" y="1794"/>
                </a:lnTo>
                <a:lnTo>
                  <a:pt x="119" y="1683"/>
                </a:lnTo>
                <a:lnTo>
                  <a:pt x="69" y="1561"/>
                </a:lnTo>
                <a:lnTo>
                  <a:pt x="32" y="1434"/>
                </a:lnTo>
                <a:lnTo>
                  <a:pt x="8" y="1305"/>
                </a:lnTo>
                <a:lnTo>
                  <a:pt x="0" y="1167"/>
                </a:lnTo>
                <a:lnTo>
                  <a:pt x="8" y="1033"/>
                </a:lnTo>
                <a:lnTo>
                  <a:pt x="32" y="901"/>
                </a:lnTo>
                <a:lnTo>
                  <a:pt x="69" y="774"/>
                </a:lnTo>
                <a:lnTo>
                  <a:pt x="119" y="655"/>
                </a:lnTo>
                <a:lnTo>
                  <a:pt x="182" y="541"/>
                </a:lnTo>
                <a:lnTo>
                  <a:pt x="256" y="436"/>
                </a:lnTo>
                <a:lnTo>
                  <a:pt x="344" y="340"/>
                </a:lnTo>
                <a:lnTo>
                  <a:pt x="439" y="256"/>
                </a:lnTo>
                <a:lnTo>
                  <a:pt x="542" y="182"/>
                </a:lnTo>
                <a:lnTo>
                  <a:pt x="656" y="118"/>
                </a:lnTo>
                <a:lnTo>
                  <a:pt x="775" y="68"/>
                </a:lnTo>
                <a:lnTo>
                  <a:pt x="902" y="29"/>
                </a:lnTo>
                <a:lnTo>
                  <a:pt x="1034" y="8"/>
                </a:lnTo>
                <a:lnTo>
                  <a:pt x="1169" y="0"/>
                </a:lnTo>
                <a:close/>
              </a:path>
            </a:pathLst>
          </a:custGeom>
          <a:solidFill>
            <a:srgbClr val="FAB5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94F85382-468F-4648-B104-7867E61DD784}"/>
              </a:ext>
            </a:extLst>
          </p:cNvPr>
          <p:cNvSpPr>
            <a:spLocks/>
          </p:cNvSpPr>
          <p:nvPr userDrawn="1"/>
        </p:nvSpPr>
        <p:spPr bwMode="auto">
          <a:xfrm>
            <a:off x="8207720" y="2776455"/>
            <a:ext cx="814106" cy="812367"/>
          </a:xfrm>
          <a:custGeom>
            <a:avLst/>
            <a:gdLst>
              <a:gd name="T0" fmla="*/ 1169 w 2340"/>
              <a:gd name="T1" fmla="*/ 0 h 2335"/>
              <a:gd name="T2" fmla="*/ 1306 w 2340"/>
              <a:gd name="T3" fmla="*/ 8 h 2335"/>
              <a:gd name="T4" fmla="*/ 1438 w 2340"/>
              <a:gd name="T5" fmla="*/ 29 h 2335"/>
              <a:gd name="T6" fmla="*/ 1563 w 2340"/>
              <a:gd name="T7" fmla="*/ 68 h 2335"/>
              <a:gd name="T8" fmla="*/ 1684 w 2340"/>
              <a:gd name="T9" fmla="*/ 118 h 2335"/>
              <a:gd name="T10" fmla="*/ 1795 w 2340"/>
              <a:gd name="T11" fmla="*/ 182 h 2335"/>
              <a:gd name="T12" fmla="*/ 1901 w 2340"/>
              <a:gd name="T13" fmla="*/ 256 h 2335"/>
              <a:gd name="T14" fmla="*/ 1996 w 2340"/>
              <a:gd name="T15" fmla="*/ 340 h 2335"/>
              <a:gd name="T16" fmla="*/ 2081 w 2340"/>
              <a:gd name="T17" fmla="*/ 436 h 2335"/>
              <a:gd name="T18" fmla="*/ 2158 w 2340"/>
              <a:gd name="T19" fmla="*/ 541 h 2335"/>
              <a:gd name="T20" fmla="*/ 2221 w 2340"/>
              <a:gd name="T21" fmla="*/ 655 h 2335"/>
              <a:gd name="T22" fmla="*/ 2271 w 2340"/>
              <a:gd name="T23" fmla="*/ 774 h 2335"/>
              <a:gd name="T24" fmla="*/ 2308 w 2340"/>
              <a:gd name="T25" fmla="*/ 901 h 2335"/>
              <a:gd name="T26" fmla="*/ 2332 w 2340"/>
              <a:gd name="T27" fmla="*/ 1033 h 2335"/>
              <a:gd name="T28" fmla="*/ 2340 w 2340"/>
              <a:gd name="T29" fmla="*/ 1167 h 2335"/>
              <a:gd name="T30" fmla="*/ 2332 w 2340"/>
              <a:gd name="T31" fmla="*/ 1305 h 2335"/>
              <a:gd name="T32" fmla="*/ 2308 w 2340"/>
              <a:gd name="T33" fmla="*/ 1434 h 2335"/>
              <a:gd name="T34" fmla="*/ 2271 w 2340"/>
              <a:gd name="T35" fmla="*/ 1561 h 2335"/>
              <a:gd name="T36" fmla="*/ 2221 w 2340"/>
              <a:gd name="T37" fmla="*/ 1683 h 2335"/>
              <a:gd name="T38" fmla="*/ 2158 w 2340"/>
              <a:gd name="T39" fmla="*/ 1794 h 2335"/>
              <a:gd name="T40" fmla="*/ 2081 w 2340"/>
              <a:gd name="T41" fmla="*/ 1899 h 2335"/>
              <a:gd name="T42" fmla="*/ 1996 w 2340"/>
              <a:gd name="T43" fmla="*/ 1994 h 2335"/>
              <a:gd name="T44" fmla="*/ 1901 w 2340"/>
              <a:gd name="T45" fmla="*/ 2079 h 2335"/>
              <a:gd name="T46" fmla="*/ 1795 w 2340"/>
              <a:gd name="T47" fmla="*/ 2153 h 2335"/>
              <a:gd name="T48" fmla="*/ 1684 w 2340"/>
              <a:gd name="T49" fmla="*/ 2216 h 2335"/>
              <a:gd name="T50" fmla="*/ 1563 w 2340"/>
              <a:gd name="T51" fmla="*/ 2269 h 2335"/>
              <a:gd name="T52" fmla="*/ 1438 w 2340"/>
              <a:gd name="T53" fmla="*/ 2306 h 2335"/>
              <a:gd name="T54" fmla="*/ 1306 w 2340"/>
              <a:gd name="T55" fmla="*/ 2327 h 2335"/>
              <a:gd name="T56" fmla="*/ 1169 w 2340"/>
              <a:gd name="T57" fmla="*/ 2335 h 2335"/>
              <a:gd name="T58" fmla="*/ 1034 w 2340"/>
              <a:gd name="T59" fmla="*/ 2327 h 2335"/>
              <a:gd name="T60" fmla="*/ 902 w 2340"/>
              <a:gd name="T61" fmla="*/ 2306 h 2335"/>
              <a:gd name="T62" fmla="*/ 775 w 2340"/>
              <a:gd name="T63" fmla="*/ 2269 h 2335"/>
              <a:gd name="T64" fmla="*/ 656 w 2340"/>
              <a:gd name="T65" fmla="*/ 2216 h 2335"/>
              <a:gd name="T66" fmla="*/ 542 w 2340"/>
              <a:gd name="T67" fmla="*/ 2153 h 2335"/>
              <a:gd name="T68" fmla="*/ 439 w 2340"/>
              <a:gd name="T69" fmla="*/ 2079 h 2335"/>
              <a:gd name="T70" fmla="*/ 344 w 2340"/>
              <a:gd name="T71" fmla="*/ 1994 h 2335"/>
              <a:gd name="T72" fmla="*/ 256 w 2340"/>
              <a:gd name="T73" fmla="*/ 1899 h 2335"/>
              <a:gd name="T74" fmla="*/ 182 w 2340"/>
              <a:gd name="T75" fmla="*/ 1794 h 2335"/>
              <a:gd name="T76" fmla="*/ 119 w 2340"/>
              <a:gd name="T77" fmla="*/ 1683 h 2335"/>
              <a:gd name="T78" fmla="*/ 69 w 2340"/>
              <a:gd name="T79" fmla="*/ 1561 h 2335"/>
              <a:gd name="T80" fmla="*/ 32 w 2340"/>
              <a:gd name="T81" fmla="*/ 1434 h 2335"/>
              <a:gd name="T82" fmla="*/ 8 w 2340"/>
              <a:gd name="T83" fmla="*/ 1305 h 2335"/>
              <a:gd name="T84" fmla="*/ 0 w 2340"/>
              <a:gd name="T85" fmla="*/ 1167 h 2335"/>
              <a:gd name="T86" fmla="*/ 8 w 2340"/>
              <a:gd name="T87" fmla="*/ 1033 h 2335"/>
              <a:gd name="T88" fmla="*/ 32 w 2340"/>
              <a:gd name="T89" fmla="*/ 901 h 2335"/>
              <a:gd name="T90" fmla="*/ 69 w 2340"/>
              <a:gd name="T91" fmla="*/ 774 h 2335"/>
              <a:gd name="T92" fmla="*/ 119 w 2340"/>
              <a:gd name="T93" fmla="*/ 655 h 2335"/>
              <a:gd name="T94" fmla="*/ 182 w 2340"/>
              <a:gd name="T95" fmla="*/ 541 h 2335"/>
              <a:gd name="T96" fmla="*/ 256 w 2340"/>
              <a:gd name="T97" fmla="*/ 436 h 2335"/>
              <a:gd name="T98" fmla="*/ 344 w 2340"/>
              <a:gd name="T99" fmla="*/ 340 h 2335"/>
              <a:gd name="T100" fmla="*/ 439 w 2340"/>
              <a:gd name="T101" fmla="*/ 256 h 2335"/>
              <a:gd name="T102" fmla="*/ 542 w 2340"/>
              <a:gd name="T103" fmla="*/ 182 h 2335"/>
              <a:gd name="T104" fmla="*/ 656 w 2340"/>
              <a:gd name="T105" fmla="*/ 118 h 2335"/>
              <a:gd name="T106" fmla="*/ 775 w 2340"/>
              <a:gd name="T107" fmla="*/ 68 h 2335"/>
              <a:gd name="T108" fmla="*/ 902 w 2340"/>
              <a:gd name="T109" fmla="*/ 29 h 2335"/>
              <a:gd name="T110" fmla="*/ 1034 w 2340"/>
              <a:gd name="T111" fmla="*/ 8 h 2335"/>
              <a:gd name="T112" fmla="*/ 1169 w 2340"/>
              <a:gd name="T113" fmla="*/ 0 h 2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340" h="2335">
                <a:moveTo>
                  <a:pt x="1169" y="0"/>
                </a:moveTo>
                <a:lnTo>
                  <a:pt x="1306" y="8"/>
                </a:lnTo>
                <a:lnTo>
                  <a:pt x="1438" y="29"/>
                </a:lnTo>
                <a:lnTo>
                  <a:pt x="1563" y="68"/>
                </a:lnTo>
                <a:lnTo>
                  <a:pt x="1684" y="118"/>
                </a:lnTo>
                <a:lnTo>
                  <a:pt x="1795" y="182"/>
                </a:lnTo>
                <a:lnTo>
                  <a:pt x="1901" y="256"/>
                </a:lnTo>
                <a:lnTo>
                  <a:pt x="1996" y="340"/>
                </a:lnTo>
                <a:lnTo>
                  <a:pt x="2081" y="436"/>
                </a:lnTo>
                <a:lnTo>
                  <a:pt x="2158" y="541"/>
                </a:lnTo>
                <a:lnTo>
                  <a:pt x="2221" y="655"/>
                </a:lnTo>
                <a:lnTo>
                  <a:pt x="2271" y="774"/>
                </a:lnTo>
                <a:lnTo>
                  <a:pt x="2308" y="901"/>
                </a:lnTo>
                <a:lnTo>
                  <a:pt x="2332" y="1033"/>
                </a:lnTo>
                <a:lnTo>
                  <a:pt x="2340" y="1167"/>
                </a:lnTo>
                <a:lnTo>
                  <a:pt x="2332" y="1305"/>
                </a:lnTo>
                <a:lnTo>
                  <a:pt x="2308" y="1434"/>
                </a:lnTo>
                <a:lnTo>
                  <a:pt x="2271" y="1561"/>
                </a:lnTo>
                <a:lnTo>
                  <a:pt x="2221" y="1683"/>
                </a:lnTo>
                <a:lnTo>
                  <a:pt x="2158" y="1794"/>
                </a:lnTo>
                <a:lnTo>
                  <a:pt x="2081" y="1899"/>
                </a:lnTo>
                <a:lnTo>
                  <a:pt x="1996" y="1994"/>
                </a:lnTo>
                <a:lnTo>
                  <a:pt x="1901" y="2079"/>
                </a:lnTo>
                <a:lnTo>
                  <a:pt x="1795" y="2153"/>
                </a:lnTo>
                <a:lnTo>
                  <a:pt x="1684" y="2216"/>
                </a:lnTo>
                <a:lnTo>
                  <a:pt x="1563" y="2269"/>
                </a:lnTo>
                <a:lnTo>
                  <a:pt x="1438" y="2306"/>
                </a:lnTo>
                <a:lnTo>
                  <a:pt x="1306" y="2327"/>
                </a:lnTo>
                <a:lnTo>
                  <a:pt x="1169" y="2335"/>
                </a:lnTo>
                <a:lnTo>
                  <a:pt x="1034" y="2327"/>
                </a:lnTo>
                <a:lnTo>
                  <a:pt x="902" y="2306"/>
                </a:lnTo>
                <a:lnTo>
                  <a:pt x="775" y="2269"/>
                </a:lnTo>
                <a:lnTo>
                  <a:pt x="656" y="2216"/>
                </a:lnTo>
                <a:lnTo>
                  <a:pt x="542" y="2153"/>
                </a:lnTo>
                <a:lnTo>
                  <a:pt x="439" y="2079"/>
                </a:lnTo>
                <a:lnTo>
                  <a:pt x="344" y="1994"/>
                </a:lnTo>
                <a:lnTo>
                  <a:pt x="256" y="1899"/>
                </a:lnTo>
                <a:lnTo>
                  <a:pt x="182" y="1794"/>
                </a:lnTo>
                <a:lnTo>
                  <a:pt x="119" y="1683"/>
                </a:lnTo>
                <a:lnTo>
                  <a:pt x="69" y="1561"/>
                </a:lnTo>
                <a:lnTo>
                  <a:pt x="32" y="1434"/>
                </a:lnTo>
                <a:lnTo>
                  <a:pt x="8" y="1305"/>
                </a:lnTo>
                <a:lnTo>
                  <a:pt x="0" y="1167"/>
                </a:lnTo>
                <a:lnTo>
                  <a:pt x="8" y="1033"/>
                </a:lnTo>
                <a:lnTo>
                  <a:pt x="32" y="901"/>
                </a:lnTo>
                <a:lnTo>
                  <a:pt x="69" y="774"/>
                </a:lnTo>
                <a:lnTo>
                  <a:pt x="119" y="655"/>
                </a:lnTo>
                <a:lnTo>
                  <a:pt x="182" y="541"/>
                </a:lnTo>
                <a:lnTo>
                  <a:pt x="256" y="436"/>
                </a:lnTo>
                <a:lnTo>
                  <a:pt x="344" y="340"/>
                </a:lnTo>
                <a:lnTo>
                  <a:pt x="439" y="256"/>
                </a:lnTo>
                <a:lnTo>
                  <a:pt x="542" y="182"/>
                </a:lnTo>
                <a:lnTo>
                  <a:pt x="656" y="118"/>
                </a:lnTo>
                <a:lnTo>
                  <a:pt x="775" y="68"/>
                </a:lnTo>
                <a:lnTo>
                  <a:pt x="902" y="29"/>
                </a:lnTo>
                <a:lnTo>
                  <a:pt x="1034" y="8"/>
                </a:lnTo>
                <a:lnTo>
                  <a:pt x="1169" y="0"/>
                </a:lnTo>
                <a:close/>
              </a:path>
            </a:pathLst>
          </a:custGeom>
          <a:solidFill>
            <a:srgbClr val="8EC152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E0A2F0D9-C79C-9E4B-8C1D-A4156DD1B2C3}"/>
              </a:ext>
            </a:extLst>
          </p:cNvPr>
          <p:cNvSpPr>
            <a:spLocks/>
          </p:cNvSpPr>
          <p:nvPr userDrawn="1"/>
        </p:nvSpPr>
        <p:spPr bwMode="auto">
          <a:xfrm>
            <a:off x="6858478" y="2501607"/>
            <a:ext cx="1842872" cy="1363106"/>
          </a:xfrm>
          <a:custGeom>
            <a:avLst/>
            <a:gdLst>
              <a:gd name="T0" fmla="*/ 415 w 5297"/>
              <a:gd name="T1" fmla="*/ 7 h 3918"/>
              <a:gd name="T2" fmla="*/ 719 w 5297"/>
              <a:gd name="T3" fmla="*/ 63 h 3918"/>
              <a:gd name="T4" fmla="*/ 1002 w 5297"/>
              <a:gd name="T5" fmla="*/ 163 h 3918"/>
              <a:gd name="T6" fmla="*/ 1269 w 5297"/>
              <a:gd name="T7" fmla="*/ 298 h 3918"/>
              <a:gd name="T8" fmla="*/ 1521 w 5297"/>
              <a:gd name="T9" fmla="*/ 467 h 3918"/>
              <a:gd name="T10" fmla="*/ 1761 w 5297"/>
              <a:gd name="T11" fmla="*/ 663 h 3918"/>
              <a:gd name="T12" fmla="*/ 2134 w 5297"/>
              <a:gd name="T13" fmla="*/ 1014 h 3918"/>
              <a:gd name="T14" fmla="*/ 2631 w 5297"/>
              <a:gd name="T15" fmla="*/ 1521 h 3918"/>
              <a:gd name="T16" fmla="*/ 3118 w 5297"/>
              <a:gd name="T17" fmla="*/ 2034 h 3918"/>
              <a:gd name="T18" fmla="*/ 3924 w 5297"/>
              <a:gd name="T19" fmla="*/ 2861 h 3918"/>
              <a:gd name="T20" fmla="*/ 4115 w 5297"/>
              <a:gd name="T21" fmla="*/ 3038 h 3918"/>
              <a:gd name="T22" fmla="*/ 4321 w 5297"/>
              <a:gd name="T23" fmla="*/ 3183 h 3918"/>
              <a:gd name="T24" fmla="*/ 4540 w 5297"/>
              <a:gd name="T25" fmla="*/ 3294 h 3918"/>
              <a:gd name="T26" fmla="*/ 4781 w 5297"/>
              <a:gd name="T27" fmla="*/ 3366 h 3918"/>
              <a:gd name="T28" fmla="*/ 5043 w 5297"/>
              <a:gd name="T29" fmla="*/ 3395 h 3918"/>
              <a:gd name="T30" fmla="*/ 5154 w 5297"/>
              <a:gd name="T31" fmla="*/ 3419 h 3918"/>
              <a:gd name="T32" fmla="*/ 5233 w 5297"/>
              <a:gd name="T33" fmla="*/ 3479 h 3918"/>
              <a:gd name="T34" fmla="*/ 5281 w 5297"/>
              <a:gd name="T35" fmla="*/ 3564 h 3918"/>
              <a:gd name="T36" fmla="*/ 5297 w 5297"/>
              <a:gd name="T37" fmla="*/ 3662 h 3918"/>
              <a:gd name="T38" fmla="*/ 5281 w 5297"/>
              <a:gd name="T39" fmla="*/ 3757 h 3918"/>
              <a:gd name="T40" fmla="*/ 5233 w 5297"/>
              <a:gd name="T41" fmla="*/ 3839 h 3918"/>
              <a:gd name="T42" fmla="*/ 5154 w 5297"/>
              <a:gd name="T43" fmla="*/ 3897 h 3918"/>
              <a:gd name="T44" fmla="*/ 5043 w 5297"/>
              <a:gd name="T45" fmla="*/ 3918 h 3918"/>
              <a:gd name="T46" fmla="*/ 4702 w 5297"/>
              <a:gd name="T47" fmla="*/ 3881 h 3918"/>
              <a:gd name="T48" fmla="*/ 4384 w 5297"/>
              <a:gd name="T49" fmla="*/ 3794 h 3918"/>
              <a:gd name="T50" fmla="*/ 4091 w 5297"/>
              <a:gd name="T51" fmla="*/ 3654 h 3918"/>
              <a:gd name="T52" fmla="*/ 3816 w 5297"/>
              <a:gd name="T53" fmla="*/ 3469 h 3918"/>
              <a:gd name="T54" fmla="*/ 3565 w 5297"/>
              <a:gd name="T55" fmla="*/ 3242 h 3918"/>
              <a:gd name="T56" fmla="*/ 2108 w 5297"/>
              <a:gd name="T57" fmla="*/ 1749 h 3918"/>
              <a:gd name="T58" fmla="*/ 1915 w 5297"/>
              <a:gd name="T59" fmla="*/ 1540 h 3918"/>
              <a:gd name="T60" fmla="*/ 1714 w 5297"/>
              <a:gd name="T61" fmla="*/ 1331 h 3918"/>
              <a:gd name="T62" fmla="*/ 1505 w 5297"/>
              <a:gd name="T63" fmla="*/ 1125 h 3918"/>
              <a:gd name="T64" fmla="*/ 1285 w 5297"/>
              <a:gd name="T65" fmla="*/ 938 h 3918"/>
              <a:gd name="T66" fmla="*/ 1055 w 5297"/>
              <a:gd name="T67" fmla="*/ 774 h 3918"/>
              <a:gd name="T68" fmla="*/ 807 w 5297"/>
              <a:gd name="T69" fmla="*/ 644 h 3918"/>
              <a:gd name="T70" fmla="*/ 540 w 5297"/>
              <a:gd name="T71" fmla="*/ 557 h 3918"/>
              <a:gd name="T72" fmla="*/ 254 w 5297"/>
              <a:gd name="T73" fmla="*/ 520 h 3918"/>
              <a:gd name="T74" fmla="*/ 143 w 5297"/>
              <a:gd name="T75" fmla="*/ 496 h 3918"/>
              <a:gd name="T76" fmla="*/ 64 w 5297"/>
              <a:gd name="T77" fmla="*/ 436 h 3918"/>
              <a:gd name="T78" fmla="*/ 16 w 5297"/>
              <a:gd name="T79" fmla="*/ 351 h 3918"/>
              <a:gd name="T80" fmla="*/ 0 w 5297"/>
              <a:gd name="T81" fmla="*/ 253 h 3918"/>
              <a:gd name="T82" fmla="*/ 16 w 5297"/>
              <a:gd name="T83" fmla="*/ 158 h 3918"/>
              <a:gd name="T84" fmla="*/ 64 w 5297"/>
              <a:gd name="T85" fmla="*/ 76 h 3918"/>
              <a:gd name="T86" fmla="*/ 143 w 5297"/>
              <a:gd name="T87" fmla="*/ 18 h 3918"/>
              <a:gd name="T88" fmla="*/ 254 w 5297"/>
              <a:gd name="T89" fmla="*/ 0 h 39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7" h="3918">
                <a:moveTo>
                  <a:pt x="254" y="0"/>
                </a:moveTo>
                <a:lnTo>
                  <a:pt x="415" y="7"/>
                </a:lnTo>
                <a:lnTo>
                  <a:pt x="571" y="31"/>
                </a:lnTo>
                <a:lnTo>
                  <a:pt x="719" y="63"/>
                </a:lnTo>
                <a:lnTo>
                  <a:pt x="865" y="108"/>
                </a:lnTo>
                <a:lnTo>
                  <a:pt x="1002" y="163"/>
                </a:lnTo>
                <a:lnTo>
                  <a:pt x="1137" y="227"/>
                </a:lnTo>
                <a:lnTo>
                  <a:pt x="1269" y="298"/>
                </a:lnTo>
                <a:lnTo>
                  <a:pt x="1396" y="380"/>
                </a:lnTo>
                <a:lnTo>
                  <a:pt x="1521" y="467"/>
                </a:lnTo>
                <a:lnTo>
                  <a:pt x="1642" y="562"/>
                </a:lnTo>
                <a:lnTo>
                  <a:pt x="1761" y="663"/>
                </a:lnTo>
                <a:lnTo>
                  <a:pt x="1880" y="771"/>
                </a:lnTo>
                <a:lnTo>
                  <a:pt x="2134" y="1014"/>
                </a:lnTo>
                <a:lnTo>
                  <a:pt x="2385" y="1265"/>
                </a:lnTo>
                <a:lnTo>
                  <a:pt x="2631" y="1521"/>
                </a:lnTo>
                <a:lnTo>
                  <a:pt x="2874" y="1778"/>
                </a:lnTo>
                <a:lnTo>
                  <a:pt x="3118" y="2034"/>
                </a:lnTo>
                <a:lnTo>
                  <a:pt x="3364" y="2288"/>
                </a:lnTo>
                <a:lnTo>
                  <a:pt x="3924" y="2861"/>
                </a:lnTo>
                <a:lnTo>
                  <a:pt x="4019" y="2954"/>
                </a:lnTo>
                <a:lnTo>
                  <a:pt x="4115" y="3038"/>
                </a:lnTo>
                <a:lnTo>
                  <a:pt x="4215" y="3115"/>
                </a:lnTo>
                <a:lnTo>
                  <a:pt x="4321" y="3183"/>
                </a:lnTo>
                <a:lnTo>
                  <a:pt x="4429" y="3244"/>
                </a:lnTo>
                <a:lnTo>
                  <a:pt x="4540" y="3294"/>
                </a:lnTo>
                <a:lnTo>
                  <a:pt x="4659" y="3334"/>
                </a:lnTo>
                <a:lnTo>
                  <a:pt x="4781" y="3366"/>
                </a:lnTo>
                <a:lnTo>
                  <a:pt x="4908" y="3387"/>
                </a:lnTo>
                <a:lnTo>
                  <a:pt x="5043" y="3395"/>
                </a:lnTo>
                <a:lnTo>
                  <a:pt x="5104" y="3403"/>
                </a:lnTo>
                <a:lnTo>
                  <a:pt x="5154" y="3419"/>
                </a:lnTo>
                <a:lnTo>
                  <a:pt x="5196" y="3445"/>
                </a:lnTo>
                <a:lnTo>
                  <a:pt x="5233" y="3479"/>
                </a:lnTo>
                <a:lnTo>
                  <a:pt x="5260" y="3522"/>
                </a:lnTo>
                <a:lnTo>
                  <a:pt x="5281" y="3564"/>
                </a:lnTo>
                <a:lnTo>
                  <a:pt x="5291" y="3612"/>
                </a:lnTo>
                <a:lnTo>
                  <a:pt x="5297" y="3662"/>
                </a:lnTo>
                <a:lnTo>
                  <a:pt x="5291" y="3709"/>
                </a:lnTo>
                <a:lnTo>
                  <a:pt x="5281" y="3757"/>
                </a:lnTo>
                <a:lnTo>
                  <a:pt x="5260" y="3802"/>
                </a:lnTo>
                <a:lnTo>
                  <a:pt x="5233" y="3839"/>
                </a:lnTo>
                <a:lnTo>
                  <a:pt x="5196" y="3873"/>
                </a:lnTo>
                <a:lnTo>
                  <a:pt x="5154" y="3897"/>
                </a:lnTo>
                <a:lnTo>
                  <a:pt x="5104" y="3913"/>
                </a:lnTo>
                <a:lnTo>
                  <a:pt x="5043" y="3918"/>
                </a:lnTo>
                <a:lnTo>
                  <a:pt x="4871" y="3905"/>
                </a:lnTo>
                <a:lnTo>
                  <a:pt x="4702" y="3881"/>
                </a:lnTo>
                <a:lnTo>
                  <a:pt x="4540" y="3844"/>
                </a:lnTo>
                <a:lnTo>
                  <a:pt x="4384" y="3794"/>
                </a:lnTo>
                <a:lnTo>
                  <a:pt x="4234" y="3730"/>
                </a:lnTo>
                <a:lnTo>
                  <a:pt x="4091" y="3654"/>
                </a:lnTo>
                <a:lnTo>
                  <a:pt x="3951" y="3567"/>
                </a:lnTo>
                <a:lnTo>
                  <a:pt x="3816" y="3469"/>
                </a:lnTo>
                <a:lnTo>
                  <a:pt x="3689" y="3360"/>
                </a:lnTo>
                <a:lnTo>
                  <a:pt x="3565" y="3242"/>
                </a:lnTo>
                <a:lnTo>
                  <a:pt x="2205" y="1849"/>
                </a:lnTo>
                <a:lnTo>
                  <a:pt x="2108" y="1749"/>
                </a:lnTo>
                <a:lnTo>
                  <a:pt x="2012" y="1646"/>
                </a:lnTo>
                <a:lnTo>
                  <a:pt x="1915" y="1540"/>
                </a:lnTo>
                <a:lnTo>
                  <a:pt x="1814" y="1434"/>
                </a:lnTo>
                <a:lnTo>
                  <a:pt x="1714" y="1331"/>
                </a:lnTo>
                <a:lnTo>
                  <a:pt x="1611" y="1226"/>
                </a:lnTo>
                <a:lnTo>
                  <a:pt x="1505" y="1125"/>
                </a:lnTo>
                <a:lnTo>
                  <a:pt x="1396" y="1030"/>
                </a:lnTo>
                <a:lnTo>
                  <a:pt x="1285" y="938"/>
                </a:lnTo>
                <a:lnTo>
                  <a:pt x="1172" y="853"/>
                </a:lnTo>
                <a:lnTo>
                  <a:pt x="1055" y="774"/>
                </a:lnTo>
                <a:lnTo>
                  <a:pt x="934" y="705"/>
                </a:lnTo>
                <a:lnTo>
                  <a:pt x="807" y="644"/>
                </a:lnTo>
                <a:lnTo>
                  <a:pt x="674" y="594"/>
                </a:lnTo>
                <a:lnTo>
                  <a:pt x="540" y="557"/>
                </a:lnTo>
                <a:lnTo>
                  <a:pt x="399" y="531"/>
                </a:lnTo>
                <a:lnTo>
                  <a:pt x="254" y="520"/>
                </a:lnTo>
                <a:lnTo>
                  <a:pt x="193" y="515"/>
                </a:lnTo>
                <a:lnTo>
                  <a:pt x="143" y="496"/>
                </a:lnTo>
                <a:lnTo>
                  <a:pt x="98" y="470"/>
                </a:lnTo>
                <a:lnTo>
                  <a:pt x="64" y="436"/>
                </a:lnTo>
                <a:lnTo>
                  <a:pt x="35" y="396"/>
                </a:lnTo>
                <a:lnTo>
                  <a:pt x="16" y="351"/>
                </a:lnTo>
                <a:lnTo>
                  <a:pt x="5" y="303"/>
                </a:lnTo>
                <a:lnTo>
                  <a:pt x="0" y="253"/>
                </a:lnTo>
                <a:lnTo>
                  <a:pt x="5" y="206"/>
                </a:lnTo>
                <a:lnTo>
                  <a:pt x="16" y="158"/>
                </a:lnTo>
                <a:lnTo>
                  <a:pt x="35" y="116"/>
                </a:lnTo>
                <a:lnTo>
                  <a:pt x="64" y="76"/>
                </a:lnTo>
                <a:lnTo>
                  <a:pt x="98" y="42"/>
                </a:lnTo>
                <a:lnTo>
                  <a:pt x="143" y="18"/>
                </a:lnTo>
                <a:lnTo>
                  <a:pt x="193" y="2"/>
                </a:lnTo>
                <a:lnTo>
                  <a:pt x="254" y="0"/>
                </a:lnTo>
                <a:close/>
              </a:path>
            </a:pathLst>
          </a:custGeom>
          <a:solidFill>
            <a:srgbClr val="FAB54D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BA06BE6E-A8BD-504A-8053-E33D2B3C365E}"/>
              </a:ext>
            </a:extLst>
          </p:cNvPr>
          <p:cNvSpPr>
            <a:spLocks/>
          </p:cNvSpPr>
          <p:nvPr userDrawn="1"/>
        </p:nvSpPr>
        <p:spPr bwMode="auto">
          <a:xfrm>
            <a:off x="8499687" y="3498713"/>
            <a:ext cx="607101" cy="366000"/>
          </a:xfrm>
          <a:custGeom>
            <a:avLst/>
            <a:gdLst>
              <a:gd name="T0" fmla="*/ 1451 w 1745"/>
              <a:gd name="T1" fmla="*/ 0 h 1052"/>
              <a:gd name="T2" fmla="*/ 1504 w 1745"/>
              <a:gd name="T3" fmla="*/ 0 h 1052"/>
              <a:gd name="T4" fmla="*/ 1552 w 1745"/>
              <a:gd name="T5" fmla="*/ 11 h 1052"/>
              <a:gd name="T6" fmla="*/ 1599 w 1745"/>
              <a:gd name="T7" fmla="*/ 32 h 1052"/>
              <a:gd name="T8" fmla="*/ 1642 w 1745"/>
              <a:gd name="T9" fmla="*/ 64 h 1052"/>
              <a:gd name="T10" fmla="*/ 1679 w 1745"/>
              <a:gd name="T11" fmla="*/ 101 h 1052"/>
              <a:gd name="T12" fmla="*/ 1710 w 1745"/>
              <a:gd name="T13" fmla="*/ 143 h 1052"/>
              <a:gd name="T14" fmla="*/ 1732 w 1745"/>
              <a:gd name="T15" fmla="*/ 191 h 1052"/>
              <a:gd name="T16" fmla="*/ 1742 w 1745"/>
              <a:gd name="T17" fmla="*/ 241 h 1052"/>
              <a:gd name="T18" fmla="*/ 1745 w 1745"/>
              <a:gd name="T19" fmla="*/ 291 h 1052"/>
              <a:gd name="T20" fmla="*/ 1734 w 1745"/>
              <a:gd name="T21" fmla="*/ 344 h 1052"/>
              <a:gd name="T22" fmla="*/ 1708 w 1745"/>
              <a:gd name="T23" fmla="*/ 397 h 1052"/>
              <a:gd name="T24" fmla="*/ 1668 w 1745"/>
              <a:gd name="T25" fmla="*/ 444 h 1052"/>
              <a:gd name="T26" fmla="*/ 1552 w 1745"/>
              <a:gd name="T27" fmla="*/ 555 h 1052"/>
              <a:gd name="T28" fmla="*/ 1427 w 1745"/>
              <a:gd name="T29" fmla="*/ 656 h 1052"/>
              <a:gd name="T30" fmla="*/ 1298 w 1745"/>
              <a:gd name="T31" fmla="*/ 743 h 1052"/>
              <a:gd name="T32" fmla="*/ 1160 w 1745"/>
              <a:gd name="T33" fmla="*/ 822 h 1052"/>
              <a:gd name="T34" fmla="*/ 1020 w 1745"/>
              <a:gd name="T35" fmla="*/ 888 h 1052"/>
              <a:gd name="T36" fmla="*/ 875 w 1745"/>
              <a:gd name="T37" fmla="*/ 944 h 1052"/>
              <a:gd name="T38" fmla="*/ 724 w 1745"/>
              <a:gd name="T39" fmla="*/ 989 h 1052"/>
              <a:gd name="T40" fmla="*/ 571 w 1745"/>
              <a:gd name="T41" fmla="*/ 1020 h 1052"/>
              <a:gd name="T42" fmla="*/ 412 w 1745"/>
              <a:gd name="T43" fmla="*/ 1041 h 1052"/>
              <a:gd name="T44" fmla="*/ 251 w 1745"/>
              <a:gd name="T45" fmla="*/ 1052 h 1052"/>
              <a:gd name="T46" fmla="*/ 193 w 1745"/>
              <a:gd name="T47" fmla="*/ 1047 h 1052"/>
              <a:gd name="T48" fmla="*/ 140 w 1745"/>
              <a:gd name="T49" fmla="*/ 1031 h 1052"/>
              <a:gd name="T50" fmla="*/ 97 w 1745"/>
              <a:gd name="T51" fmla="*/ 1007 h 1052"/>
              <a:gd name="T52" fmla="*/ 63 w 1745"/>
              <a:gd name="T53" fmla="*/ 973 h 1052"/>
              <a:gd name="T54" fmla="*/ 34 w 1745"/>
              <a:gd name="T55" fmla="*/ 933 h 1052"/>
              <a:gd name="T56" fmla="*/ 15 w 1745"/>
              <a:gd name="T57" fmla="*/ 891 h 1052"/>
              <a:gd name="T58" fmla="*/ 2 w 1745"/>
              <a:gd name="T59" fmla="*/ 843 h 1052"/>
              <a:gd name="T60" fmla="*/ 0 w 1745"/>
              <a:gd name="T61" fmla="*/ 796 h 1052"/>
              <a:gd name="T62" fmla="*/ 2 w 1745"/>
              <a:gd name="T63" fmla="*/ 746 h 1052"/>
              <a:gd name="T64" fmla="*/ 15 w 1745"/>
              <a:gd name="T65" fmla="*/ 698 h 1052"/>
              <a:gd name="T66" fmla="*/ 34 w 1745"/>
              <a:gd name="T67" fmla="*/ 653 h 1052"/>
              <a:gd name="T68" fmla="*/ 63 w 1745"/>
              <a:gd name="T69" fmla="*/ 613 h 1052"/>
              <a:gd name="T70" fmla="*/ 97 w 1745"/>
              <a:gd name="T71" fmla="*/ 579 h 1052"/>
              <a:gd name="T72" fmla="*/ 142 w 1745"/>
              <a:gd name="T73" fmla="*/ 553 h 1052"/>
              <a:gd name="T74" fmla="*/ 193 w 1745"/>
              <a:gd name="T75" fmla="*/ 537 h 1052"/>
              <a:gd name="T76" fmla="*/ 251 w 1745"/>
              <a:gd name="T77" fmla="*/ 529 h 1052"/>
              <a:gd name="T78" fmla="*/ 401 w 1745"/>
              <a:gd name="T79" fmla="*/ 518 h 1052"/>
              <a:gd name="T80" fmla="*/ 547 w 1745"/>
              <a:gd name="T81" fmla="*/ 494 h 1052"/>
              <a:gd name="T82" fmla="*/ 687 w 1745"/>
              <a:gd name="T83" fmla="*/ 457 h 1052"/>
              <a:gd name="T84" fmla="*/ 822 w 1745"/>
              <a:gd name="T85" fmla="*/ 407 h 1052"/>
              <a:gd name="T86" fmla="*/ 949 w 1745"/>
              <a:gd name="T87" fmla="*/ 344 h 1052"/>
              <a:gd name="T88" fmla="*/ 1073 w 1745"/>
              <a:gd name="T89" fmla="*/ 267 h 1052"/>
              <a:gd name="T90" fmla="*/ 1189 w 1745"/>
              <a:gd name="T91" fmla="*/ 177 h 1052"/>
              <a:gd name="T92" fmla="*/ 1301 w 1745"/>
              <a:gd name="T93" fmla="*/ 77 h 1052"/>
              <a:gd name="T94" fmla="*/ 1348 w 1745"/>
              <a:gd name="T95" fmla="*/ 35 h 1052"/>
              <a:gd name="T96" fmla="*/ 1398 w 1745"/>
              <a:gd name="T97" fmla="*/ 11 h 1052"/>
              <a:gd name="T98" fmla="*/ 1451 w 1745"/>
              <a:gd name="T99" fmla="*/ 0 h 10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745" h="1052">
                <a:moveTo>
                  <a:pt x="1451" y="0"/>
                </a:moveTo>
                <a:lnTo>
                  <a:pt x="1504" y="0"/>
                </a:lnTo>
                <a:lnTo>
                  <a:pt x="1552" y="11"/>
                </a:lnTo>
                <a:lnTo>
                  <a:pt x="1599" y="32"/>
                </a:lnTo>
                <a:lnTo>
                  <a:pt x="1642" y="64"/>
                </a:lnTo>
                <a:lnTo>
                  <a:pt x="1679" y="101"/>
                </a:lnTo>
                <a:lnTo>
                  <a:pt x="1710" y="143"/>
                </a:lnTo>
                <a:lnTo>
                  <a:pt x="1732" y="191"/>
                </a:lnTo>
                <a:lnTo>
                  <a:pt x="1742" y="241"/>
                </a:lnTo>
                <a:lnTo>
                  <a:pt x="1745" y="291"/>
                </a:lnTo>
                <a:lnTo>
                  <a:pt x="1734" y="344"/>
                </a:lnTo>
                <a:lnTo>
                  <a:pt x="1708" y="397"/>
                </a:lnTo>
                <a:lnTo>
                  <a:pt x="1668" y="444"/>
                </a:lnTo>
                <a:lnTo>
                  <a:pt x="1552" y="555"/>
                </a:lnTo>
                <a:lnTo>
                  <a:pt x="1427" y="656"/>
                </a:lnTo>
                <a:lnTo>
                  <a:pt x="1298" y="743"/>
                </a:lnTo>
                <a:lnTo>
                  <a:pt x="1160" y="822"/>
                </a:lnTo>
                <a:lnTo>
                  <a:pt x="1020" y="888"/>
                </a:lnTo>
                <a:lnTo>
                  <a:pt x="875" y="944"/>
                </a:lnTo>
                <a:lnTo>
                  <a:pt x="724" y="989"/>
                </a:lnTo>
                <a:lnTo>
                  <a:pt x="571" y="1020"/>
                </a:lnTo>
                <a:lnTo>
                  <a:pt x="412" y="1041"/>
                </a:lnTo>
                <a:lnTo>
                  <a:pt x="251" y="1052"/>
                </a:lnTo>
                <a:lnTo>
                  <a:pt x="193" y="1047"/>
                </a:lnTo>
                <a:lnTo>
                  <a:pt x="140" y="1031"/>
                </a:lnTo>
                <a:lnTo>
                  <a:pt x="97" y="1007"/>
                </a:lnTo>
                <a:lnTo>
                  <a:pt x="63" y="973"/>
                </a:lnTo>
                <a:lnTo>
                  <a:pt x="34" y="933"/>
                </a:lnTo>
                <a:lnTo>
                  <a:pt x="15" y="891"/>
                </a:lnTo>
                <a:lnTo>
                  <a:pt x="2" y="843"/>
                </a:lnTo>
                <a:lnTo>
                  <a:pt x="0" y="796"/>
                </a:lnTo>
                <a:lnTo>
                  <a:pt x="2" y="746"/>
                </a:lnTo>
                <a:lnTo>
                  <a:pt x="15" y="698"/>
                </a:lnTo>
                <a:lnTo>
                  <a:pt x="34" y="653"/>
                </a:lnTo>
                <a:lnTo>
                  <a:pt x="63" y="613"/>
                </a:lnTo>
                <a:lnTo>
                  <a:pt x="97" y="579"/>
                </a:lnTo>
                <a:lnTo>
                  <a:pt x="142" y="553"/>
                </a:lnTo>
                <a:lnTo>
                  <a:pt x="193" y="537"/>
                </a:lnTo>
                <a:lnTo>
                  <a:pt x="251" y="529"/>
                </a:lnTo>
                <a:lnTo>
                  <a:pt x="401" y="518"/>
                </a:lnTo>
                <a:lnTo>
                  <a:pt x="547" y="494"/>
                </a:lnTo>
                <a:lnTo>
                  <a:pt x="687" y="457"/>
                </a:lnTo>
                <a:lnTo>
                  <a:pt x="822" y="407"/>
                </a:lnTo>
                <a:lnTo>
                  <a:pt x="949" y="344"/>
                </a:lnTo>
                <a:lnTo>
                  <a:pt x="1073" y="267"/>
                </a:lnTo>
                <a:lnTo>
                  <a:pt x="1189" y="177"/>
                </a:lnTo>
                <a:lnTo>
                  <a:pt x="1301" y="77"/>
                </a:lnTo>
                <a:lnTo>
                  <a:pt x="1348" y="35"/>
                </a:lnTo>
                <a:lnTo>
                  <a:pt x="1398" y="11"/>
                </a:lnTo>
                <a:lnTo>
                  <a:pt x="1451" y="0"/>
                </a:lnTo>
                <a:close/>
              </a:path>
            </a:pathLst>
          </a:custGeom>
          <a:solidFill>
            <a:srgbClr val="8EC152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B7377552-09A2-8F42-8B98-EAF99D04168D}"/>
              </a:ext>
            </a:extLst>
          </p:cNvPr>
          <p:cNvSpPr>
            <a:spLocks/>
          </p:cNvSpPr>
          <p:nvPr userDrawn="1"/>
        </p:nvSpPr>
        <p:spPr bwMode="auto">
          <a:xfrm>
            <a:off x="6427072" y="2501607"/>
            <a:ext cx="607101" cy="365651"/>
          </a:xfrm>
          <a:custGeom>
            <a:avLst/>
            <a:gdLst>
              <a:gd name="T0" fmla="*/ 1494 w 1745"/>
              <a:gd name="T1" fmla="*/ 0 h 1051"/>
              <a:gd name="T2" fmla="*/ 1552 w 1745"/>
              <a:gd name="T3" fmla="*/ 2 h 1051"/>
              <a:gd name="T4" fmla="*/ 1602 w 1745"/>
              <a:gd name="T5" fmla="*/ 18 h 1051"/>
              <a:gd name="T6" fmla="*/ 1647 w 1745"/>
              <a:gd name="T7" fmla="*/ 44 h 1051"/>
              <a:gd name="T8" fmla="*/ 1682 w 1745"/>
              <a:gd name="T9" fmla="*/ 76 h 1051"/>
              <a:gd name="T10" fmla="*/ 1711 w 1745"/>
              <a:gd name="T11" fmla="*/ 116 h 1051"/>
              <a:gd name="T12" fmla="*/ 1729 w 1745"/>
              <a:gd name="T13" fmla="*/ 158 h 1051"/>
              <a:gd name="T14" fmla="*/ 1743 w 1745"/>
              <a:gd name="T15" fmla="*/ 206 h 1051"/>
              <a:gd name="T16" fmla="*/ 1745 w 1745"/>
              <a:gd name="T17" fmla="*/ 256 h 1051"/>
              <a:gd name="T18" fmla="*/ 1740 w 1745"/>
              <a:gd name="T19" fmla="*/ 303 h 1051"/>
              <a:gd name="T20" fmla="*/ 1729 w 1745"/>
              <a:gd name="T21" fmla="*/ 351 h 1051"/>
              <a:gd name="T22" fmla="*/ 1708 w 1745"/>
              <a:gd name="T23" fmla="*/ 396 h 1051"/>
              <a:gd name="T24" fmla="*/ 1682 w 1745"/>
              <a:gd name="T25" fmla="*/ 436 h 1051"/>
              <a:gd name="T26" fmla="*/ 1647 w 1745"/>
              <a:gd name="T27" fmla="*/ 470 h 1051"/>
              <a:gd name="T28" fmla="*/ 1602 w 1745"/>
              <a:gd name="T29" fmla="*/ 496 h 1051"/>
              <a:gd name="T30" fmla="*/ 1552 w 1745"/>
              <a:gd name="T31" fmla="*/ 515 h 1051"/>
              <a:gd name="T32" fmla="*/ 1494 w 1745"/>
              <a:gd name="T33" fmla="*/ 520 h 1051"/>
              <a:gd name="T34" fmla="*/ 1343 w 1745"/>
              <a:gd name="T35" fmla="*/ 531 h 1051"/>
              <a:gd name="T36" fmla="*/ 1198 w 1745"/>
              <a:gd name="T37" fmla="*/ 554 h 1051"/>
              <a:gd name="T38" fmla="*/ 1058 w 1745"/>
              <a:gd name="T39" fmla="*/ 591 h 1051"/>
              <a:gd name="T40" fmla="*/ 923 w 1745"/>
              <a:gd name="T41" fmla="*/ 642 h 1051"/>
              <a:gd name="T42" fmla="*/ 793 w 1745"/>
              <a:gd name="T43" fmla="*/ 705 h 1051"/>
              <a:gd name="T44" fmla="*/ 672 w 1745"/>
              <a:gd name="T45" fmla="*/ 782 h 1051"/>
              <a:gd name="T46" fmla="*/ 555 w 1745"/>
              <a:gd name="T47" fmla="*/ 872 h 1051"/>
              <a:gd name="T48" fmla="*/ 444 w 1745"/>
              <a:gd name="T49" fmla="*/ 975 h 1051"/>
              <a:gd name="T50" fmla="*/ 397 w 1745"/>
              <a:gd name="T51" fmla="*/ 1014 h 1051"/>
              <a:gd name="T52" fmla="*/ 344 w 1745"/>
              <a:gd name="T53" fmla="*/ 1038 h 1051"/>
              <a:gd name="T54" fmla="*/ 294 w 1745"/>
              <a:gd name="T55" fmla="*/ 1051 h 1051"/>
              <a:gd name="T56" fmla="*/ 241 w 1745"/>
              <a:gd name="T57" fmla="*/ 1049 h 1051"/>
              <a:gd name="T58" fmla="*/ 190 w 1745"/>
              <a:gd name="T59" fmla="*/ 1038 h 1051"/>
              <a:gd name="T60" fmla="*/ 145 w 1745"/>
              <a:gd name="T61" fmla="*/ 1017 h 1051"/>
              <a:gd name="T62" fmla="*/ 101 w 1745"/>
              <a:gd name="T63" fmla="*/ 988 h 1051"/>
              <a:gd name="T64" fmla="*/ 66 w 1745"/>
              <a:gd name="T65" fmla="*/ 951 h 1051"/>
              <a:gd name="T66" fmla="*/ 34 w 1745"/>
              <a:gd name="T67" fmla="*/ 906 h 1051"/>
              <a:gd name="T68" fmla="*/ 13 w 1745"/>
              <a:gd name="T69" fmla="*/ 861 h 1051"/>
              <a:gd name="T70" fmla="*/ 0 w 1745"/>
              <a:gd name="T71" fmla="*/ 811 h 1051"/>
              <a:gd name="T72" fmla="*/ 0 w 1745"/>
              <a:gd name="T73" fmla="*/ 758 h 1051"/>
              <a:gd name="T74" fmla="*/ 11 w 1745"/>
              <a:gd name="T75" fmla="*/ 705 h 1051"/>
              <a:gd name="T76" fmla="*/ 34 w 1745"/>
              <a:gd name="T77" fmla="*/ 655 h 1051"/>
              <a:gd name="T78" fmla="*/ 74 w 1745"/>
              <a:gd name="T79" fmla="*/ 605 h 1051"/>
              <a:gd name="T80" fmla="*/ 193 w 1745"/>
              <a:gd name="T81" fmla="*/ 494 h 1051"/>
              <a:gd name="T82" fmla="*/ 317 w 1745"/>
              <a:gd name="T83" fmla="*/ 393 h 1051"/>
              <a:gd name="T84" fmla="*/ 447 w 1745"/>
              <a:gd name="T85" fmla="*/ 306 h 1051"/>
              <a:gd name="T86" fmla="*/ 582 w 1745"/>
              <a:gd name="T87" fmla="*/ 227 h 1051"/>
              <a:gd name="T88" fmla="*/ 725 w 1745"/>
              <a:gd name="T89" fmla="*/ 161 h 1051"/>
              <a:gd name="T90" fmla="*/ 870 w 1745"/>
              <a:gd name="T91" fmla="*/ 105 h 1051"/>
              <a:gd name="T92" fmla="*/ 1021 w 1745"/>
              <a:gd name="T93" fmla="*/ 60 h 1051"/>
              <a:gd name="T94" fmla="*/ 1174 w 1745"/>
              <a:gd name="T95" fmla="*/ 29 h 1051"/>
              <a:gd name="T96" fmla="*/ 1333 w 1745"/>
              <a:gd name="T97" fmla="*/ 7 h 1051"/>
              <a:gd name="T98" fmla="*/ 1494 w 1745"/>
              <a:gd name="T99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745" h="1051">
                <a:moveTo>
                  <a:pt x="1494" y="0"/>
                </a:moveTo>
                <a:lnTo>
                  <a:pt x="1552" y="2"/>
                </a:lnTo>
                <a:lnTo>
                  <a:pt x="1602" y="18"/>
                </a:lnTo>
                <a:lnTo>
                  <a:pt x="1647" y="44"/>
                </a:lnTo>
                <a:lnTo>
                  <a:pt x="1682" y="76"/>
                </a:lnTo>
                <a:lnTo>
                  <a:pt x="1711" y="116"/>
                </a:lnTo>
                <a:lnTo>
                  <a:pt x="1729" y="158"/>
                </a:lnTo>
                <a:lnTo>
                  <a:pt x="1743" y="206"/>
                </a:lnTo>
                <a:lnTo>
                  <a:pt x="1745" y="256"/>
                </a:lnTo>
                <a:lnTo>
                  <a:pt x="1740" y="303"/>
                </a:lnTo>
                <a:lnTo>
                  <a:pt x="1729" y="351"/>
                </a:lnTo>
                <a:lnTo>
                  <a:pt x="1708" y="396"/>
                </a:lnTo>
                <a:lnTo>
                  <a:pt x="1682" y="436"/>
                </a:lnTo>
                <a:lnTo>
                  <a:pt x="1647" y="470"/>
                </a:lnTo>
                <a:lnTo>
                  <a:pt x="1602" y="496"/>
                </a:lnTo>
                <a:lnTo>
                  <a:pt x="1552" y="515"/>
                </a:lnTo>
                <a:lnTo>
                  <a:pt x="1494" y="520"/>
                </a:lnTo>
                <a:lnTo>
                  <a:pt x="1343" y="531"/>
                </a:lnTo>
                <a:lnTo>
                  <a:pt x="1198" y="554"/>
                </a:lnTo>
                <a:lnTo>
                  <a:pt x="1058" y="591"/>
                </a:lnTo>
                <a:lnTo>
                  <a:pt x="923" y="642"/>
                </a:lnTo>
                <a:lnTo>
                  <a:pt x="793" y="705"/>
                </a:lnTo>
                <a:lnTo>
                  <a:pt x="672" y="782"/>
                </a:lnTo>
                <a:lnTo>
                  <a:pt x="555" y="872"/>
                </a:lnTo>
                <a:lnTo>
                  <a:pt x="444" y="975"/>
                </a:lnTo>
                <a:lnTo>
                  <a:pt x="397" y="1014"/>
                </a:lnTo>
                <a:lnTo>
                  <a:pt x="344" y="1038"/>
                </a:lnTo>
                <a:lnTo>
                  <a:pt x="294" y="1051"/>
                </a:lnTo>
                <a:lnTo>
                  <a:pt x="241" y="1049"/>
                </a:lnTo>
                <a:lnTo>
                  <a:pt x="190" y="1038"/>
                </a:lnTo>
                <a:lnTo>
                  <a:pt x="145" y="1017"/>
                </a:lnTo>
                <a:lnTo>
                  <a:pt x="101" y="988"/>
                </a:lnTo>
                <a:lnTo>
                  <a:pt x="66" y="951"/>
                </a:lnTo>
                <a:lnTo>
                  <a:pt x="34" y="906"/>
                </a:lnTo>
                <a:lnTo>
                  <a:pt x="13" y="861"/>
                </a:lnTo>
                <a:lnTo>
                  <a:pt x="0" y="811"/>
                </a:lnTo>
                <a:lnTo>
                  <a:pt x="0" y="758"/>
                </a:lnTo>
                <a:lnTo>
                  <a:pt x="11" y="705"/>
                </a:lnTo>
                <a:lnTo>
                  <a:pt x="34" y="655"/>
                </a:lnTo>
                <a:lnTo>
                  <a:pt x="74" y="605"/>
                </a:lnTo>
                <a:lnTo>
                  <a:pt x="193" y="494"/>
                </a:lnTo>
                <a:lnTo>
                  <a:pt x="317" y="393"/>
                </a:lnTo>
                <a:lnTo>
                  <a:pt x="447" y="306"/>
                </a:lnTo>
                <a:lnTo>
                  <a:pt x="582" y="227"/>
                </a:lnTo>
                <a:lnTo>
                  <a:pt x="725" y="161"/>
                </a:lnTo>
                <a:lnTo>
                  <a:pt x="870" y="105"/>
                </a:lnTo>
                <a:lnTo>
                  <a:pt x="1021" y="60"/>
                </a:lnTo>
                <a:lnTo>
                  <a:pt x="1174" y="29"/>
                </a:lnTo>
                <a:lnTo>
                  <a:pt x="1333" y="7"/>
                </a:lnTo>
                <a:lnTo>
                  <a:pt x="1494" y="0"/>
                </a:lnTo>
                <a:close/>
              </a:path>
            </a:pathLst>
          </a:custGeom>
          <a:solidFill>
            <a:srgbClr val="FAB54D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36C58618-7214-5B42-BF9A-B10D7AA2F482}"/>
              </a:ext>
            </a:extLst>
          </p:cNvPr>
          <p:cNvSpPr>
            <a:spLocks/>
          </p:cNvSpPr>
          <p:nvPr userDrawn="1"/>
        </p:nvSpPr>
        <p:spPr bwMode="auto">
          <a:xfrm>
            <a:off x="9857936" y="2776455"/>
            <a:ext cx="814106" cy="812367"/>
          </a:xfrm>
          <a:custGeom>
            <a:avLst/>
            <a:gdLst>
              <a:gd name="T0" fmla="*/ 1169 w 2340"/>
              <a:gd name="T1" fmla="*/ 0 h 2335"/>
              <a:gd name="T2" fmla="*/ 1306 w 2340"/>
              <a:gd name="T3" fmla="*/ 8 h 2335"/>
              <a:gd name="T4" fmla="*/ 1438 w 2340"/>
              <a:gd name="T5" fmla="*/ 29 h 2335"/>
              <a:gd name="T6" fmla="*/ 1563 w 2340"/>
              <a:gd name="T7" fmla="*/ 68 h 2335"/>
              <a:gd name="T8" fmla="*/ 1684 w 2340"/>
              <a:gd name="T9" fmla="*/ 118 h 2335"/>
              <a:gd name="T10" fmla="*/ 1795 w 2340"/>
              <a:gd name="T11" fmla="*/ 182 h 2335"/>
              <a:gd name="T12" fmla="*/ 1901 w 2340"/>
              <a:gd name="T13" fmla="*/ 256 h 2335"/>
              <a:gd name="T14" fmla="*/ 1996 w 2340"/>
              <a:gd name="T15" fmla="*/ 340 h 2335"/>
              <a:gd name="T16" fmla="*/ 2081 w 2340"/>
              <a:gd name="T17" fmla="*/ 436 h 2335"/>
              <a:gd name="T18" fmla="*/ 2158 w 2340"/>
              <a:gd name="T19" fmla="*/ 541 h 2335"/>
              <a:gd name="T20" fmla="*/ 2221 w 2340"/>
              <a:gd name="T21" fmla="*/ 655 h 2335"/>
              <a:gd name="T22" fmla="*/ 2271 w 2340"/>
              <a:gd name="T23" fmla="*/ 774 h 2335"/>
              <a:gd name="T24" fmla="*/ 2308 w 2340"/>
              <a:gd name="T25" fmla="*/ 901 h 2335"/>
              <a:gd name="T26" fmla="*/ 2332 w 2340"/>
              <a:gd name="T27" fmla="*/ 1033 h 2335"/>
              <a:gd name="T28" fmla="*/ 2340 w 2340"/>
              <a:gd name="T29" fmla="*/ 1167 h 2335"/>
              <a:gd name="T30" fmla="*/ 2332 w 2340"/>
              <a:gd name="T31" fmla="*/ 1305 h 2335"/>
              <a:gd name="T32" fmla="*/ 2308 w 2340"/>
              <a:gd name="T33" fmla="*/ 1434 h 2335"/>
              <a:gd name="T34" fmla="*/ 2271 w 2340"/>
              <a:gd name="T35" fmla="*/ 1561 h 2335"/>
              <a:gd name="T36" fmla="*/ 2221 w 2340"/>
              <a:gd name="T37" fmla="*/ 1683 h 2335"/>
              <a:gd name="T38" fmla="*/ 2158 w 2340"/>
              <a:gd name="T39" fmla="*/ 1794 h 2335"/>
              <a:gd name="T40" fmla="*/ 2081 w 2340"/>
              <a:gd name="T41" fmla="*/ 1899 h 2335"/>
              <a:gd name="T42" fmla="*/ 1996 w 2340"/>
              <a:gd name="T43" fmla="*/ 1994 h 2335"/>
              <a:gd name="T44" fmla="*/ 1901 w 2340"/>
              <a:gd name="T45" fmla="*/ 2079 h 2335"/>
              <a:gd name="T46" fmla="*/ 1795 w 2340"/>
              <a:gd name="T47" fmla="*/ 2153 h 2335"/>
              <a:gd name="T48" fmla="*/ 1684 w 2340"/>
              <a:gd name="T49" fmla="*/ 2216 h 2335"/>
              <a:gd name="T50" fmla="*/ 1563 w 2340"/>
              <a:gd name="T51" fmla="*/ 2269 h 2335"/>
              <a:gd name="T52" fmla="*/ 1438 w 2340"/>
              <a:gd name="T53" fmla="*/ 2306 h 2335"/>
              <a:gd name="T54" fmla="*/ 1306 w 2340"/>
              <a:gd name="T55" fmla="*/ 2327 h 2335"/>
              <a:gd name="T56" fmla="*/ 1169 w 2340"/>
              <a:gd name="T57" fmla="*/ 2335 h 2335"/>
              <a:gd name="T58" fmla="*/ 1034 w 2340"/>
              <a:gd name="T59" fmla="*/ 2327 h 2335"/>
              <a:gd name="T60" fmla="*/ 902 w 2340"/>
              <a:gd name="T61" fmla="*/ 2306 h 2335"/>
              <a:gd name="T62" fmla="*/ 775 w 2340"/>
              <a:gd name="T63" fmla="*/ 2269 h 2335"/>
              <a:gd name="T64" fmla="*/ 656 w 2340"/>
              <a:gd name="T65" fmla="*/ 2216 h 2335"/>
              <a:gd name="T66" fmla="*/ 542 w 2340"/>
              <a:gd name="T67" fmla="*/ 2153 h 2335"/>
              <a:gd name="T68" fmla="*/ 439 w 2340"/>
              <a:gd name="T69" fmla="*/ 2079 h 2335"/>
              <a:gd name="T70" fmla="*/ 344 w 2340"/>
              <a:gd name="T71" fmla="*/ 1994 h 2335"/>
              <a:gd name="T72" fmla="*/ 256 w 2340"/>
              <a:gd name="T73" fmla="*/ 1899 h 2335"/>
              <a:gd name="T74" fmla="*/ 182 w 2340"/>
              <a:gd name="T75" fmla="*/ 1794 h 2335"/>
              <a:gd name="T76" fmla="*/ 119 w 2340"/>
              <a:gd name="T77" fmla="*/ 1683 h 2335"/>
              <a:gd name="T78" fmla="*/ 69 w 2340"/>
              <a:gd name="T79" fmla="*/ 1561 h 2335"/>
              <a:gd name="T80" fmla="*/ 32 w 2340"/>
              <a:gd name="T81" fmla="*/ 1434 h 2335"/>
              <a:gd name="T82" fmla="*/ 8 w 2340"/>
              <a:gd name="T83" fmla="*/ 1305 h 2335"/>
              <a:gd name="T84" fmla="*/ 0 w 2340"/>
              <a:gd name="T85" fmla="*/ 1167 h 2335"/>
              <a:gd name="T86" fmla="*/ 8 w 2340"/>
              <a:gd name="T87" fmla="*/ 1033 h 2335"/>
              <a:gd name="T88" fmla="*/ 32 w 2340"/>
              <a:gd name="T89" fmla="*/ 901 h 2335"/>
              <a:gd name="T90" fmla="*/ 69 w 2340"/>
              <a:gd name="T91" fmla="*/ 774 h 2335"/>
              <a:gd name="T92" fmla="*/ 119 w 2340"/>
              <a:gd name="T93" fmla="*/ 655 h 2335"/>
              <a:gd name="T94" fmla="*/ 182 w 2340"/>
              <a:gd name="T95" fmla="*/ 541 h 2335"/>
              <a:gd name="T96" fmla="*/ 256 w 2340"/>
              <a:gd name="T97" fmla="*/ 436 h 2335"/>
              <a:gd name="T98" fmla="*/ 344 w 2340"/>
              <a:gd name="T99" fmla="*/ 340 h 2335"/>
              <a:gd name="T100" fmla="*/ 439 w 2340"/>
              <a:gd name="T101" fmla="*/ 256 h 2335"/>
              <a:gd name="T102" fmla="*/ 542 w 2340"/>
              <a:gd name="T103" fmla="*/ 182 h 2335"/>
              <a:gd name="T104" fmla="*/ 656 w 2340"/>
              <a:gd name="T105" fmla="*/ 118 h 2335"/>
              <a:gd name="T106" fmla="*/ 775 w 2340"/>
              <a:gd name="T107" fmla="*/ 68 h 2335"/>
              <a:gd name="T108" fmla="*/ 902 w 2340"/>
              <a:gd name="T109" fmla="*/ 29 h 2335"/>
              <a:gd name="T110" fmla="*/ 1034 w 2340"/>
              <a:gd name="T111" fmla="*/ 8 h 2335"/>
              <a:gd name="T112" fmla="*/ 1169 w 2340"/>
              <a:gd name="T113" fmla="*/ 0 h 2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340" h="2335">
                <a:moveTo>
                  <a:pt x="1169" y="0"/>
                </a:moveTo>
                <a:lnTo>
                  <a:pt x="1306" y="8"/>
                </a:lnTo>
                <a:lnTo>
                  <a:pt x="1438" y="29"/>
                </a:lnTo>
                <a:lnTo>
                  <a:pt x="1563" y="68"/>
                </a:lnTo>
                <a:lnTo>
                  <a:pt x="1684" y="118"/>
                </a:lnTo>
                <a:lnTo>
                  <a:pt x="1795" y="182"/>
                </a:lnTo>
                <a:lnTo>
                  <a:pt x="1901" y="256"/>
                </a:lnTo>
                <a:lnTo>
                  <a:pt x="1996" y="340"/>
                </a:lnTo>
                <a:lnTo>
                  <a:pt x="2081" y="436"/>
                </a:lnTo>
                <a:lnTo>
                  <a:pt x="2158" y="541"/>
                </a:lnTo>
                <a:lnTo>
                  <a:pt x="2221" y="655"/>
                </a:lnTo>
                <a:lnTo>
                  <a:pt x="2271" y="774"/>
                </a:lnTo>
                <a:lnTo>
                  <a:pt x="2308" y="901"/>
                </a:lnTo>
                <a:lnTo>
                  <a:pt x="2332" y="1033"/>
                </a:lnTo>
                <a:lnTo>
                  <a:pt x="2340" y="1167"/>
                </a:lnTo>
                <a:lnTo>
                  <a:pt x="2332" y="1305"/>
                </a:lnTo>
                <a:lnTo>
                  <a:pt x="2308" y="1434"/>
                </a:lnTo>
                <a:lnTo>
                  <a:pt x="2271" y="1561"/>
                </a:lnTo>
                <a:lnTo>
                  <a:pt x="2221" y="1683"/>
                </a:lnTo>
                <a:lnTo>
                  <a:pt x="2158" y="1794"/>
                </a:lnTo>
                <a:lnTo>
                  <a:pt x="2081" y="1899"/>
                </a:lnTo>
                <a:lnTo>
                  <a:pt x="1996" y="1994"/>
                </a:lnTo>
                <a:lnTo>
                  <a:pt x="1901" y="2079"/>
                </a:lnTo>
                <a:lnTo>
                  <a:pt x="1795" y="2153"/>
                </a:lnTo>
                <a:lnTo>
                  <a:pt x="1684" y="2216"/>
                </a:lnTo>
                <a:lnTo>
                  <a:pt x="1563" y="2269"/>
                </a:lnTo>
                <a:lnTo>
                  <a:pt x="1438" y="2306"/>
                </a:lnTo>
                <a:lnTo>
                  <a:pt x="1306" y="2327"/>
                </a:lnTo>
                <a:lnTo>
                  <a:pt x="1169" y="2335"/>
                </a:lnTo>
                <a:lnTo>
                  <a:pt x="1034" y="2327"/>
                </a:lnTo>
                <a:lnTo>
                  <a:pt x="902" y="2306"/>
                </a:lnTo>
                <a:lnTo>
                  <a:pt x="775" y="2269"/>
                </a:lnTo>
                <a:lnTo>
                  <a:pt x="656" y="2216"/>
                </a:lnTo>
                <a:lnTo>
                  <a:pt x="542" y="2153"/>
                </a:lnTo>
                <a:lnTo>
                  <a:pt x="439" y="2079"/>
                </a:lnTo>
                <a:lnTo>
                  <a:pt x="344" y="1994"/>
                </a:lnTo>
                <a:lnTo>
                  <a:pt x="256" y="1899"/>
                </a:lnTo>
                <a:lnTo>
                  <a:pt x="182" y="1794"/>
                </a:lnTo>
                <a:lnTo>
                  <a:pt x="119" y="1683"/>
                </a:lnTo>
                <a:lnTo>
                  <a:pt x="69" y="1561"/>
                </a:lnTo>
                <a:lnTo>
                  <a:pt x="32" y="1434"/>
                </a:lnTo>
                <a:lnTo>
                  <a:pt x="8" y="1305"/>
                </a:lnTo>
                <a:lnTo>
                  <a:pt x="0" y="1167"/>
                </a:lnTo>
                <a:lnTo>
                  <a:pt x="8" y="1033"/>
                </a:lnTo>
                <a:lnTo>
                  <a:pt x="32" y="901"/>
                </a:lnTo>
                <a:lnTo>
                  <a:pt x="69" y="774"/>
                </a:lnTo>
                <a:lnTo>
                  <a:pt x="119" y="655"/>
                </a:lnTo>
                <a:lnTo>
                  <a:pt x="182" y="541"/>
                </a:lnTo>
                <a:lnTo>
                  <a:pt x="256" y="436"/>
                </a:lnTo>
                <a:lnTo>
                  <a:pt x="344" y="340"/>
                </a:lnTo>
                <a:lnTo>
                  <a:pt x="439" y="256"/>
                </a:lnTo>
                <a:lnTo>
                  <a:pt x="542" y="182"/>
                </a:lnTo>
                <a:lnTo>
                  <a:pt x="656" y="118"/>
                </a:lnTo>
                <a:lnTo>
                  <a:pt x="775" y="68"/>
                </a:lnTo>
                <a:lnTo>
                  <a:pt x="902" y="29"/>
                </a:lnTo>
                <a:lnTo>
                  <a:pt x="1034" y="8"/>
                </a:lnTo>
                <a:lnTo>
                  <a:pt x="1169" y="0"/>
                </a:lnTo>
                <a:close/>
              </a:path>
            </a:pathLst>
          </a:custGeom>
          <a:solidFill>
            <a:srgbClr val="004899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DFCE9F31-56D5-F643-8ED0-AA086EB2E502}"/>
              </a:ext>
            </a:extLst>
          </p:cNvPr>
          <p:cNvSpPr>
            <a:spLocks/>
          </p:cNvSpPr>
          <p:nvPr userDrawn="1"/>
        </p:nvSpPr>
        <p:spPr bwMode="auto">
          <a:xfrm>
            <a:off x="8508694" y="2501607"/>
            <a:ext cx="1842872" cy="1363106"/>
          </a:xfrm>
          <a:custGeom>
            <a:avLst/>
            <a:gdLst>
              <a:gd name="T0" fmla="*/ 415 w 5297"/>
              <a:gd name="T1" fmla="*/ 7 h 3918"/>
              <a:gd name="T2" fmla="*/ 719 w 5297"/>
              <a:gd name="T3" fmla="*/ 63 h 3918"/>
              <a:gd name="T4" fmla="*/ 1002 w 5297"/>
              <a:gd name="T5" fmla="*/ 163 h 3918"/>
              <a:gd name="T6" fmla="*/ 1269 w 5297"/>
              <a:gd name="T7" fmla="*/ 298 h 3918"/>
              <a:gd name="T8" fmla="*/ 1521 w 5297"/>
              <a:gd name="T9" fmla="*/ 467 h 3918"/>
              <a:gd name="T10" fmla="*/ 1761 w 5297"/>
              <a:gd name="T11" fmla="*/ 663 h 3918"/>
              <a:gd name="T12" fmla="*/ 2134 w 5297"/>
              <a:gd name="T13" fmla="*/ 1014 h 3918"/>
              <a:gd name="T14" fmla="*/ 2631 w 5297"/>
              <a:gd name="T15" fmla="*/ 1521 h 3918"/>
              <a:gd name="T16" fmla="*/ 3118 w 5297"/>
              <a:gd name="T17" fmla="*/ 2034 h 3918"/>
              <a:gd name="T18" fmla="*/ 3924 w 5297"/>
              <a:gd name="T19" fmla="*/ 2861 h 3918"/>
              <a:gd name="T20" fmla="*/ 4115 w 5297"/>
              <a:gd name="T21" fmla="*/ 3038 h 3918"/>
              <a:gd name="T22" fmla="*/ 4321 w 5297"/>
              <a:gd name="T23" fmla="*/ 3183 h 3918"/>
              <a:gd name="T24" fmla="*/ 4540 w 5297"/>
              <a:gd name="T25" fmla="*/ 3294 h 3918"/>
              <a:gd name="T26" fmla="*/ 4781 w 5297"/>
              <a:gd name="T27" fmla="*/ 3366 h 3918"/>
              <a:gd name="T28" fmla="*/ 5043 w 5297"/>
              <a:gd name="T29" fmla="*/ 3395 h 3918"/>
              <a:gd name="T30" fmla="*/ 5154 w 5297"/>
              <a:gd name="T31" fmla="*/ 3419 h 3918"/>
              <a:gd name="T32" fmla="*/ 5233 w 5297"/>
              <a:gd name="T33" fmla="*/ 3479 h 3918"/>
              <a:gd name="T34" fmla="*/ 5281 w 5297"/>
              <a:gd name="T35" fmla="*/ 3564 h 3918"/>
              <a:gd name="T36" fmla="*/ 5297 w 5297"/>
              <a:gd name="T37" fmla="*/ 3662 h 3918"/>
              <a:gd name="T38" fmla="*/ 5281 w 5297"/>
              <a:gd name="T39" fmla="*/ 3757 h 3918"/>
              <a:gd name="T40" fmla="*/ 5233 w 5297"/>
              <a:gd name="T41" fmla="*/ 3839 h 3918"/>
              <a:gd name="T42" fmla="*/ 5154 w 5297"/>
              <a:gd name="T43" fmla="*/ 3897 h 3918"/>
              <a:gd name="T44" fmla="*/ 5043 w 5297"/>
              <a:gd name="T45" fmla="*/ 3918 h 3918"/>
              <a:gd name="T46" fmla="*/ 4702 w 5297"/>
              <a:gd name="T47" fmla="*/ 3881 h 3918"/>
              <a:gd name="T48" fmla="*/ 4384 w 5297"/>
              <a:gd name="T49" fmla="*/ 3794 h 3918"/>
              <a:gd name="T50" fmla="*/ 4091 w 5297"/>
              <a:gd name="T51" fmla="*/ 3654 h 3918"/>
              <a:gd name="T52" fmla="*/ 3816 w 5297"/>
              <a:gd name="T53" fmla="*/ 3469 h 3918"/>
              <a:gd name="T54" fmla="*/ 3565 w 5297"/>
              <a:gd name="T55" fmla="*/ 3242 h 3918"/>
              <a:gd name="T56" fmla="*/ 2108 w 5297"/>
              <a:gd name="T57" fmla="*/ 1749 h 3918"/>
              <a:gd name="T58" fmla="*/ 1915 w 5297"/>
              <a:gd name="T59" fmla="*/ 1540 h 3918"/>
              <a:gd name="T60" fmla="*/ 1714 w 5297"/>
              <a:gd name="T61" fmla="*/ 1331 h 3918"/>
              <a:gd name="T62" fmla="*/ 1505 w 5297"/>
              <a:gd name="T63" fmla="*/ 1125 h 3918"/>
              <a:gd name="T64" fmla="*/ 1285 w 5297"/>
              <a:gd name="T65" fmla="*/ 938 h 3918"/>
              <a:gd name="T66" fmla="*/ 1055 w 5297"/>
              <a:gd name="T67" fmla="*/ 774 h 3918"/>
              <a:gd name="T68" fmla="*/ 807 w 5297"/>
              <a:gd name="T69" fmla="*/ 644 h 3918"/>
              <a:gd name="T70" fmla="*/ 540 w 5297"/>
              <a:gd name="T71" fmla="*/ 557 h 3918"/>
              <a:gd name="T72" fmla="*/ 254 w 5297"/>
              <a:gd name="T73" fmla="*/ 520 h 3918"/>
              <a:gd name="T74" fmla="*/ 143 w 5297"/>
              <a:gd name="T75" fmla="*/ 496 h 3918"/>
              <a:gd name="T76" fmla="*/ 64 w 5297"/>
              <a:gd name="T77" fmla="*/ 436 h 3918"/>
              <a:gd name="T78" fmla="*/ 16 w 5297"/>
              <a:gd name="T79" fmla="*/ 351 h 3918"/>
              <a:gd name="T80" fmla="*/ 0 w 5297"/>
              <a:gd name="T81" fmla="*/ 253 h 3918"/>
              <a:gd name="T82" fmla="*/ 16 w 5297"/>
              <a:gd name="T83" fmla="*/ 158 h 3918"/>
              <a:gd name="T84" fmla="*/ 64 w 5297"/>
              <a:gd name="T85" fmla="*/ 76 h 3918"/>
              <a:gd name="T86" fmla="*/ 143 w 5297"/>
              <a:gd name="T87" fmla="*/ 18 h 3918"/>
              <a:gd name="T88" fmla="*/ 254 w 5297"/>
              <a:gd name="T89" fmla="*/ 0 h 39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297" h="3918">
                <a:moveTo>
                  <a:pt x="254" y="0"/>
                </a:moveTo>
                <a:lnTo>
                  <a:pt x="415" y="7"/>
                </a:lnTo>
                <a:lnTo>
                  <a:pt x="571" y="31"/>
                </a:lnTo>
                <a:lnTo>
                  <a:pt x="719" y="63"/>
                </a:lnTo>
                <a:lnTo>
                  <a:pt x="865" y="108"/>
                </a:lnTo>
                <a:lnTo>
                  <a:pt x="1002" y="163"/>
                </a:lnTo>
                <a:lnTo>
                  <a:pt x="1137" y="227"/>
                </a:lnTo>
                <a:lnTo>
                  <a:pt x="1269" y="298"/>
                </a:lnTo>
                <a:lnTo>
                  <a:pt x="1396" y="380"/>
                </a:lnTo>
                <a:lnTo>
                  <a:pt x="1521" y="467"/>
                </a:lnTo>
                <a:lnTo>
                  <a:pt x="1642" y="562"/>
                </a:lnTo>
                <a:lnTo>
                  <a:pt x="1761" y="663"/>
                </a:lnTo>
                <a:lnTo>
                  <a:pt x="1880" y="771"/>
                </a:lnTo>
                <a:lnTo>
                  <a:pt x="2134" y="1014"/>
                </a:lnTo>
                <a:lnTo>
                  <a:pt x="2385" y="1265"/>
                </a:lnTo>
                <a:lnTo>
                  <a:pt x="2631" y="1521"/>
                </a:lnTo>
                <a:lnTo>
                  <a:pt x="2874" y="1778"/>
                </a:lnTo>
                <a:lnTo>
                  <a:pt x="3118" y="2034"/>
                </a:lnTo>
                <a:lnTo>
                  <a:pt x="3364" y="2288"/>
                </a:lnTo>
                <a:lnTo>
                  <a:pt x="3924" y="2861"/>
                </a:lnTo>
                <a:lnTo>
                  <a:pt x="4019" y="2954"/>
                </a:lnTo>
                <a:lnTo>
                  <a:pt x="4115" y="3038"/>
                </a:lnTo>
                <a:lnTo>
                  <a:pt x="4215" y="3115"/>
                </a:lnTo>
                <a:lnTo>
                  <a:pt x="4321" y="3183"/>
                </a:lnTo>
                <a:lnTo>
                  <a:pt x="4429" y="3244"/>
                </a:lnTo>
                <a:lnTo>
                  <a:pt x="4540" y="3294"/>
                </a:lnTo>
                <a:lnTo>
                  <a:pt x="4659" y="3334"/>
                </a:lnTo>
                <a:lnTo>
                  <a:pt x="4781" y="3366"/>
                </a:lnTo>
                <a:lnTo>
                  <a:pt x="4908" y="3387"/>
                </a:lnTo>
                <a:lnTo>
                  <a:pt x="5043" y="3395"/>
                </a:lnTo>
                <a:lnTo>
                  <a:pt x="5104" y="3403"/>
                </a:lnTo>
                <a:lnTo>
                  <a:pt x="5154" y="3419"/>
                </a:lnTo>
                <a:lnTo>
                  <a:pt x="5196" y="3445"/>
                </a:lnTo>
                <a:lnTo>
                  <a:pt x="5233" y="3479"/>
                </a:lnTo>
                <a:lnTo>
                  <a:pt x="5260" y="3522"/>
                </a:lnTo>
                <a:lnTo>
                  <a:pt x="5281" y="3564"/>
                </a:lnTo>
                <a:lnTo>
                  <a:pt x="5291" y="3612"/>
                </a:lnTo>
                <a:lnTo>
                  <a:pt x="5297" y="3662"/>
                </a:lnTo>
                <a:lnTo>
                  <a:pt x="5291" y="3709"/>
                </a:lnTo>
                <a:lnTo>
                  <a:pt x="5281" y="3757"/>
                </a:lnTo>
                <a:lnTo>
                  <a:pt x="5260" y="3802"/>
                </a:lnTo>
                <a:lnTo>
                  <a:pt x="5233" y="3839"/>
                </a:lnTo>
                <a:lnTo>
                  <a:pt x="5196" y="3873"/>
                </a:lnTo>
                <a:lnTo>
                  <a:pt x="5154" y="3897"/>
                </a:lnTo>
                <a:lnTo>
                  <a:pt x="5104" y="3913"/>
                </a:lnTo>
                <a:lnTo>
                  <a:pt x="5043" y="3918"/>
                </a:lnTo>
                <a:lnTo>
                  <a:pt x="4871" y="3905"/>
                </a:lnTo>
                <a:lnTo>
                  <a:pt x="4702" y="3881"/>
                </a:lnTo>
                <a:lnTo>
                  <a:pt x="4540" y="3844"/>
                </a:lnTo>
                <a:lnTo>
                  <a:pt x="4384" y="3794"/>
                </a:lnTo>
                <a:lnTo>
                  <a:pt x="4234" y="3730"/>
                </a:lnTo>
                <a:lnTo>
                  <a:pt x="4091" y="3654"/>
                </a:lnTo>
                <a:lnTo>
                  <a:pt x="3951" y="3567"/>
                </a:lnTo>
                <a:lnTo>
                  <a:pt x="3816" y="3469"/>
                </a:lnTo>
                <a:lnTo>
                  <a:pt x="3689" y="3360"/>
                </a:lnTo>
                <a:lnTo>
                  <a:pt x="3565" y="3242"/>
                </a:lnTo>
                <a:lnTo>
                  <a:pt x="2205" y="1849"/>
                </a:lnTo>
                <a:lnTo>
                  <a:pt x="2108" y="1749"/>
                </a:lnTo>
                <a:lnTo>
                  <a:pt x="2012" y="1646"/>
                </a:lnTo>
                <a:lnTo>
                  <a:pt x="1915" y="1540"/>
                </a:lnTo>
                <a:lnTo>
                  <a:pt x="1814" y="1434"/>
                </a:lnTo>
                <a:lnTo>
                  <a:pt x="1714" y="1331"/>
                </a:lnTo>
                <a:lnTo>
                  <a:pt x="1611" y="1226"/>
                </a:lnTo>
                <a:lnTo>
                  <a:pt x="1505" y="1125"/>
                </a:lnTo>
                <a:lnTo>
                  <a:pt x="1396" y="1030"/>
                </a:lnTo>
                <a:lnTo>
                  <a:pt x="1285" y="938"/>
                </a:lnTo>
                <a:lnTo>
                  <a:pt x="1172" y="853"/>
                </a:lnTo>
                <a:lnTo>
                  <a:pt x="1055" y="774"/>
                </a:lnTo>
                <a:lnTo>
                  <a:pt x="934" y="705"/>
                </a:lnTo>
                <a:lnTo>
                  <a:pt x="807" y="644"/>
                </a:lnTo>
                <a:lnTo>
                  <a:pt x="674" y="594"/>
                </a:lnTo>
                <a:lnTo>
                  <a:pt x="540" y="557"/>
                </a:lnTo>
                <a:lnTo>
                  <a:pt x="399" y="531"/>
                </a:lnTo>
                <a:lnTo>
                  <a:pt x="254" y="520"/>
                </a:lnTo>
                <a:lnTo>
                  <a:pt x="193" y="515"/>
                </a:lnTo>
                <a:lnTo>
                  <a:pt x="143" y="496"/>
                </a:lnTo>
                <a:lnTo>
                  <a:pt x="98" y="470"/>
                </a:lnTo>
                <a:lnTo>
                  <a:pt x="64" y="436"/>
                </a:lnTo>
                <a:lnTo>
                  <a:pt x="35" y="396"/>
                </a:lnTo>
                <a:lnTo>
                  <a:pt x="16" y="351"/>
                </a:lnTo>
                <a:lnTo>
                  <a:pt x="5" y="303"/>
                </a:lnTo>
                <a:lnTo>
                  <a:pt x="0" y="253"/>
                </a:lnTo>
                <a:lnTo>
                  <a:pt x="5" y="206"/>
                </a:lnTo>
                <a:lnTo>
                  <a:pt x="16" y="158"/>
                </a:lnTo>
                <a:lnTo>
                  <a:pt x="35" y="116"/>
                </a:lnTo>
                <a:lnTo>
                  <a:pt x="64" y="76"/>
                </a:lnTo>
                <a:lnTo>
                  <a:pt x="98" y="42"/>
                </a:lnTo>
                <a:lnTo>
                  <a:pt x="143" y="18"/>
                </a:lnTo>
                <a:lnTo>
                  <a:pt x="193" y="2"/>
                </a:lnTo>
                <a:lnTo>
                  <a:pt x="254" y="0"/>
                </a:lnTo>
                <a:close/>
              </a:path>
            </a:pathLst>
          </a:custGeom>
          <a:solidFill>
            <a:srgbClr val="8EC152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EEF60D05-F6AD-C143-AED2-73E7E89FADE5}"/>
              </a:ext>
            </a:extLst>
          </p:cNvPr>
          <p:cNvSpPr>
            <a:spLocks/>
          </p:cNvSpPr>
          <p:nvPr userDrawn="1"/>
        </p:nvSpPr>
        <p:spPr bwMode="auto">
          <a:xfrm>
            <a:off x="8077288" y="2501607"/>
            <a:ext cx="607101" cy="365651"/>
          </a:xfrm>
          <a:custGeom>
            <a:avLst/>
            <a:gdLst>
              <a:gd name="T0" fmla="*/ 1494 w 1745"/>
              <a:gd name="T1" fmla="*/ 0 h 1051"/>
              <a:gd name="T2" fmla="*/ 1552 w 1745"/>
              <a:gd name="T3" fmla="*/ 2 h 1051"/>
              <a:gd name="T4" fmla="*/ 1602 w 1745"/>
              <a:gd name="T5" fmla="*/ 18 h 1051"/>
              <a:gd name="T6" fmla="*/ 1647 w 1745"/>
              <a:gd name="T7" fmla="*/ 44 h 1051"/>
              <a:gd name="T8" fmla="*/ 1682 w 1745"/>
              <a:gd name="T9" fmla="*/ 76 h 1051"/>
              <a:gd name="T10" fmla="*/ 1711 w 1745"/>
              <a:gd name="T11" fmla="*/ 116 h 1051"/>
              <a:gd name="T12" fmla="*/ 1729 w 1745"/>
              <a:gd name="T13" fmla="*/ 158 h 1051"/>
              <a:gd name="T14" fmla="*/ 1743 w 1745"/>
              <a:gd name="T15" fmla="*/ 206 h 1051"/>
              <a:gd name="T16" fmla="*/ 1745 w 1745"/>
              <a:gd name="T17" fmla="*/ 256 h 1051"/>
              <a:gd name="T18" fmla="*/ 1740 w 1745"/>
              <a:gd name="T19" fmla="*/ 303 h 1051"/>
              <a:gd name="T20" fmla="*/ 1729 w 1745"/>
              <a:gd name="T21" fmla="*/ 351 h 1051"/>
              <a:gd name="T22" fmla="*/ 1708 w 1745"/>
              <a:gd name="T23" fmla="*/ 396 h 1051"/>
              <a:gd name="T24" fmla="*/ 1682 w 1745"/>
              <a:gd name="T25" fmla="*/ 436 h 1051"/>
              <a:gd name="T26" fmla="*/ 1647 w 1745"/>
              <a:gd name="T27" fmla="*/ 470 h 1051"/>
              <a:gd name="T28" fmla="*/ 1602 w 1745"/>
              <a:gd name="T29" fmla="*/ 496 h 1051"/>
              <a:gd name="T30" fmla="*/ 1552 w 1745"/>
              <a:gd name="T31" fmla="*/ 515 h 1051"/>
              <a:gd name="T32" fmla="*/ 1494 w 1745"/>
              <a:gd name="T33" fmla="*/ 520 h 1051"/>
              <a:gd name="T34" fmla="*/ 1343 w 1745"/>
              <a:gd name="T35" fmla="*/ 531 h 1051"/>
              <a:gd name="T36" fmla="*/ 1198 w 1745"/>
              <a:gd name="T37" fmla="*/ 554 h 1051"/>
              <a:gd name="T38" fmla="*/ 1058 w 1745"/>
              <a:gd name="T39" fmla="*/ 591 h 1051"/>
              <a:gd name="T40" fmla="*/ 923 w 1745"/>
              <a:gd name="T41" fmla="*/ 642 h 1051"/>
              <a:gd name="T42" fmla="*/ 793 w 1745"/>
              <a:gd name="T43" fmla="*/ 705 h 1051"/>
              <a:gd name="T44" fmla="*/ 672 w 1745"/>
              <a:gd name="T45" fmla="*/ 782 h 1051"/>
              <a:gd name="T46" fmla="*/ 555 w 1745"/>
              <a:gd name="T47" fmla="*/ 872 h 1051"/>
              <a:gd name="T48" fmla="*/ 444 w 1745"/>
              <a:gd name="T49" fmla="*/ 975 h 1051"/>
              <a:gd name="T50" fmla="*/ 397 w 1745"/>
              <a:gd name="T51" fmla="*/ 1014 h 1051"/>
              <a:gd name="T52" fmla="*/ 344 w 1745"/>
              <a:gd name="T53" fmla="*/ 1038 h 1051"/>
              <a:gd name="T54" fmla="*/ 294 w 1745"/>
              <a:gd name="T55" fmla="*/ 1051 h 1051"/>
              <a:gd name="T56" fmla="*/ 241 w 1745"/>
              <a:gd name="T57" fmla="*/ 1049 h 1051"/>
              <a:gd name="T58" fmla="*/ 190 w 1745"/>
              <a:gd name="T59" fmla="*/ 1038 h 1051"/>
              <a:gd name="T60" fmla="*/ 145 w 1745"/>
              <a:gd name="T61" fmla="*/ 1017 h 1051"/>
              <a:gd name="T62" fmla="*/ 101 w 1745"/>
              <a:gd name="T63" fmla="*/ 988 h 1051"/>
              <a:gd name="T64" fmla="*/ 66 w 1745"/>
              <a:gd name="T65" fmla="*/ 951 h 1051"/>
              <a:gd name="T66" fmla="*/ 34 w 1745"/>
              <a:gd name="T67" fmla="*/ 906 h 1051"/>
              <a:gd name="T68" fmla="*/ 13 w 1745"/>
              <a:gd name="T69" fmla="*/ 861 h 1051"/>
              <a:gd name="T70" fmla="*/ 0 w 1745"/>
              <a:gd name="T71" fmla="*/ 811 h 1051"/>
              <a:gd name="T72" fmla="*/ 0 w 1745"/>
              <a:gd name="T73" fmla="*/ 758 h 1051"/>
              <a:gd name="T74" fmla="*/ 11 w 1745"/>
              <a:gd name="T75" fmla="*/ 705 h 1051"/>
              <a:gd name="T76" fmla="*/ 34 w 1745"/>
              <a:gd name="T77" fmla="*/ 655 h 1051"/>
              <a:gd name="T78" fmla="*/ 74 w 1745"/>
              <a:gd name="T79" fmla="*/ 605 h 1051"/>
              <a:gd name="T80" fmla="*/ 193 w 1745"/>
              <a:gd name="T81" fmla="*/ 494 h 1051"/>
              <a:gd name="T82" fmla="*/ 317 w 1745"/>
              <a:gd name="T83" fmla="*/ 393 h 1051"/>
              <a:gd name="T84" fmla="*/ 447 w 1745"/>
              <a:gd name="T85" fmla="*/ 306 h 1051"/>
              <a:gd name="T86" fmla="*/ 582 w 1745"/>
              <a:gd name="T87" fmla="*/ 227 h 1051"/>
              <a:gd name="T88" fmla="*/ 725 w 1745"/>
              <a:gd name="T89" fmla="*/ 161 h 1051"/>
              <a:gd name="T90" fmla="*/ 870 w 1745"/>
              <a:gd name="T91" fmla="*/ 105 h 1051"/>
              <a:gd name="T92" fmla="*/ 1021 w 1745"/>
              <a:gd name="T93" fmla="*/ 60 h 1051"/>
              <a:gd name="T94" fmla="*/ 1174 w 1745"/>
              <a:gd name="T95" fmla="*/ 29 h 1051"/>
              <a:gd name="T96" fmla="*/ 1333 w 1745"/>
              <a:gd name="T97" fmla="*/ 7 h 1051"/>
              <a:gd name="T98" fmla="*/ 1494 w 1745"/>
              <a:gd name="T99" fmla="*/ 0 h 10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745" h="1051">
                <a:moveTo>
                  <a:pt x="1494" y="0"/>
                </a:moveTo>
                <a:lnTo>
                  <a:pt x="1552" y="2"/>
                </a:lnTo>
                <a:lnTo>
                  <a:pt x="1602" y="18"/>
                </a:lnTo>
                <a:lnTo>
                  <a:pt x="1647" y="44"/>
                </a:lnTo>
                <a:lnTo>
                  <a:pt x="1682" y="76"/>
                </a:lnTo>
                <a:lnTo>
                  <a:pt x="1711" y="116"/>
                </a:lnTo>
                <a:lnTo>
                  <a:pt x="1729" y="158"/>
                </a:lnTo>
                <a:lnTo>
                  <a:pt x="1743" y="206"/>
                </a:lnTo>
                <a:lnTo>
                  <a:pt x="1745" y="256"/>
                </a:lnTo>
                <a:lnTo>
                  <a:pt x="1740" y="303"/>
                </a:lnTo>
                <a:lnTo>
                  <a:pt x="1729" y="351"/>
                </a:lnTo>
                <a:lnTo>
                  <a:pt x="1708" y="396"/>
                </a:lnTo>
                <a:lnTo>
                  <a:pt x="1682" y="436"/>
                </a:lnTo>
                <a:lnTo>
                  <a:pt x="1647" y="470"/>
                </a:lnTo>
                <a:lnTo>
                  <a:pt x="1602" y="496"/>
                </a:lnTo>
                <a:lnTo>
                  <a:pt x="1552" y="515"/>
                </a:lnTo>
                <a:lnTo>
                  <a:pt x="1494" y="520"/>
                </a:lnTo>
                <a:lnTo>
                  <a:pt x="1343" y="531"/>
                </a:lnTo>
                <a:lnTo>
                  <a:pt x="1198" y="554"/>
                </a:lnTo>
                <a:lnTo>
                  <a:pt x="1058" y="591"/>
                </a:lnTo>
                <a:lnTo>
                  <a:pt x="923" y="642"/>
                </a:lnTo>
                <a:lnTo>
                  <a:pt x="793" y="705"/>
                </a:lnTo>
                <a:lnTo>
                  <a:pt x="672" y="782"/>
                </a:lnTo>
                <a:lnTo>
                  <a:pt x="555" y="872"/>
                </a:lnTo>
                <a:lnTo>
                  <a:pt x="444" y="975"/>
                </a:lnTo>
                <a:lnTo>
                  <a:pt x="397" y="1014"/>
                </a:lnTo>
                <a:lnTo>
                  <a:pt x="344" y="1038"/>
                </a:lnTo>
                <a:lnTo>
                  <a:pt x="294" y="1051"/>
                </a:lnTo>
                <a:lnTo>
                  <a:pt x="241" y="1049"/>
                </a:lnTo>
                <a:lnTo>
                  <a:pt x="190" y="1038"/>
                </a:lnTo>
                <a:lnTo>
                  <a:pt x="145" y="1017"/>
                </a:lnTo>
                <a:lnTo>
                  <a:pt x="101" y="988"/>
                </a:lnTo>
                <a:lnTo>
                  <a:pt x="66" y="951"/>
                </a:lnTo>
                <a:lnTo>
                  <a:pt x="34" y="906"/>
                </a:lnTo>
                <a:lnTo>
                  <a:pt x="13" y="861"/>
                </a:lnTo>
                <a:lnTo>
                  <a:pt x="0" y="811"/>
                </a:lnTo>
                <a:lnTo>
                  <a:pt x="0" y="758"/>
                </a:lnTo>
                <a:lnTo>
                  <a:pt x="11" y="705"/>
                </a:lnTo>
                <a:lnTo>
                  <a:pt x="34" y="655"/>
                </a:lnTo>
                <a:lnTo>
                  <a:pt x="74" y="605"/>
                </a:lnTo>
                <a:lnTo>
                  <a:pt x="193" y="494"/>
                </a:lnTo>
                <a:lnTo>
                  <a:pt x="317" y="393"/>
                </a:lnTo>
                <a:lnTo>
                  <a:pt x="447" y="306"/>
                </a:lnTo>
                <a:lnTo>
                  <a:pt x="582" y="227"/>
                </a:lnTo>
                <a:lnTo>
                  <a:pt x="725" y="161"/>
                </a:lnTo>
                <a:lnTo>
                  <a:pt x="870" y="105"/>
                </a:lnTo>
                <a:lnTo>
                  <a:pt x="1021" y="60"/>
                </a:lnTo>
                <a:lnTo>
                  <a:pt x="1174" y="29"/>
                </a:lnTo>
                <a:lnTo>
                  <a:pt x="1333" y="7"/>
                </a:lnTo>
                <a:lnTo>
                  <a:pt x="1494" y="0"/>
                </a:lnTo>
                <a:close/>
              </a:path>
            </a:pathLst>
          </a:custGeom>
          <a:solidFill>
            <a:srgbClr val="8EC152">
              <a:alpha val="70000"/>
            </a:srgb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73017EA-751C-1647-B605-4C8B4DB08E07}"/>
              </a:ext>
            </a:extLst>
          </p:cNvPr>
          <p:cNvCxnSpPr/>
          <p:nvPr userDrawn="1"/>
        </p:nvCxnSpPr>
        <p:spPr>
          <a:xfrm>
            <a:off x="5277268" y="4005064"/>
            <a:ext cx="0" cy="36004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B2178C90-AA69-7348-AD28-CE3CACA4E297}"/>
              </a:ext>
            </a:extLst>
          </p:cNvPr>
          <p:cNvCxnSpPr/>
          <p:nvPr userDrawn="1"/>
        </p:nvCxnSpPr>
        <p:spPr>
          <a:xfrm>
            <a:off x="8591450" y="3922204"/>
            <a:ext cx="0" cy="36004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 Placeholder 4">
            <a:extLst>
              <a:ext uri="{FF2B5EF4-FFF2-40B4-BE49-F238E27FC236}">
                <a16:creationId xmlns:a16="http://schemas.microsoft.com/office/drawing/2014/main" id="{11748614-A1D7-4D6A-9589-37C6DAB720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05789" y="4585239"/>
            <a:ext cx="1323075" cy="165363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5053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C9904B40-A11E-4FB3-8397-5D03F1CD3B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0570" y="4585239"/>
            <a:ext cx="1323075" cy="165363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5053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1F1D4A45-4358-4B7C-98BA-452D5DBB7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52063" y="4588953"/>
            <a:ext cx="1323075" cy="165363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5053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61481F98-B455-4E82-90C3-1B2234D0BB4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6844" y="4588953"/>
            <a:ext cx="1323075" cy="165363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5053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1A511ECE-AF55-4541-AEC1-27046A2320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98338" y="4592667"/>
            <a:ext cx="1323075" cy="165363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5053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60" name="Text Placeholder 4">
            <a:extLst>
              <a:ext uri="{FF2B5EF4-FFF2-40B4-BE49-F238E27FC236}">
                <a16:creationId xmlns:a16="http://schemas.microsoft.com/office/drawing/2014/main" id="{3BBE7BFF-86DB-47DB-A4AD-D7953D64DF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23119" y="4592667"/>
            <a:ext cx="1323075" cy="165363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rgbClr val="5053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A29808D-4CAD-4C20-9808-E2EC222C3DF5}"/>
              </a:ext>
            </a:extLst>
          </p:cNvPr>
          <p:cNvCxnSpPr/>
          <p:nvPr userDrawn="1"/>
        </p:nvCxnSpPr>
        <p:spPr>
          <a:xfrm>
            <a:off x="3591343" y="4000103"/>
            <a:ext cx="0" cy="36004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BA5ED83-B160-41A2-874F-B9BCFD3C3C75}"/>
              </a:ext>
            </a:extLst>
          </p:cNvPr>
          <p:cNvCxnSpPr/>
          <p:nvPr userDrawn="1"/>
        </p:nvCxnSpPr>
        <p:spPr>
          <a:xfrm>
            <a:off x="1905418" y="3995142"/>
            <a:ext cx="0" cy="36004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2C3BBDF-776C-43E1-854E-2139FB7842C7}"/>
              </a:ext>
            </a:extLst>
          </p:cNvPr>
          <p:cNvCxnSpPr/>
          <p:nvPr userDrawn="1"/>
        </p:nvCxnSpPr>
        <p:spPr>
          <a:xfrm>
            <a:off x="6953668" y="3977444"/>
            <a:ext cx="0" cy="36004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266E543-090A-4F1D-A267-D1FD919542C1}"/>
              </a:ext>
            </a:extLst>
          </p:cNvPr>
          <p:cNvCxnSpPr/>
          <p:nvPr userDrawn="1"/>
        </p:nvCxnSpPr>
        <p:spPr>
          <a:xfrm>
            <a:off x="10306468" y="3922204"/>
            <a:ext cx="0" cy="36004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Picture Placeholder 70">
            <a:extLst>
              <a:ext uri="{FF2B5EF4-FFF2-40B4-BE49-F238E27FC236}">
                <a16:creationId xmlns:a16="http://schemas.microsoft.com/office/drawing/2014/main" id="{2F50B1AF-AAD0-489E-96E5-50ABC473F2FF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88126" y="2946377"/>
            <a:ext cx="473513" cy="4735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72" name="Picture Placeholder 70">
            <a:extLst>
              <a:ext uri="{FF2B5EF4-FFF2-40B4-BE49-F238E27FC236}">
                <a16:creationId xmlns:a16="http://schemas.microsoft.com/office/drawing/2014/main" id="{514DE629-3190-4991-844C-BA3DF3F8DB2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64728" y="2955487"/>
            <a:ext cx="473513" cy="4735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73" name="Picture Placeholder 70">
            <a:extLst>
              <a:ext uri="{FF2B5EF4-FFF2-40B4-BE49-F238E27FC236}">
                <a16:creationId xmlns:a16="http://schemas.microsoft.com/office/drawing/2014/main" id="{E1ACDA34-090B-4C9F-B8E8-451204FABEBF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023231" y="2945881"/>
            <a:ext cx="473513" cy="4735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74" name="Picture Placeholder 70">
            <a:extLst>
              <a:ext uri="{FF2B5EF4-FFF2-40B4-BE49-F238E27FC236}">
                <a16:creationId xmlns:a16="http://schemas.microsoft.com/office/drawing/2014/main" id="{2632DD2D-957C-4BA6-8F64-46C7EFB4DB2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717520" y="2955486"/>
            <a:ext cx="473513" cy="4735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75" name="Picture Placeholder 70">
            <a:extLst>
              <a:ext uri="{FF2B5EF4-FFF2-40B4-BE49-F238E27FC236}">
                <a16:creationId xmlns:a16="http://schemas.microsoft.com/office/drawing/2014/main" id="{72CEB92B-5A07-48D3-B1AE-DABAB7DFAA3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386079" y="2964596"/>
            <a:ext cx="473513" cy="4735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76" name="Picture Placeholder 70">
            <a:extLst>
              <a:ext uri="{FF2B5EF4-FFF2-40B4-BE49-F238E27FC236}">
                <a16:creationId xmlns:a16="http://schemas.microsoft.com/office/drawing/2014/main" id="{6EA7D8C3-0B1A-4C5B-86CD-70D86FBCEC9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0027097" y="2973706"/>
            <a:ext cx="473513" cy="47351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BAEAC1CE-D05B-4709-9F26-964BA737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3715" y="396538"/>
            <a:ext cx="6264571" cy="779463"/>
          </a:xfrm>
        </p:spPr>
        <p:txBody>
          <a:bodyPr>
            <a:noAutofit/>
          </a:bodyPr>
          <a:lstStyle>
            <a:lvl1pPr marL="0" indent="0" algn="ctr">
              <a:buNone/>
              <a:defRPr sz="5000" b="1">
                <a:solidFill>
                  <a:srgbClr val="0E78B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Six Step Template</a:t>
            </a:r>
            <a:endParaRPr lang="en-ZA" dirty="0"/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7A402760-1D0E-4E80-9EF8-F5197C3D499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54730" y="2015129"/>
            <a:ext cx="1501375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183264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64" name="Text Placeholder 4">
            <a:extLst>
              <a:ext uri="{FF2B5EF4-FFF2-40B4-BE49-F238E27FC236}">
                <a16:creationId xmlns:a16="http://schemas.microsoft.com/office/drawing/2014/main" id="{804EF220-DD6A-4265-A5B2-5F378E47476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840655" y="2010758"/>
            <a:ext cx="1501375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ED6A5E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AC929D22-6C41-4431-8103-1D283075F42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526580" y="2006387"/>
            <a:ext cx="1501375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50535A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DE7A1BEB-808D-4AAB-82CD-E99B766C997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2505" y="2002016"/>
            <a:ext cx="1501375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79" name="Text Placeholder 4">
            <a:extLst>
              <a:ext uri="{FF2B5EF4-FFF2-40B4-BE49-F238E27FC236}">
                <a16:creationId xmlns:a16="http://schemas.microsoft.com/office/drawing/2014/main" id="{C8B69E83-777B-4E79-B295-4DAB09EFC89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98430" y="1997645"/>
            <a:ext cx="1501375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5A9FA5C4-CCE1-46B5-BDF5-5A9D33473B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84355" y="1993274"/>
            <a:ext cx="1501375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4899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487956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ep_Journey_Template_V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Picture 130">
            <a:extLst>
              <a:ext uri="{FF2B5EF4-FFF2-40B4-BE49-F238E27FC236}">
                <a16:creationId xmlns:a16="http://schemas.microsoft.com/office/drawing/2014/main" id="{1153C750-6196-DB4F-9A28-3049D566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874"/>
            <a:ext cx="12192000" cy="68580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11A2B9-D96D-E645-ABD2-23E5B12E3452}"/>
              </a:ext>
            </a:extLst>
          </p:cNvPr>
          <p:cNvCxnSpPr>
            <a:cxnSpLocks/>
            <a:endCxn id="140" idx="0"/>
          </p:cNvCxnSpPr>
          <p:nvPr userDrawn="1"/>
        </p:nvCxnSpPr>
        <p:spPr>
          <a:xfrm flipV="1">
            <a:off x="5945013" y="1431830"/>
            <a:ext cx="0" cy="2194234"/>
          </a:xfrm>
          <a:prstGeom prst="line">
            <a:avLst/>
          </a:prstGeom>
          <a:ln w="28575">
            <a:solidFill>
              <a:srgbClr val="5053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58396D-215C-FD4A-9647-26CEF48458B2}"/>
              </a:ext>
            </a:extLst>
          </p:cNvPr>
          <p:cNvCxnSpPr>
            <a:cxnSpLocks/>
            <a:endCxn id="43" idx="0"/>
          </p:cNvCxnSpPr>
          <p:nvPr userDrawn="1"/>
        </p:nvCxnSpPr>
        <p:spPr>
          <a:xfrm flipV="1">
            <a:off x="3074064" y="1431832"/>
            <a:ext cx="0" cy="2222702"/>
          </a:xfrm>
          <a:prstGeom prst="line">
            <a:avLst/>
          </a:prstGeom>
          <a:ln w="285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7FE149A-1C2B-2B40-B5FF-A72F6DFE3EFA}"/>
              </a:ext>
            </a:extLst>
          </p:cNvPr>
          <p:cNvCxnSpPr>
            <a:cxnSpLocks/>
            <a:stCxn id="50" idx="2"/>
            <a:endCxn id="37" idx="4"/>
          </p:cNvCxnSpPr>
          <p:nvPr userDrawn="1"/>
        </p:nvCxnSpPr>
        <p:spPr>
          <a:xfrm flipV="1">
            <a:off x="4509459" y="4106599"/>
            <a:ext cx="6014" cy="2110974"/>
          </a:xfrm>
          <a:prstGeom prst="line">
            <a:avLst/>
          </a:prstGeom>
          <a:ln w="28575">
            <a:solidFill>
              <a:srgbClr val="FAB5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F12AF5-FB21-0348-A3E0-307BAE796F57}"/>
              </a:ext>
            </a:extLst>
          </p:cNvPr>
          <p:cNvCxnSpPr>
            <a:cxnSpLocks/>
            <a:stCxn id="58" idx="2"/>
          </p:cNvCxnSpPr>
          <p:nvPr userDrawn="1"/>
        </p:nvCxnSpPr>
        <p:spPr>
          <a:xfrm flipV="1">
            <a:off x="7390882" y="3895693"/>
            <a:ext cx="0" cy="2331079"/>
          </a:xfrm>
          <a:prstGeom prst="line">
            <a:avLst/>
          </a:prstGeom>
          <a:ln w="28575">
            <a:solidFill>
              <a:srgbClr val="ED6A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054C6B-930D-9646-87D7-21EABD78FDAB}"/>
              </a:ext>
            </a:extLst>
          </p:cNvPr>
          <p:cNvCxnSpPr>
            <a:cxnSpLocks/>
            <a:endCxn id="61" idx="0"/>
          </p:cNvCxnSpPr>
          <p:nvPr userDrawn="1"/>
        </p:nvCxnSpPr>
        <p:spPr>
          <a:xfrm flipV="1">
            <a:off x="8830108" y="1391071"/>
            <a:ext cx="0" cy="2263463"/>
          </a:xfrm>
          <a:prstGeom prst="line">
            <a:avLst/>
          </a:prstGeom>
          <a:ln w="28575">
            <a:solidFill>
              <a:srgbClr val="0E78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27A8BD-ED9F-5D40-B219-5E7DD58FE0D3}"/>
              </a:ext>
            </a:extLst>
          </p:cNvPr>
          <p:cNvCxnSpPr>
            <a:cxnSpLocks/>
          </p:cNvCxnSpPr>
          <p:nvPr userDrawn="1"/>
        </p:nvCxnSpPr>
        <p:spPr>
          <a:xfrm flipV="1">
            <a:off x="10267343" y="3895693"/>
            <a:ext cx="0" cy="2227598"/>
          </a:xfrm>
          <a:prstGeom prst="line">
            <a:avLst/>
          </a:prstGeom>
          <a:ln w="28575">
            <a:solidFill>
              <a:srgbClr val="8EC1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row: Right 24">
            <a:extLst>
              <a:ext uri="{FF2B5EF4-FFF2-40B4-BE49-F238E27FC236}">
                <a16:creationId xmlns:a16="http://schemas.microsoft.com/office/drawing/2014/main" id="{26AD3904-B269-1648-99BA-9C51D2A437A0}"/>
              </a:ext>
            </a:extLst>
          </p:cNvPr>
          <p:cNvSpPr/>
          <p:nvPr userDrawn="1"/>
        </p:nvSpPr>
        <p:spPr>
          <a:xfrm>
            <a:off x="792552" y="3626064"/>
            <a:ext cx="10237500" cy="318821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B2D7408-FD80-DD40-B6CC-9884787DF716}"/>
              </a:ext>
            </a:extLst>
          </p:cNvPr>
          <p:cNvGrpSpPr/>
          <p:nvPr userDrawn="1"/>
        </p:nvGrpSpPr>
        <p:grpSpPr>
          <a:xfrm>
            <a:off x="792552" y="3040420"/>
            <a:ext cx="1448186" cy="1445195"/>
            <a:chOff x="1341884" y="2924631"/>
            <a:chExt cx="1448186" cy="1445195"/>
          </a:xfrm>
          <a:effectLst/>
        </p:grpSpPr>
        <p:sp>
          <p:nvSpPr>
            <p:cNvPr id="16" name="Oval 108">
              <a:extLst>
                <a:ext uri="{FF2B5EF4-FFF2-40B4-BE49-F238E27FC236}">
                  <a16:creationId xmlns:a16="http://schemas.microsoft.com/office/drawing/2014/main" id="{389CA420-5C4B-C642-9AAE-32CF673AD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1884" y="2924944"/>
              <a:ext cx="1448186" cy="1444882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</a:schemeClr>
                </a:gs>
                <a:gs pos="98052">
                  <a:schemeClr val="bg1"/>
                </a:gs>
              </a:gsLst>
              <a:path path="circle">
                <a:fillToRect l="100000" t="100000"/>
              </a:path>
              <a:tileRect r="-100000" b="-100000"/>
            </a:gradFill>
            <a:ln w="57150">
              <a:solidFill>
                <a:schemeClr val="accent3">
                  <a:lumMod val="75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E3F63AA-8B6B-C040-9C45-80FFE3DD00BA}"/>
                </a:ext>
              </a:extLst>
            </p:cNvPr>
            <p:cNvGrpSpPr/>
            <p:nvPr/>
          </p:nvGrpSpPr>
          <p:grpSpPr>
            <a:xfrm>
              <a:off x="1929968" y="3996491"/>
              <a:ext cx="274219" cy="306156"/>
              <a:chOff x="1929968" y="3996491"/>
              <a:chExt cx="274219" cy="306156"/>
            </a:xfrm>
          </p:grpSpPr>
          <p:sp>
            <p:nvSpPr>
              <p:cNvPr id="29" name="Freeform 119">
                <a:extLst>
                  <a:ext uri="{FF2B5EF4-FFF2-40B4-BE49-F238E27FC236}">
                    <a16:creationId xmlns:a16="http://schemas.microsoft.com/office/drawing/2014/main" id="{5B353D5A-5A82-D941-B2C6-E0731169A0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9968" y="3996491"/>
                <a:ext cx="19823" cy="90305"/>
              </a:xfrm>
              <a:custGeom>
                <a:avLst/>
                <a:gdLst>
                  <a:gd name="T0" fmla="*/ 7 w 13"/>
                  <a:gd name="T1" fmla="*/ 4 h 61"/>
                  <a:gd name="T2" fmla="*/ 2 w 13"/>
                  <a:gd name="T3" fmla="*/ 24 h 61"/>
                  <a:gd name="T4" fmla="*/ 0 w 13"/>
                  <a:gd name="T5" fmla="*/ 61 h 61"/>
                  <a:gd name="T6" fmla="*/ 13 w 13"/>
                  <a:gd name="T7" fmla="*/ 25 h 61"/>
                  <a:gd name="T8" fmla="*/ 7 w 13"/>
                  <a:gd name="T9" fmla="*/ 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61">
                    <a:moveTo>
                      <a:pt x="7" y="4"/>
                    </a:moveTo>
                    <a:cubicBezTo>
                      <a:pt x="7" y="4"/>
                      <a:pt x="4" y="5"/>
                      <a:pt x="2" y="24"/>
                    </a:cubicBezTo>
                    <a:cubicBezTo>
                      <a:pt x="1" y="42"/>
                      <a:pt x="0" y="61"/>
                      <a:pt x="0" y="61"/>
                    </a:cubicBezTo>
                    <a:cubicBezTo>
                      <a:pt x="13" y="25"/>
                      <a:pt x="13" y="25"/>
                      <a:pt x="13" y="25"/>
                    </a:cubicBezTo>
                    <a:cubicBezTo>
                      <a:pt x="13" y="25"/>
                      <a:pt x="13" y="0"/>
                      <a:pt x="7" y="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Freeform 121">
                <a:extLst>
                  <a:ext uri="{FF2B5EF4-FFF2-40B4-BE49-F238E27FC236}">
                    <a16:creationId xmlns:a16="http://schemas.microsoft.com/office/drawing/2014/main" id="{D90E14F5-537E-5B4A-B9D8-5D2D09E1C7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364" y="3996491"/>
                <a:ext cx="19823" cy="90305"/>
              </a:xfrm>
              <a:custGeom>
                <a:avLst/>
                <a:gdLst>
                  <a:gd name="T0" fmla="*/ 7 w 13"/>
                  <a:gd name="T1" fmla="*/ 4 h 61"/>
                  <a:gd name="T2" fmla="*/ 11 w 13"/>
                  <a:gd name="T3" fmla="*/ 24 h 61"/>
                  <a:gd name="T4" fmla="*/ 13 w 13"/>
                  <a:gd name="T5" fmla="*/ 61 h 61"/>
                  <a:gd name="T6" fmla="*/ 0 w 13"/>
                  <a:gd name="T7" fmla="*/ 25 h 61"/>
                  <a:gd name="T8" fmla="*/ 7 w 13"/>
                  <a:gd name="T9" fmla="*/ 4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61">
                    <a:moveTo>
                      <a:pt x="7" y="4"/>
                    </a:moveTo>
                    <a:cubicBezTo>
                      <a:pt x="7" y="4"/>
                      <a:pt x="10" y="5"/>
                      <a:pt x="11" y="24"/>
                    </a:cubicBezTo>
                    <a:cubicBezTo>
                      <a:pt x="13" y="42"/>
                      <a:pt x="13" y="61"/>
                      <a:pt x="13" y="61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1" y="0"/>
                      <a:pt x="7" y="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Oval 122">
                <a:extLst>
                  <a:ext uri="{FF2B5EF4-FFF2-40B4-BE49-F238E27FC236}">
                    <a16:creationId xmlns:a16="http://schemas.microsoft.com/office/drawing/2014/main" id="{5DA37FCF-BCA1-A942-8F8F-9A56B2070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5514" y="4170494"/>
                <a:ext cx="23127" cy="2202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Oval 123">
                <a:extLst>
                  <a:ext uri="{FF2B5EF4-FFF2-40B4-BE49-F238E27FC236}">
                    <a16:creationId xmlns:a16="http://schemas.microsoft.com/office/drawing/2014/main" id="{B9243969-C75C-844F-9B10-87519F3DB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5514" y="4278419"/>
                <a:ext cx="23127" cy="2422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sp>
          <p:nvSpPr>
            <p:cNvPr id="18" name="Oval 108">
              <a:extLst>
                <a:ext uri="{FF2B5EF4-FFF2-40B4-BE49-F238E27FC236}">
                  <a16:creationId xmlns:a16="http://schemas.microsoft.com/office/drawing/2014/main" id="{CC1014B8-1E7D-A74C-A9FD-CBAFFEFEF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1884" y="2924631"/>
              <a:ext cx="1448186" cy="1444882"/>
            </a:xfrm>
            <a:prstGeom prst="ellipse">
              <a:avLst/>
            </a:prstGeom>
            <a:noFill/>
            <a:ln w="76200">
              <a:gradFill>
                <a:gsLst>
                  <a:gs pos="0">
                    <a:schemeClr val="accent1"/>
                  </a:gs>
                  <a:gs pos="98052">
                    <a:schemeClr val="accent5"/>
                  </a:gs>
                  <a:gs pos="36000">
                    <a:schemeClr val="accent3"/>
                  </a:gs>
                </a:gsLst>
                <a:lin ang="5400000" scaled="1"/>
              </a:gra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36" name="Oval 35">
            <a:extLst>
              <a:ext uri="{FF2B5EF4-FFF2-40B4-BE49-F238E27FC236}">
                <a16:creationId xmlns:a16="http://schemas.microsoft.com/office/drawing/2014/main" id="{1BA08371-B8A0-E849-AE5F-9157F9122369}"/>
              </a:ext>
            </a:extLst>
          </p:cNvPr>
          <p:cNvSpPr/>
          <p:nvPr userDrawn="1"/>
        </p:nvSpPr>
        <p:spPr>
          <a:xfrm>
            <a:off x="2742464" y="3443399"/>
            <a:ext cx="663200" cy="663200"/>
          </a:xfrm>
          <a:prstGeom prst="ellipse">
            <a:avLst/>
          </a:prstGeom>
          <a:solidFill>
            <a:srgbClr val="004899"/>
          </a:solidFill>
          <a:ln>
            <a:solidFill>
              <a:schemeClr val="accent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118F100-1C43-0548-8199-4BCD88158B24}"/>
              </a:ext>
            </a:extLst>
          </p:cNvPr>
          <p:cNvSpPr/>
          <p:nvPr userDrawn="1"/>
        </p:nvSpPr>
        <p:spPr>
          <a:xfrm>
            <a:off x="4183873" y="3443399"/>
            <a:ext cx="663200" cy="663200"/>
          </a:xfrm>
          <a:prstGeom prst="ellipse">
            <a:avLst/>
          </a:prstGeom>
          <a:solidFill>
            <a:srgbClr val="FAB54D"/>
          </a:solidFill>
          <a:ln>
            <a:solidFill>
              <a:srgbClr val="FAB54D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FB87D71-BCDA-B440-BF61-4C8530D04C50}"/>
              </a:ext>
            </a:extLst>
          </p:cNvPr>
          <p:cNvSpPr/>
          <p:nvPr userDrawn="1"/>
        </p:nvSpPr>
        <p:spPr>
          <a:xfrm>
            <a:off x="5625085" y="3450159"/>
            <a:ext cx="663200" cy="663200"/>
          </a:xfrm>
          <a:prstGeom prst="ellipse">
            <a:avLst/>
          </a:prstGeom>
          <a:solidFill>
            <a:srgbClr val="50535A"/>
          </a:solidFill>
          <a:ln>
            <a:solidFill>
              <a:srgbClr val="50535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970791D-ECED-8A48-A17B-3944F09C6050}"/>
              </a:ext>
            </a:extLst>
          </p:cNvPr>
          <p:cNvSpPr/>
          <p:nvPr userDrawn="1"/>
        </p:nvSpPr>
        <p:spPr>
          <a:xfrm>
            <a:off x="7066691" y="3443399"/>
            <a:ext cx="663200" cy="663200"/>
          </a:xfrm>
          <a:prstGeom prst="ellipse">
            <a:avLst/>
          </a:prstGeom>
          <a:solidFill>
            <a:srgbClr val="ED6A5E"/>
          </a:solidFill>
          <a:ln>
            <a:solidFill>
              <a:srgbClr val="ED6A5E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5EBD037-0A8B-254E-BC01-80079D6B57F4}"/>
              </a:ext>
            </a:extLst>
          </p:cNvPr>
          <p:cNvSpPr/>
          <p:nvPr userDrawn="1"/>
        </p:nvSpPr>
        <p:spPr>
          <a:xfrm>
            <a:off x="8508100" y="3443399"/>
            <a:ext cx="663200" cy="663200"/>
          </a:xfrm>
          <a:prstGeom prst="ellipse">
            <a:avLst/>
          </a:prstGeom>
          <a:solidFill>
            <a:srgbClr val="0E78BC"/>
          </a:solidFill>
          <a:ln>
            <a:solidFill>
              <a:srgbClr val="0E78B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4ADA728-54A6-1943-B280-68FD999831DB}"/>
              </a:ext>
            </a:extLst>
          </p:cNvPr>
          <p:cNvSpPr/>
          <p:nvPr userDrawn="1"/>
        </p:nvSpPr>
        <p:spPr>
          <a:xfrm>
            <a:off x="9949509" y="3443399"/>
            <a:ext cx="663200" cy="663200"/>
          </a:xfrm>
          <a:prstGeom prst="ellipse">
            <a:avLst/>
          </a:prstGeom>
          <a:solidFill>
            <a:srgbClr val="8EC152"/>
          </a:solidFill>
          <a:ln>
            <a:solidFill>
              <a:srgbClr val="8EC15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A0DE4EE2-A128-6145-A0CA-7B72B7319219}"/>
              </a:ext>
            </a:extLst>
          </p:cNvPr>
          <p:cNvSpPr/>
          <p:nvPr userDrawn="1"/>
        </p:nvSpPr>
        <p:spPr>
          <a:xfrm>
            <a:off x="2956498" y="1431832"/>
            <a:ext cx="235132" cy="235132"/>
          </a:xfrm>
          <a:prstGeom prst="diamond">
            <a:avLst/>
          </a:prstGeom>
          <a:solidFill>
            <a:srgbClr val="004899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9EE8972A-19FF-9C42-858B-83E683ABC50B}"/>
              </a:ext>
            </a:extLst>
          </p:cNvPr>
          <p:cNvSpPr/>
          <p:nvPr userDrawn="1"/>
        </p:nvSpPr>
        <p:spPr>
          <a:xfrm>
            <a:off x="2956498" y="1822578"/>
            <a:ext cx="235132" cy="235132"/>
          </a:xfrm>
          <a:prstGeom prst="diamond">
            <a:avLst/>
          </a:prstGeom>
          <a:solidFill>
            <a:srgbClr val="004899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Diamond 44">
            <a:extLst>
              <a:ext uri="{FF2B5EF4-FFF2-40B4-BE49-F238E27FC236}">
                <a16:creationId xmlns:a16="http://schemas.microsoft.com/office/drawing/2014/main" id="{06358AFE-8129-E646-AD00-8E0EBB15AECA}"/>
              </a:ext>
            </a:extLst>
          </p:cNvPr>
          <p:cNvSpPr/>
          <p:nvPr userDrawn="1"/>
        </p:nvSpPr>
        <p:spPr>
          <a:xfrm>
            <a:off x="2956498" y="2213324"/>
            <a:ext cx="235132" cy="235132"/>
          </a:xfrm>
          <a:prstGeom prst="diamond">
            <a:avLst/>
          </a:prstGeom>
          <a:solidFill>
            <a:srgbClr val="004899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Diamond 45">
            <a:extLst>
              <a:ext uri="{FF2B5EF4-FFF2-40B4-BE49-F238E27FC236}">
                <a16:creationId xmlns:a16="http://schemas.microsoft.com/office/drawing/2014/main" id="{56419926-9876-3D46-A5F5-FE674158AE0C}"/>
              </a:ext>
            </a:extLst>
          </p:cNvPr>
          <p:cNvSpPr/>
          <p:nvPr userDrawn="1"/>
        </p:nvSpPr>
        <p:spPr>
          <a:xfrm>
            <a:off x="2956498" y="2604072"/>
            <a:ext cx="235132" cy="235132"/>
          </a:xfrm>
          <a:prstGeom prst="diamond">
            <a:avLst/>
          </a:prstGeom>
          <a:solidFill>
            <a:srgbClr val="004899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Diamond 46">
            <a:extLst>
              <a:ext uri="{FF2B5EF4-FFF2-40B4-BE49-F238E27FC236}">
                <a16:creationId xmlns:a16="http://schemas.microsoft.com/office/drawing/2014/main" id="{9C7829DB-2F02-2841-8FA7-58606C3F0617}"/>
              </a:ext>
            </a:extLst>
          </p:cNvPr>
          <p:cNvSpPr/>
          <p:nvPr userDrawn="1"/>
        </p:nvSpPr>
        <p:spPr>
          <a:xfrm>
            <a:off x="4391893" y="4810203"/>
            <a:ext cx="235132" cy="235132"/>
          </a:xfrm>
          <a:prstGeom prst="diamond">
            <a:avLst/>
          </a:prstGeom>
          <a:solidFill>
            <a:srgbClr val="FAB54D"/>
          </a:solidFill>
          <a:ln>
            <a:solidFill>
              <a:srgbClr val="FAB5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Diamond 47">
            <a:extLst>
              <a:ext uri="{FF2B5EF4-FFF2-40B4-BE49-F238E27FC236}">
                <a16:creationId xmlns:a16="http://schemas.microsoft.com/office/drawing/2014/main" id="{CCDE1164-6381-B446-8A07-A90907B78144}"/>
              </a:ext>
            </a:extLst>
          </p:cNvPr>
          <p:cNvSpPr/>
          <p:nvPr userDrawn="1"/>
        </p:nvSpPr>
        <p:spPr>
          <a:xfrm>
            <a:off x="4391893" y="5200949"/>
            <a:ext cx="235132" cy="235132"/>
          </a:xfrm>
          <a:prstGeom prst="diamond">
            <a:avLst/>
          </a:prstGeom>
          <a:solidFill>
            <a:srgbClr val="FAB54D"/>
          </a:solidFill>
          <a:ln>
            <a:solidFill>
              <a:srgbClr val="FAB5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Diamond 48">
            <a:extLst>
              <a:ext uri="{FF2B5EF4-FFF2-40B4-BE49-F238E27FC236}">
                <a16:creationId xmlns:a16="http://schemas.microsoft.com/office/drawing/2014/main" id="{0934850D-AED4-BB4B-AC3C-36A70B79ABD9}"/>
              </a:ext>
            </a:extLst>
          </p:cNvPr>
          <p:cNvSpPr/>
          <p:nvPr userDrawn="1"/>
        </p:nvSpPr>
        <p:spPr>
          <a:xfrm>
            <a:off x="4391893" y="5591695"/>
            <a:ext cx="235132" cy="235132"/>
          </a:xfrm>
          <a:prstGeom prst="diamond">
            <a:avLst/>
          </a:prstGeom>
          <a:solidFill>
            <a:srgbClr val="FAB54D"/>
          </a:solidFill>
          <a:ln>
            <a:solidFill>
              <a:srgbClr val="FAB5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Diamond 49">
            <a:extLst>
              <a:ext uri="{FF2B5EF4-FFF2-40B4-BE49-F238E27FC236}">
                <a16:creationId xmlns:a16="http://schemas.microsoft.com/office/drawing/2014/main" id="{38DB856A-6F6B-6A48-988D-35CB87ADDE94}"/>
              </a:ext>
            </a:extLst>
          </p:cNvPr>
          <p:cNvSpPr/>
          <p:nvPr userDrawn="1"/>
        </p:nvSpPr>
        <p:spPr>
          <a:xfrm>
            <a:off x="4391893" y="5982441"/>
            <a:ext cx="235132" cy="235132"/>
          </a:xfrm>
          <a:prstGeom prst="diamond">
            <a:avLst/>
          </a:prstGeom>
          <a:solidFill>
            <a:srgbClr val="FAB54D"/>
          </a:solidFill>
          <a:ln>
            <a:solidFill>
              <a:srgbClr val="FAB5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Diamond 51">
            <a:extLst>
              <a:ext uri="{FF2B5EF4-FFF2-40B4-BE49-F238E27FC236}">
                <a16:creationId xmlns:a16="http://schemas.microsoft.com/office/drawing/2014/main" id="{AD15C7E1-1B00-D449-B4E5-79067C104ECD}"/>
              </a:ext>
            </a:extLst>
          </p:cNvPr>
          <p:cNvSpPr/>
          <p:nvPr userDrawn="1"/>
        </p:nvSpPr>
        <p:spPr>
          <a:xfrm>
            <a:off x="5831615" y="1822578"/>
            <a:ext cx="235132" cy="235132"/>
          </a:xfrm>
          <a:prstGeom prst="diamond">
            <a:avLst/>
          </a:prstGeom>
          <a:solidFill>
            <a:srgbClr val="50535A"/>
          </a:solidFill>
          <a:ln>
            <a:solidFill>
              <a:srgbClr val="5053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Diamond 52">
            <a:extLst>
              <a:ext uri="{FF2B5EF4-FFF2-40B4-BE49-F238E27FC236}">
                <a16:creationId xmlns:a16="http://schemas.microsoft.com/office/drawing/2014/main" id="{D75AB9B1-9076-2146-A274-6E8C2BF5FC90}"/>
              </a:ext>
            </a:extLst>
          </p:cNvPr>
          <p:cNvSpPr/>
          <p:nvPr userDrawn="1"/>
        </p:nvSpPr>
        <p:spPr>
          <a:xfrm>
            <a:off x="5831615" y="2213324"/>
            <a:ext cx="235132" cy="235132"/>
          </a:xfrm>
          <a:prstGeom prst="diamond">
            <a:avLst/>
          </a:prstGeom>
          <a:solidFill>
            <a:srgbClr val="50535A"/>
          </a:solidFill>
          <a:ln>
            <a:solidFill>
              <a:srgbClr val="5053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Diamond 53">
            <a:extLst>
              <a:ext uri="{FF2B5EF4-FFF2-40B4-BE49-F238E27FC236}">
                <a16:creationId xmlns:a16="http://schemas.microsoft.com/office/drawing/2014/main" id="{E681C059-A37E-5A49-9889-0529A7C42319}"/>
              </a:ext>
            </a:extLst>
          </p:cNvPr>
          <p:cNvSpPr/>
          <p:nvPr userDrawn="1"/>
        </p:nvSpPr>
        <p:spPr>
          <a:xfrm>
            <a:off x="5831615" y="2604072"/>
            <a:ext cx="235132" cy="235132"/>
          </a:xfrm>
          <a:prstGeom prst="diamond">
            <a:avLst/>
          </a:prstGeom>
          <a:solidFill>
            <a:srgbClr val="50535A"/>
          </a:solidFill>
          <a:ln>
            <a:solidFill>
              <a:srgbClr val="5053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Diamond 54">
            <a:extLst>
              <a:ext uri="{FF2B5EF4-FFF2-40B4-BE49-F238E27FC236}">
                <a16:creationId xmlns:a16="http://schemas.microsoft.com/office/drawing/2014/main" id="{6AB97F51-6960-CD46-A6B1-934A4182E69D}"/>
              </a:ext>
            </a:extLst>
          </p:cNvPr>
          <p:cNvSpPr/>
          <p:nvPr userDrawn="1"/>
        </p:nvSpPr>
        <p:spPr>
          <a:xfrm>
            <a:off x="7273316" y="4819402"/>
            <a:ext cx="235132" cy="235132"/>
          </a:xfrm>
          <a:prstGeom prst="diamond">
            <a:avLst/>
          </a:prstGeom>
          <a:solidFill>
            <a:srgbClr val="ED6A5E"/>
          </a:solidFill>
          <a:ln>
            <a:solidFill>
              <a:srgbClr val="ED6A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Diamond 55">
            <a:extLst>
              <a:ext uri="{FF2B5EF4-FFF2-40B4-BE49-F238E27FC236}">
                <a16:creationId xmlns:a16="http://schemas.microsoft.com/office/drawing/2014/main" id="{60BCCE7A-C5EE-7B45-A6C8-4130AEB57ECE}"/>
              </a:ext>
            </a:extLst>
          </p:cNvPr>
          <p:cNvSpPr/>
          <p:nvPr userDrawn="1"/>
        </p:nvSpPr>
        <p:spPr>
          <a:xfrm>
            <a:off x="7273316" y="5210148"/>
            <a:ext cx="235132" cy="235132"/>
          </a:xfrm>
          <a:prstGeom prst="diamond">
            <a:avLst/>
          </a:prstGeom>
          <a:solidFill>
            <a:srgbClr val="ED6A5E"/>
          </a:solidFill>
          <a:ln>
            <a:solidFill>
              <a:srgbClr val="ED6A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Diamond 56">
            <a:extLst>
              <a:ext uri="{FF2B5EF4-FFF2-40B4-BE49-F238E27FC236}">
                <a16:creationId xmlns:a16="http://schemas.microsoft.com/office/drawing/2014/main" id="{81610B26-9611-E84F-B13A-86A4E5F88BD7}"/>
              </a:ext>
            </a:extLst>
          </p:cNvPr>
          <p:cNvSpPr/>
          <p:nvPr userDrawn="1"/>
        </p:nvSpPr>
        <p:spPr>
          <a:xfrm>
            <a:off x="7273316" y="5600894"/>
            <a:ext cx="235132" cy="235132"/>
          </a:xfrm>
          <a:prstGeom prst="diamond">
            <a:avLst/>
          </a:prstGeom>
          <a:solidFill>
            <a:srgbClr val="ED6A5E"/>
          </a:solidFill>
          <a:ln>
            <a:solidFill>
              <a:srgbClr val="ED6A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Diamond 57">
            <a:extLst>
              <a:ext uri="{FF2B5EF4-FFF2-40B4-BE49-F238E27FC236}">
                <a16:creationId xmlns:a16="http://schemas.microsoft.com/office/drawing/2014/main" id="{1B020AE9-CF2A-B943-A7BF-2E79483B5982}"/>
              </a:ext>
            </a:extLst>
          </p:cNvPr>
          <p:cNvSpPr/>
          <p:nvPr userDrawn="1"/>
        </p:nvSpPr>
        <p:spPr>
          <a:xfrm>
            <a:off x="7273316" y="5991640"/>
            <a:ext cx="235132" cy="235132"/>
          </a:xfrm>
          <a:prstGeom prst="diamond">
            <a:avLst/>
          </a:prstGeom>
          <a:solidFill>
            <a:srgbClr val="ED6A5E"/>
          </a:solidFill>
          <a:ln>
            <a:solidFill>
              <a:srgbClr val="ED6A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Diamond 60">
            <a:extLst>
              <a:ext uri="{FF2B5EF4-FFF2-40B4-BE49-F238E27FC236}">
                <a16:creationId xmlns:a16="http://schemas.microsoft.com/office/drawing/2014/main" id="{3790DB2A-6CEF-7A4C-A044-FCEBF34E72C2}"/>
              </a:ext>
            </a:extLst>
          </p:cNvPr>
          <p:cNvSpPr/>
          <p:nvPr userDrawn="1"/>
        </p:nvSpPr>
        <p:spPr>
          <a:xfrm>
            <a:off x="8712542" y="1391071"/>
            <a:ext cx="235132" cy="235132"/>
          </a:xfrm>
          <a:prstGeom prst="diamond">
            <a:avLst/>
          </a:prstGeom>
          <a:solidFill>
            <a:srgbClr val="0E78BC"/>
          </a:solidFill>
          <a:ln>
            <a:solidFill>
              <a:srgbClr val="0E78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Diamond 61">
            <a:extLst>
              <a:ext uri="{FF2B5EF4-FFF2-40B4-BE49-F238E27FC236}">
                <a16:creationId xmlns:a16="http://schemas.microsoft.com/office/drawing/2014/main" id="{8753B951-9979-A04E-B39A-63FA1C22092B}"/>
              </a:ext>
            </a:extLst>
          </p:cNvPr>
          <p:cNvSpPr/>
          <p:nvPr userDrawn="1"/>
        </p:nvSpPr>
        <p:spPr>
          <a:xfrm>
            <a:off x="8712542" y="1781817"/>
            <a:ext cx="235132" cy="235132"/>
          </a:xfrm>
          <a:prstGeom prst="diamond">
            <a:avLst/>
          </a:prstGeom>
          <a:solidFill>
            <a:srgbClr val="0E78BC"/>
          </a:solidFill>
          <a:ln>
            <a:solidFill>
              <a:srgbClr val="0E78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3" name="Diamond 62">
            <a:extLst>
              <a:ext uri="{FF2B5EF4-FFF2-40B4-BE49-F238E27FC236}">
                <a16:creationId xmlns:a16="http://schemas.microsoft.com/office/drawing/2014/main" id="{5AB7CEBA-7AE9-6D4E-A101-7E6BF8D3FF6B}"/>
              </a:ext>
            </a:extLst>
          </p:cNvPr>
          <p:cNvSpPr/>
          <p:nvPr userDrawn="1"/>
        </p:nvSpPr>
        <p:spPr>
          <a:xfrm>
            <a:off x="8712542" y="2172563"/>
            <a:ext cx="235132" cy="235132"/>
          </a:xfrm>
          <a:prstGeom prst="diamond">
            <a:avLst/>
          </a:prstGeom>
          <a:solidFill>
            <a:srgbClr val="0E78BC"/>
          </a:solidFill>
          <a:ln>
            <a:solidFill>
              <a:srgbClr val="0E78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4" name="Diamond 63">
            <a:extLst>
              <a:ext uri="{FF2B5EF4-FFF2-40B4-BE49-F238E27FC236}">
                <a16:creationId xmlns:a16="http://schemas.microsoft.com/office/drawing/2014/main" id="{D746A7A7-FFA1-8548-B5EC-4D99685862BF}"/>
              </a:ext>
            </a:extLst>
          </p:cNvPr>
          <p:cNvSpPr/>
          <p:nvPr userDrawn="1"/>
        </p:nvSpPr>
        <p:spPr>
          <a:xfrm>
            <a:off x="8712542" y="2563311"/>
            <a:ext cx="235132" cy="235132"/>
          </a:xfrm>
          <a:prstGeom prst="diamond">
            <a:avLst/>
          </a:prstGeom>
          <a:solidFill>
            <a:srgbClr val="0E78BC"/>
          </a:solidFill>
          <a:ln>
            <a:solidFill>
              <a:srgbClr val="0E78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5" name="Diamond 64">
            <a:extLst>
              <a:ext uri="{FF2B5EF4-FFF2-40B4-BE49-F238E27FC236}">
                <a16:creationId xmlns:a16="http://schemas.microsoft.com/office/drawing/2014/main" id="{1530159C-5475-B44C-B91A-301C8D3AC273}"/>
              </a:ext>
            </a:extLst>
          </p:cNvPr>
          <p:cNvSpPr/>
          <p:nvPr userDrawn="1"/>
        </p:nvSpPr>
        <p:spPr>
          <a:xfrm>
            <a:off x="10149469" y="4819402"/>
            <a:ext cx="235132" cy="235132"/>
          </a:xfrm>
          <a:prstGeom prst="diamond">
            <a:avLst/>
          </a:prstGeom>
          <a:solidFill>
            <a:srgbClr val="8EC152"/>
          </a:solidFill>
          <a:ln>
            <a:solidFill>
              <a:srgbClr val="8EC1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Diamond 65">
            <a:extLst>
              <a:ext uri="{FF2B5EF4-FFF2-40B4-BE49-F238E27FC236}">
                <a16:creationId xmlns:a16="http://schemas.microsoft.com/office/drawing/2014/main" id="{5FEEBC1E-8D84-BB4F-BB7C-1F4C361CC97B}"/>
              </a:ext>
            </a:extLst>
          </p:cNvPr>
          <p:cNvSpPr/>
          <p:nvPr userDrawn="1"/>
        </p:nvSpPr>
        <p:spPr>
          <a:xfrm>
            <a:off x="10149469" y="5210148"/>
            <a:ext cx="235132" cy="235132"/>
          </a:xfrm>
          <a:prstGeom prst="diamond">
            <a:avLst/>
          </a:prstGeom>
          <a:solidFill>
            <a:srgbClr val="8EC152"/>
          </a:solidFill>
          <a:ln>
            <a:solidFill>
              <a:srgbClr val="8EC1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Diamond 66">
            <a:extLst>
              <a:ext uri="{FF2B5EF4-FFF2-40B4-BE49-F238E27FC236}">
                <a16:creationId xmlns:a16="http://schemas.microsoft.com/office/drawing/2014/main" id="{C6064F20-C32C-704C-BCB0-618A695E123C}"/>
              </a:ext>
            </a:extLst>
          </p:cNvPr>
          <p:cNvSpPr/>
          <p:nvPr userDrawn="1"/>
        </p:nvSpPr>
        <p:spPr>
          <a:xfrm>
            <a:off x="10149469" y="5600894"/>
            <a:ext cx="235132" cy="235132"/>
          </a:xfrm>
          <a:prstGeom prst="diamond">
            <a:avLst/>
          </a:prstGeom>
          <a:solidFill>
            <a:srgbClr val="8EC152"/>
          </a:solidFill>
          <a:ln>
            <a:solidFill>
              <a:srgbClr val="8EC1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80444D6B-80BE-6944-BA47-DF8CBCF6B283}"/>
              </a:ext>
            </a:extLst>
          </p:cNvPr>
          <p:cNvSpPr/>
          <p:nvPr userDrawn="1"/>
        </p:nvSpPr>
        <p:spPr>
          <a:xfrm>
            <a:off x="10149469" y="5991640"/>
            <a:ext cx="235132" cy="235132"/>
          </a:xfrm>
          <a:prstGeom prst="diamond">
            <a:avLst/>
          </a:prstGeom>
          <a:solidFill>
            <a:srgbClr val="8EC152"/>
          </a:solidFill>
          <a:ln>
            <a:solidFill>
              <a:srgbClr val="8EC1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0" name="Picture 129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F842A243-AAD7-2146-B28A-F6D16F45F0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  <p:sp>
        <p:nvSpPr>
          <p:cNvPr id="129" name="Text Placeholder 2">
            <a:extLst>
              <a:ext uri="{FF2B5EF4-FFF2-40B4-BE49-F238E27FC236}">
                <a16:creationId xmlns:a16="http://schemas.microsoft.com/office/drawing/2014/main" id="{F855338E-0600-428F-9446-F395C5C518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5747" y="396539"/>
            <a:ext cx="9693603" cy="627608"/>
          </a:xfrm>
        </p:spPr>
        <p:txBody>
          <a:bodyPr>
            <a:noAutofit/>
          </a:bodyPr>
          <a:lstStyle>
            <a:lvl1pPr marL="0" indent="0" algn="l">
              <a:buNone/>
              <a:defRPr sz="5000" b="1">
                <a:solidFill>
                  <a:srgbClr val="0E78BC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Six Step Journey Template</a:t>
            </a:r>
            <a:endParaRPr lang="en-ZA" dirty="0"/>
          </a:p>
        </p:txBody>
      </p:sp>
      <p:sp>
        <p:nvSpPr>
          <p:cNvPr id="132" name="Text Placeholder 4">
            <a:extLst>
              <a:ext uri="{FF2B5EF4-FFF2-40B4-BE49-F238E27FC236}">
                <a16:creationId xmlns:a16="http://schemas.microsoft.com/office/drawing/2014/main" id="{16C107B1-8A08-4A0C-998A-1B745C90D4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310083" y="4215120"/>
            <a:ext cx="1501375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004899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133" name="Text Placeholder 4">
            <a:extLst>
              <a:ext uri="{FF2B5EF4-FFF2-40B4-BE49-F238E27FC236}">
                <a16:creationId xmlns:a16="http://schemas.microsoft.com/office/drawing/2014/main" id="{7A46C2BA-7FD0-4CBD-BAFF-2454591B287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60290" y="3107820"/>
            <a:ext cx="1501375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FCC008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134" name="Text Placeholder 4">
            <a:extLst>
              <a:ext uri="{FF2B5EF4-FFF2-40B4-BE49-F238E27FC236}">
                <a16:creationId xmlns:a16="http://schemas.microsoft.com/office/drawing/2014/main" id="{47996EAF-36A9-4D14-982B-EC31F116A8D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85280" y="4208423"/>
            <a:ext cx="1501375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50535A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135" name="Text Placeholder 4">
            <a:extLst>
              <a:ext uri="{FF2B5EF4-FFF2-40B4-BE49-F238E27FC236}">
                <a16:creationId xmlns:a16="http://schemas.microsoft.com/office/drawing/2014/main" id="{AC5A60E5-9383-4EA4-8905-C4BE0DFE8D7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11645" y="4205220"/>
            <a:ext cx="1501375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197FC0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136" name="Text Placeholder 4">
            <a:extLst>
              <a:ext uri="{FF2B5EF4-FFF2-40B4-BE49-F238E27FC236}">
                <a16:creationId xmlns:a16="http://schemas.microsoft.com/office/drawing/2014/main" id="{4F78C35B-060B-4FD4-9E31-4CF7CEB5C22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672719" y="3113648"/>
            <a:ext cx="1501375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ED6A5E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137" name="Text Placeholder 4">
            <a:extLst>
              <a:ext uri="{FF2B5EF4-FFF2-40B4-BE49-F238E27FC236}">
                <a16:creationId xmlns:a16="http://schemas.microsoft.com/office/drawing/2014/main" id="{469E3FCA-8A57-4756-B747-106F83F1D8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585148" y="3119476"/>
            <a:ext cx="1501375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138" name="Text Placeholder 4">
            <a:extLst>
              <a:ext uri="{FF2B5EF4-FFF2-40B4-BE49-F238E27FC236}">
                <a16:creationId xmlns:a16="http://schemas.microsoft.com/office/drawing/2014/main" id="{69EF5D10-FA5B-4B4E-B92B-7AEBE431180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4368" y="4765963"/>
            <a:ext cx="1501375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tx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466E299-57E3-4639-969F-8C656DA9823B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071101" y="3311318"/>
            <a:ext cx="897104" cy="89710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40" name="Diamond 139">
            <a:extLst>
              <a:ext uri="{FF2B5EF4-FFF2-40B4-BE49-F238E27FC236}">
                <a16:creationId xmlns:a16="http://schemas.microsoft.com/office/drawing/2014/main" id="{06DC0BBB-0E7E-491E-A9F7-75653A5BAC40}"/>
              </a:ext>
            </a:extLst>
          </p:cNvPr>
          <p:cNvSpPr/>
          <p:nvPr userDrawn="1"/>
        </p:nvSpPr>
        <p:spPr>
          <a:xfrm>
            <a:off x="5827447" y="1431830"/>
            <a:ext cx="235132" cy="235132"/>
          </a:xfrm>
          <a:prstGeom prst="diamond">
            <a:avLst/>
          </a:prstGeom>
          <a:solidFill>
            <a:srgbClr val="50535A"/>
          </a:solidFill>
          <a:ln>
            <a:solidFill>
              <a:srgbClr val="5053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Text Placeholder 4">
            <a:extLst>
              <a:ext uri="{FF2B5EF4-FFF2-40B4-BE49-F238E27FC236}">
                <a16:creationId xmlns:a16="http://schemas.microsoft.com/office/drawing/2014/main" id="{10ACC915-4672-426D-A627-CC3B78AF03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65767" y="2602967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49" name="Text Placeholder 4">
            <a:extLst>
              <a:ext uri="{FF2B5EF4-FFF2-40B4-BE49-F238E27FC236}">
                <a16:creationId xmlns:a16="http://schemas.microsoft.com/office/drawing/2014/main" id="{13347B7D-7D62-4A95-BF23-34AFF352DF8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62652" y="2193178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50" name="Text Placeholder 4">
            <a:extLst>
              <a:ext uri="{FF2B5EF4-FFF2-40B4-BE49-F238E27FC236}">
                <a16:creationId xmlns:a16="http://schemas.microsoft.com/office/drawing/2014/main" id="{B5472A3B-0F2A-426D-A8A5-D6AC8DC762B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64051" y="1812792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51" name="Text Placeholder 4">
            <a:extLst>
              <a:ext uri="{FF2B5EF4-FFF2-40B4-BE49-F238E27FC236}">
                <a16:creationId xmlns:a16="http://schemas.microsoft.com/office/drawing/2014/main" id="{87C94E1C-F7C2-4DEC-933B-E8A20BDA152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60936" y="1403003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52" name="Text Placeholder 4">
            <a:extLst>
              <a:ext uri="{FF2B5EF4-FFF2-40B4-BE49-F238E27FC236}">
                <a16:creationId xmlns:a16="http://schemas.microsoft.com/office/drawing/2014/main" id="{A053320B-752E-414D-A11E-43344432A71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018421" y="2557128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53" name="Text Placeholder 4">
            <a:extLst>
              <a:ext uri="{FF2B5EF4-FFF2-40B4-BE49-F238E27FC236}">
                <a16:creationId xmlns:a16="http://schemas.microsoft.com/office/drawing/2014/main" id="{79F5272B-7BAE-41FD-9A9C-15E530C04F8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018420" y="2164936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54" name="Text Placeholder 4">
            <a:extLst>
              <a:ext uri="{FF2B5EF4-FFF2-40B4-BE49-F238E27FC236}">
                <a16:creationId xmlns:a16="http://schemas.microsoft.com/office/drawing/2014/main" id="{3D2DF4BE-4D32-43E0-86FB-6C08BCEEE46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23658" y="1799906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AB0674B9-7F52-4432-AA7F-F02A79D48D8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028288" y="1382891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57" name="Text Placeholder 4">
            <a:extLst>
              <a:ext uri="{FF2B5EF4-FFF2-40B4-BE49-F238E27FC236}">
                <a16:creationId xmlns:a16="http://schemas.microsoft.com/office/drawing/2014/main" id="{87FD2503-FAB1-4EFD-A141-326D8808BF4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39797" y="2582956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58" name="Text Placeholder 4">
            <a:extLst>
              <a:ext uri="{FF2B5EF4-FFF2-40B4-BE49-F238E27FC236}">
                <a16:creationId xmlns:a16="http://schemas.microsoft.com/office/drawing/2014/main" id="{EE414D6F-31A8-4406-AC7B-F466FB6BDCC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39796" y="2190764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59" name="Text Placeholder 4">
            <a:extLst>
              <a:ext uri="{FF2B5EF4-FFF2-40B4-BE49-F238E27FC236}">
                <a16:creationId xmlns:a16="http://schemas.microsoft.com/office/drawing/2014/main" id="{00525201-50BE-4723-B9C6-706AFEE40F8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45034" y="1825734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60" name="Text Placeholder 4">
            <a:extLst>
              <a:ext uri="{FF2B5EF4-FFF2-40B4-BE49-F238E27FC236}">
                <a16:creationId xmlns:a16="http://schemas.microsoft.com/office/drawing/2014/main" id="{5890928F-FC93-45B9-8F4B-4556E95CAB9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149664" y="1408719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66" name="Text Placeholder 4">
            <a:extLst>
              <a:ext uri="{FF2B5EF4-FFF2-40B4-BE49-F238E27FC236}">
                <a16:creationId xmlns:a16="http://schemas.microsoft.com/office/drawing/2014/main" id="{01D484F2-34FB-4908-869F-07DA8DBCC95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32437" y="6017017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67" name="Text Placeholder 4">
            <a:extLst>
              <a:ext uri="{FF2B5EF4-FFF2-40B4-BE49-F238E27FC236}">
                <a16:creationId xmlns:a16="http://schemas.microsoft.com/office/drawing/2014/main" id="{9AA96F79-9082-4D91-980A-5B61C67C917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4729322" y="5607228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68" name="Text Placeholder 4">
            <a:extLst>
              <a:ext uri="{FF2B5EF4-FFF2-40B4-BE49-F238E27FC236}">
                <a16:creationId xmlns:a16="http://schemas.microsoft.com/office/drawing/2014/main" id="{46AD418D-9950-47BB-9770-5EA7A0D9DA2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4730721" y="5226842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69" name="Text Placeholder 4">
            <a:extLst>
              <a:ext uri="{FF2B5EF4-FFF2-40B4-BE49-F238E27FC236}">
                <a16:creationId xmlns:a16="http://schemas.microsoft.com/office/drawing/2014/main" id="{F66B0006-21A3-4454-ABC5-B0930FABD1D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27606" y="4817053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70" name="Text Placeholder 4">
            <a:extLst>
              <a:ext uri="{FF2B5EF4-FFF2-40B4-BE49-F238E27FC236}">
                <a16:creationId xmlns:a16="http://schemas.microsoft.com/office/drawing/2014/main" id="{EE753018-2543-4C77-8219-29CBAC82E55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30845" y="6013526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34D4E89E-9CB6-43FE-A391-9CA58E56072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627730" y="5603737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72" name="Text Placeholder 4">
            <a:extLst>
              <a:ext uri="{FF2B5EF4-FFF2-40B4-BE49-F238E27FC236}">
                <a16:creationId xmlns:a16="http://schemas.microsoft.com/office/drawing/2014/main" id="{29C98D4B-752B-46C8-82B3-8591E5BDE390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629129" y="5223351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73" name="Text Placeholder 4">
            <a:extLst>
              <a:ext uri="{FF2B5EF4-FFF2-40B4-BE49-F238E27FC236}">
                <a16:creationId xmlns:a16="http://schemas.microsoft.com/office/drawing/2014/main" id="{C2E039E0-1A98-4C74-9F43-9CEAE5F4010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626014" y="4813562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74" name="Text Placeholder 4">
            <a:extLst>
              <a:ext uri="{FF2B5EF4-FFF2-40B4-BE49-F238E27FC236}">
                <a16:creationId xmlns:a16="http://schemas.microsoft.com/office/drawing/2014/main" id="{02D2B7F3-BD2F-4B6B-9C36-48E1A1406BF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498505" y="6010035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75" name="Text Placeholder 4">
            <a:extLst>
              <a:ext uri="{FF2B5EF4-FFF2-40B4-BE49-F238E27FC236}">
                <a16:creationId xmlns:a16="http://schemas.microsoft.com/office/drawing/2014/main" id="{765DD648-0095-47C1-9B20-D9404C8634C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495390" y="5600246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A6A3BCC1-DAEC-4859-921A-B53CE1285DA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496789" y="5219860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77" name="Text Placeholder 4">
            <a:extLst>
              <a:ext uri="{FF2B5EF4-FFF2-40B4-BE49-F238E27FC236}">
                <a16:creationId xmlns:a16="http://schemas.microsoft.com/office/drawing/2014/main" id="{26899D21-7AFC-4B09-86A4-CF5C7F6E8EA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0493674" y="4810071"/>
            <a:ext cx="1584421" cy="241315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A5A5A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</a:t>
            </a:r>
            <a:endParaRPr lang="en-ZA" dirty="0"/>
          </a:p>
        </p:txBody>
      </p:sp>
      <p:sp>
        <p:nvSpPr>
          <p:cNvPr id="178" name="Picture Placeholder 5">
            <a:extLst>
              <a:ext uri="{FF2B5EF4-FFF2-40B4-BE49-F238E27FC236}">
                <a16:creationId xmlns:a16="http://schemas.microsoft.com/office/drawing/2014/main" id="{DF34AB47-0117-41BB-A4A4-F2B097B47393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2922816" y="3590969"/>
            <a:ext cx="328886" cy="32888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79" name="Picture Placeholder 5">
            <a:extLst>
              <a:ext uri="{FF2B5EF4-FFF2-40B4-BE49-F238E27FC236}">
                <a16:creationId xmlns:a16="http://schemas.microsoft.com/office/drawing/2014/main" id="{291C5733-9FA4-4AE9-8390-1546399AF491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4361314" y="3603141"/>
            <a:ext cx="328886" cy="32888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80" name="Picture Placeholder 5">
            <a:extLst>
              <a:ext uri="{FF2B5EF4-FFF2-40B4-BE49-F238E27FC236}">
                <a16:creationId xmlns:a16="http://schemas.microsoft.com/office/drawing/2014/main" id="{47D64F86-EE32-40B5-8C1D-F0F758AF76A1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789459" y="3615313"/>
            <a:ext cx="328886" cy="32888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81" name="Picture Placeholder 5">
            <a:extLst>
              <a:ext uri="{FF2B5EF4-FFF2-40B4-BE49-F238E27FC236}">
                <a16:creationId xmlns:a16="http://schemas.microsoft.com/office/drawing/2014/main" id="{6B24A000-B21B-4C46-BBB1-EB3970146786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7250817" y="3617316"/>
            <a:ext cx="328886" cy="32888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82" name="Picture Placeholder 5">
            <a:extLst>
              <a:ext uri="{FF2B5EF4-FFF2-40B4-BE49-F238E27FC236}">
                <a16:creationId xmlns:a16="http://schemas.microsoft.com/office/drawing/2014/main" id="{414F1EE8-73B1-4912-B199-AF8A2B5D1BAD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8674792" y="3604794"/>
            <a:ext cx="328886" cy="32888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83" name="Picture Placeholder 5">
            <a:extLst>
              <a:ext uri="{FF2B5EF4-FFF2-40B4-BE49-F238E27FC236}">
                <a16:creationId xmlns:a16="http://schemas.microsoft.com/office/drawing/2014/main" id="{826D690A-FC80-4015-A960-59CC21BF406D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10137338" y="3617316"/>
            <a:ext cx="328886" cy="32888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7094709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ep_Template_V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DC79EE8F-12B7-4913-9B6C-25E7FDCA0E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136442-E8BB-49B6-8D3D-2ACC4BB7EAF5}"/>
              </a:ext>
            </a:extLst>
          </p:cNvPr>
          <p:cNvSpPr/>
          <p:nvPr userDrawn="1"/>
        </p:nvSpPr>
        <p:spPr>
          <a:xfrm>
            <a:off x="4670692" y="5755831"/>
            <a:ext cx="4128075" cy="1103536"/>
          </a:xfrm>
          <a:prstGeom prst="rect">
            <a:avLst/>
          </a:prstGeom>
          <a:solidFill>
            <a:srgbClr val="0932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E39A099D-2776-493E-BF76-8D263E8B53C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  <p:sp>
        <p:nvSpPr>
          <p:cNvPr id="78" name="Oval 77">
            <a:extLst>
              <a:ext uri="{FF2B5EF4-FFF2-40B4-BE49-F238E27FC236}">
                <a16:creationId xmlns:a16="http://schemas.microsoft.com/office/drawing/2014/main" id="{994D95EC-79C0-43B8-9AFD-F6D32900AC63}"/>
              </a:ext>
            </a:extLst>
          </p:cNvPr>
          <p:cNvSpPr/>
          <p:nvPr userDrawn="1"/>
        </p:nvSpPr>
        <p:spPr>
          <a:xfrm>
            <a:off x="4465198" y="2512081"/>
            <a:ext cx="2914010" cy="291400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Freeform 5">
            <a:extLst>
              <a:ext uri="{FF2B5EF4-FFF2-40B4-BE49-F238E27FC236}">
                <a16:creationId xmlns:a16="http://schemas.microsoft.com/office/drawing/2014/main" id="{5BCE5A52-6787-4297-88B2-FF88AC0862C2}"/>
              </a:ext>
            </a:extLst>
          </p:cNvPr>
          <p:cNvSpPr>
            <a:spLocks/>
          </p:cNvSpPr>
          <p:nvPr userDrawn="1"/>
        </p:nvSpPr>
        <p:spPr bwMode="auto">
          <a:xfrm>
            <a:off x="6614888" y="4333855"/>
            <a:ext cx="1104657" cy="1288333"/>
          </a:xfrm>
          <a:custGeom>
            <a:avLst/>
            <a:gdLst>
              <a:gd name="T0" fmla="*/ 0 w 941"/>
              <a:gd name="T1" fmla="*/ 896 h 1100"/>
              <a:gd name="T2" fmla="*/ 99 w 941"/>
              <a:gd name="T3" fmla="*/ 1100 h 1100"/>
              <a:gd name="T4" fmla="*/ 941 w 941"/>
              <a:gd name="T5" fmla="*/ 53 h 1100"/>
              <a:gd name="T6" fmla="*/ 720 w 941"/>
              <a:gd name="T7" fmla="*/ 0 h 1100"/>
              <a:gd name="T8" fmla="*/ 0 w 941"/>
              <a:gd name="T9" fmla="*/ 896 h 1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41" h="1100">
                <a:moveTo>
                  <a:pt x="0" y="896"/>
                </a:moveTo>
                <a:cubicBezTo>
                  <a:pt x="99" y="1100"/>
                  <a:pt x="99" y="1100"/>
                  <a:pt x="99" y="1100"/>
                </a:cubicBezTo>
                <a:cubicBezTo>
                  <a:pt x="517" y="897"/>
                  <a:pt x="831" y="514"/>
                  <a:pt x="941" y="53"/>
                </a:cubicBezTo>
                <a:cubicBezTo>
                  <a:pt x="720" y="0"/>
                  <a:pt x="720" y="0"/>
                  <a:pt x="720" y="0"/>
                </a:cubicBezTo>
                <a:cubicBezTo>
                  <a:pt x="626" y="395"/>
                  <a:pt x="357" y="722"/>
                  <a:pt x="0" y="896"/>
                </a:cubicBezTo>
                <a:close/>
              </a:path>
            </a:pathLst>
          </a:custGeom>
          <a:solidFill>
            <a:srgbClr val="0E78BC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0" name="Freeform 6">
            <a:extLst>
              <a:ext uri="{FF2B5EF4-FFF2-40B4-BE49-F238E27FC236}">
                <a16:creationId xmlns:a16="http://schemas.microsoft.com/office/drawing/2014/main" id="{970729F4-255E-4775-85D5-D0360B014B8D}"/>
              </a:ext>
            </a:extLst>
          </p:cNvPr>
          <p:cNvSpPr>
            <a:spLocks/>
          </p:cNvSpPr>
          <p:nvPr userDrawn="1"/>
        </p:nvSpPr>
        <p:spPr bwMode="auto">
          <a:xfrm>
            <a:off x="4125728" y="4319127"/>
            <a:ext cx="1128050" cy="1314324"/>
          </a:xfrm>
          <a:custGeom>
            <a:avLst/>
            <a:gdLst>
              <a:gd name="T0" fmla="*/ 221 w 961"/>
              <a:gd name="T1" fmla="*/ 0 h 1122"/>
              <a:gd name="T2" fmla="*/ 0 w 961"/>
              <a:gd name="T3" fmla="*/ 51 h 1122"/>
              <a:gd name="T4" fmla="*/ 865 w 961"/>
              <a:gd name="T5" fmla="*/ 1122 h 1122"/>
              <a:gd name="T6" fmla="*/ 961 w 961"/>
              <a:gd name="T7" fmla="*/ 917 h 1122"/>
              <a:gd name="T8" fmla="*/ 221 w 961"/>
              <a:gd name="T9" fmla="*/ 0 h 11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61" h="1122">
                <a:moveTo>
                  <a:pt x="221" y="0"/>
                </a:moveTo>
                <a:cubicBezTo>
                  <a:pt x="0" y="51"/>
                  <a:pt x="0" y="51"/>
                  <a:pt x="0" y="51"/>
                </a:cubicBezTo>
                <a:cubicBezTo>
                  <a:pt x="109" y="526"/>
                  <a:pt x="433" y="919"/>
                  <a:pt x="865" y="1122"/>
                </a:cubicBezTo>
                <a:cubicBezTo>
                  <a:pt x="961" y="917"/>
                  <a:pt x="961" y="917"/>
                  <a:pt x="961" y="917"/>
                </a:cubicBezTo>
                <a:cubicBezTo>
                  <a:pt x="592" y="743"/>
                  <a:pt x="314" y="406"/>
                  <a:pt x="221" y="0"/>
                </a:cubicBezTo>
                <a:close/>
              </a:path>
            </a:pathLst>
          </a:custGeom>
          <a:solidFill>
            <a:srgbClr val="0E78BC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1" name="Freeform 7">
            <a:extLst>
              <a:ext uri="{FF2B5EF4-FFF2-40B4-BE49-F238E27FC236}">
                <a16:creationId xmlns:a16="http://schemas.microsoft.com/office/drawing/2014/main" id="{3FDC58B3-3644-4821-9F7C-B1FA3DFD18B8}"/>
              </a:ext>
            </a:extLst>
          </p:cNvPr>
          <p:cNvSpPr>
            <a:spLocks/>
          </p:cNvSpPr>
          <p:nvPr userDrawn="1"/>
        </p:nvSpPr>
        <p:spPr bwMode="auto">
          <a:xfrm>
            <a:off x="4078943" y="2822859"/>
            <a:ext cx="608211" cy="1556049"/>
          </a:xfrm>
          <a:custGeom>
            <a:avLst/>
            <a:gdLst>
              <a:gd name="T0" fmla="*/ 227 w 518"/>
              <a:gd name="T1" fmla="*/ 977 h 1329"/>
              <a:gd name="T2" fmla="*/ 518 w 518"/>
              <a:gd name="T3" fmla="*/ 141 h 1329"/>
              <a:gd name="T4" fmla="*/ 341 w 518"/>
              <a:gd name="T5" fmla="*/ 0 h 1329"/>
              <a:gd name="T6" fmla="*/ 0 w 518"/>
              <a:gd name="T7" fmla="*/ 977 h 1329"/>
              <a:gd name="T8" fmla="*/ 40 w 518"/>
              <a:gd name="T9" fmla="*/ 1329 h 1329"/>
              <a:gd name="T10" fmla="*/ 261 w 518"/>
              <a:gd name="T11" fmla="*/ 1278 h 1329"/>
              <a:gd name="T12" fmla="*/ 227 w 518"/>
              <a:gd name="T13" fmla="*/ 977 h 13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18" h="1329">
                <a:moveTo>
                  <a:pt x="227" y="977"/>
                </a:moveTo>
                <a:cubicBezTo>
                  <a:pt x="227" y="661"/>
                  <a:pt x="336" y="371"/>
                  <a:pt x="518" y="141"/>
                </a:cubicBezTo>
                <a:cubicBezTo>
                  <a:pt x="341" y="0"/>
                  <a:pt x="341" y="0"/>
                  <a:pt x="341" y="0"/>
                </a:cubicBezTo>
                <a:cubicBezTo>
                  <a:pt x="128" y="268"/>
                  <a:pt x="0" y="607"/>
                  <a:pt x="0" y="977"/>
                </a:cubicBezTo>
                <a:cubicBezTo>
                  <a:pt x="0" y="1098"/>
                  <a:pt x="14" y="1216"/>
                  <a:pt x="40" y="1329"/>
                </a:cubicBezTo>
                <a:cubicBezTo>
                  <a:pt x="261" y="1278"/>
                  <a:pt x="261" y="1278"/>
                  <a:pt x="261" y="1278"/>
                </a:cubicBezTo>
                <a:cubicBezTo>
                  <a:pt x="238" y="1181"/>
                  <a:pt x="227" y="1080"/>
                  <a:pt x="227" y="977"/>
                </a:cubicBezTo>
                <a:close/>
              </a:path>
            </a:pathLst>
          </a:custGeom>
          <a:solidFill>
            <a:srgbClr val="0E78BC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2" name="Freeform 8">
            <a:extLst>
              <a:ext uri="{FF2B5EF4-FFF2-40B4-BE49-F238E27FC236}">
                <a16:creationId xmlns:a16="http://schemas.microsoft.com/office/drawing/2014/main" id="{7988AC20-BBE3-4175-B969-31A42DA203E1}"/>
              </a:ext>
            </a:extLst>
          </p:cNvPr>
          <p:cNvSpPr>
            <a:spLocks/>
          </p:cNvSpPr>
          <p:nvPr userDrawn="1"/>
        </p:nvSpPr>
        <p:spPr bwMode="auto">
          <a:xfrm>
            <a:off x="5141145" y="5383063"/>
            <a:ext cx="1589840" cy="423668"/>
          </a:xfrm>
          <a:custGeom>
            <a:avLst/>
            <a:gdLst>
              <a:gd name="T0" fmla="*/ 667 w 1354"/>
              <a:gd name="T1" fmla="*/ 136 h 362"/>
              <a:gd name="T2" fmla="*/ 96 w 1354"/>
              <a:gd name="T3" fmla="*/ 9 h 362"/>
              <a:gd name="T4" fmla="*/ 0 w 1354"/>
              <a:gd name="T5" fmla="*/ 214 h 362"/>
              <a:gd name="T6" fmla="*/ 667 w 1354"/>
              <a:gd name="T7" fmla="*/ 362 h 362"/>
              <a:gd name="T8" fmla="*/ 1354 w 1354"/>
              <a:gd name="T9" fmla="*/ 204 h 362"/>
              <a:gd name="T10" fmla="*/ 1255 w 1354"/>
              <a:gd name="T11" fmla="*/ 0 h 362"/>
              <a:gd name="T12" fmla="*/ 667 w 1354"/>
              <a:gd name="T13" fmla="*/ 136 h 3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54" h="362">
                <a:moveTo>
                  <a:pt x="667" y="136"/>
                </a:moveTo>
                <a:cubicBezTo>
                  <a:pt x="463" y="136"/>
                  <a:pt x="270" y="90"/>
                  <a:pt x="96" y="9"/>
                </a:cubicBezTo>
                <a:cubicBezTo>
                  <a:pt x="0" y="214"/>
                  <a:pt x="0" y="214"/>
                  <a:pt x="0" y="214"/>
                </a:cubicBezTo>
                <a:cubicBezTo>
                  <a:pt x="202" y="309"/>
                  <a:pt x="428" y="362"/>
                  <a:pt x="667" y="362"/>
                </a:cubicBezTo>
                <a:cubicBezTo>
                  <a:pt x="913" y="362"/>
                  <a:pt x="1147" y="305"/>
                  <a:pt x="1354" y="204"/>
                </a:cubicBezTo>
                <a:cubicBezTo>
                  <a:pt x="1255" y="0"/>
                  <a:pt x="1255" y="0"/>
                  <a:pt x="1255" y="0"/>
                </a:cubicBezTo>
                <a:cubicBezTo>
                  <a:pt x="1077" y="87"/>
                  <a:pt x="878" y="136"/>
                  <a:pt x="667" y="136"/>
                </a:cubicBezTo>
                <a:close/>
              </a:path>
            </a:pathLst>
          </a:custGeom>
          <a:solidFill>
            <a:srgbClr val="0E78BC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3" name="Freeform 9">
            <a:extLst>
              <a:ext uri="{FF2B5EF4-FFF2-40B4-BE49-F238E27FC236}">
                <a16:creationId xmlns:a16="http://schemas.microsoft.com/office/drawing/2014/main" id="{3E00C49F-6C96-4C3A-BF42-F0E334E3E157}"/>
              </a:ext>
            </a:extLst>
          </p:cNvPr>
          <p:cNvSpPr>
            <a:spLocks/>
          </p:cNvSpPr>
          <p:nvPr userDrawn="1"/>
        </p:nvSpPr>
        <p:spPr bwMode="auto">
          <a:xfrm>
            <a:off x="7168516" y="2833256"/>
            <a:ext cx="601280" cy="1562114"/>
          </a:xfrm>
          <a:custGeom>
            <a:avLst/>
            <a:gdLst>
              <a:gd name="T0" fmla="*/ 178 w 512"/>
              <a:gd name="T1" fmla="*/ 0 h 1334"/>
              <a:gd name="T2" fmla="*/ 0 w 512"/>
              <a:gd name="T3" fmla="*/ 140 h 1334"/>
              <a:gd name="T4" fmla="*/ 285 w 512"/>
              <a:gd name="T5" fmla="*/ 968 h 1334"/>
              <a:gd name="T6" fmla="*/ 248 w 512"/>
              <a:gd name="T7" fmla="*/ 1281 h 1334"/>
              <a:gd name="T8" fmla="*/ 469 w 512"/>
              <a:gd name="T9" fmla="*/ 1334 h 1334"/>
              <a:gd name="T10" fmla="*/ 512 w 512"/>
              <a:gd name="T11" fmla="*/ 968 h 1334"/>
              <a:gd name="T12" fmla="*/ 178 w 512"/>
              <a:gd name="T13" fmla="*/ 0 h 1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12" h="1334">
                <a:moveTo>
                  <a:pt x="178" y="0"/>
                </a:moveTo>
                <a:cubicBezTo>
                  <a:pt x="0" y="140"/>
                  <a:pt x="0" y="140"/>
                  <a:pt x="0" y="140"/>
                </a:cubicBezTo>
                <a:cubicBezTo>
                  <a:pt x="178" y="368"/>
                  <a:pt x="285" y="656"/>
                  <a:pt x="285" y="968"/>
                </a:cubicBezTo>
                <a:cubicBezTo>
                  <a:pt x="285" y="1075"/>
                  <a:pt x="272" y="1180"/>
                  <a:pt x="248" y="1281"/>
                </a:cubicBezTo>
                <a:cubicBezTo>
                  <a:pt x="469" y="1334"/>
                  <a:pt x="469" y="1334"/>
                  <a:pt x="469" y="1334"/>
                </a:cubicBezTo>
                <a:cubicBezTo>
                  <a:pt x="497" y="1216"/>
                  <a:pt x="512" y="1094"/>
                  <a:pt x="512" y="968"/>
                </a:cubicBezTo>
                <a:cubicBezTo>
                  <a:pt x="512" y="603"/>
                  <a:pt x="387" y="267"/>
                  <a:pt x="178" y="0"/>
                </a:cubicBezTo>
                <a:close/>
              </a:path>
            </a:pathLst>
          </a:custGeom>
          <a:solidFill>
            <a:srgbClr val="0E78BC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4" name="Freeform 10">
            <a:extLst>
              <a:ext uri="{FF2B5EF4-FFF2-40B4-BE49-F238E27FC236}">
                <a16:creationId xmlns:a16="http://schemas.microsoft.com/office/drawing/2014/main" id="{3392567D-C66E-4983-A028-0C1EB7A9BBD1}"/>
              </a:ext>
            </a:extLst>
          </p:cNvPr>
          <p:cNvSpPr>
            <a:spLocks/>
          </p:cNvSpPr>
          <p:nvPr userDrawn="1"/>
        </p:nvSpPr>
        <p:spPr bwMode="auto">
          <a:xfrm>
            <a:off x="5926969" y="2125410"/>
            <a:ext cx="1451216" cy="871595"/>
          </a:xfrm>
          <a:custGeom>
            <a:avLst/>
            <a:gdLst>
              <a:gd name="T0" fmla="*/ 1058 w 1236"/>
              <a:gd name="T1" fmla="*/ 744 h 744"/>
              <a:gd name="T2" fmla="*/ 1236 w 1236"/>
              <a:gd name="T3" fmla="*/ 604 h 744"/>
              <a:gd name="T4" fmla="*/ 0 w 1236"/>
              <a:gd name="T5" fmla="*/ 0 h 744"/>
              <a:gd name="T6" fmla="*/ 0 w 1236"/>
              <a:gd name="T7" fmla="*/ 226 h 744"/>
              <a:gd name="T8" fmla="*/ 1058 w 1236"/>
              <a:gd name="T9" fmla="*/ 74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6" h="744">
                <a:moveTo>
                  <a:pt x="1058" y="744"/>
                </a:moveTo>
                <a:cubicBezTo>
                  <a:pt x="1236" y="604"/>
                  <a:pt x="1236" y="604"/>
                  <a:pt x="1236" y="604"/>
                </a:cubicBezTo>
                <a:cubicBezTo>
                  <a:pt x="949" y="237"/>
                  <a:pt x="502" y="1"/>
                  <a:pt x="0" y="0"/>
                </a:cubicBezTo>
                <a:cubicBezTo>
                  <a:pt x="0" y="226"/>
                  <a:pt x="0" y="226"/>
                  <a:pt x="0" y="226"/>
                </a:cubicBezTo>
                <a:cubicBezTo>
                  <a:pt x="429" y="227"/>
                  <a:pt x="811" y="429"/>
                  <a:pt x="1058" y="744"/>
                </a:cubicBezTo>
                <a:close/>
              </a:path>
            </a:pathLst>
          </a:custGeom>
          <a:solidFill>
            <a:srgbClr val="0E78BC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5" name="Freeform 11">
            <a:extLst>
              <a:ext uri="{FF2B5EF4-FFF2-40B4-BE49-F238E27FC236}">
                <a16:creationId xmlns:a16="http://schemas.microsoft.com/office/drawing/2014/main" id="{91E871C2-578E-487C-BFDC-81A6DA81E82D}"/>
              </a:ext>
            </a:extLst>
          </p:cNvPr>
          <p:cNvSpPr>
            <a:spLocks/>
          </p:cNvSpPr>
          <p:nvPr userDrawn="1"/>
        </p:nvSpPr>
        <p:spPr bwMode="auto">
          <a:xfrm>
            <a:off x="4479218" y="2125410"/>
            <a:ext cx="1447750" cy="862065"/>
          </a:xfrm>
          <a:custGeom>
            <a:avLst/>
            <a:gdLst>
              <a:gd name="T0" fmla="*/ 1231 w 1233"/>
              <a:gd name="T1" fmla="*/ 226 h 736"/>
              <a:gd name="T2" fmla="*/ 1233 w 1233"/>
              <a:gd name="T3" fmla="*/ 226 h 736"/>
              <a:gd name="T4" fmla="*/ 1233 w 1233"/>
              <a:gd name="T5" fmla="*/ 0 h 736"/>
              <a:gd name="T6" fmla="*/ 1231 w 1233"/>
              <a:gd name="T7" fmla="*/ 0 h 736"/>
              <a:gd name="T8" fmla="*/ 0 w 1233"/>
              <a:gd name="T9" fmla="*/ 595 h 736"/>
              <a:gd name="T10" fmla="*/ 177 w 1233"/>
              <a:gd name="T11" fmla="*/ 736 h 736"/>
              <a:gd name="T12" fmla="*/ 1231 w 1233"/>
              <a:gd name="T13" fmla="*/ 226 h 7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33" h="736">
                <a:moveTo>
                  <a:pt x="1231" y="226"/>
                </a:moveTo>
                <a:cubicBezTo>
                  <a:pt x="1232" y="226"/>
                  <a:pt x="1232" y="226"/>
                  <a:pt x="1233" y="226"/>
                </a:cubicBezTo>
                <a:cubicBezTo>
                  <a:pt x="1233" y="0"/>
                  <a:pt x="1233" y="0"/>
                  <a:pt x="1233" y="0"/>
                </a:cubicBezTo>
                <a:cubicBezTo>
                  <a:pt x="1232" y="0"/>
                  <a:pt x="1232" y="0"/>
                  <a:pt x="1231" y="0"/>
                </a:cubicBezTo>
                <a:cubicBezTo>
                  <a:pt x="732" y="0"/>
                  <a:pt x="288" y="232"/>
                  <a:pt x="0" y="595"/>
                </a:cubicBezTo>
                <a:cubicBezTo>
                  <a:pt x="177" y="736"/>
                  <a:pt x="177" y="736"/>
                  <a:pt x="177" y="736"/>
                </a:cubicBezTo>
                <a:cubicBezTo>
                  <a:pt x="424" y="426"/>
                  <a:pt x="805" y="226"/>
                  <a:pt x="1231" y="226"/>
                </a:cubicBezTo>
                <a:close/>
              </a:path>
            </a:pathLst>
          </a:custGeom>
          <a:solidFill>
            <a:srgbClr val="0E78BC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6" name="Freeform 12">
            <a:extLst>
              <a:ext uri="{FF2B5EF4-FFF2-40B4-BE49-F238E27FC236}">
                <a16:creationId xmlns:a16="http://schemas.microsoft.com/office/drawing/2014/main" id="{724DF168-6CCB-4462-954E-532616F0FBD5}"/>
              </a:ext>
            </a:extLst>
          </p:cNvPr>
          <p:cNvSpPr>
            <a:spLocks/>
          </p:cNvSpPr>
          <p:nvPr userDrawn="1"/>
        </p:nvSpPr>
        <p:spPr bwMode="auto">
          <a:xfrm>
            <a:off x="6526515" y="4286204"/>
            <a:ext cx="933111" cy="1096858"/>
          </a:xfrm>
          <a:custGeom>
            <a:avLst/>
            <a:gdLst>
              <a:gd name="T0" fmla="*/ 0 w 795"/>
              <a:gd name="T1" fmla="*/ 783 h 936"/>
              <a:gd name="T2" fmla="*/ 75 w 795"/>
              <a:gd name="T3" fmla="*/ 936 h 936"/>
              <a:gd name="T4" fmla="*/ 795 w 795"/>
              <a:gd name="T5" fmla="*/ 40 h 936"/>
              <a:gd name="T6" fmla="*/ 629 w 795"/>
              <a:gd name="T7" fmla="*/ 0 h 936"/>
              <a:gd name="T8" fmla="*/ 0 w 795"/>
              <a:gd name="T9" fmla="*/ 783 h 9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95" h="936">
                <a:moveTo>
                  <a:pt x="0" y="783"/>
                </a:moveTo>
                <a:cubicBezTo>
                  <a:pt x="75" y="936"/>
                  <a:pt x="75" y="936"/>
                  <a:pt x="75" y="936"/>
                </a:cubicBezTo>
                <a:cubicBezTo>
                  <a:pt x="432" y="762"/>
                  <a:pt x="701" y="435"/>
                  <a:pt x="795" y="40"/>
                </a:cubicBezTo>
                <a:cubicBezTo>
                  <a:pt x="629" y="0"/>
                  <a:pt x="629" y="0"/>
                  <a:pt x="629" y="0"/>
                </a:cubicBezTo>
                <a:cubicBezTo>
                  <a:pt x="547" y="345"/>
                  <a:pt x="312" y="631"/>
                  <a:pt x="0" y="783"/>
                </a:cubicBezTo>
                <a:close/>
              </a:path>
            </a:pathLst>
          </a:custGeom>
          <a:solidFill>
            <a:srgbClr val="18326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7" name="Freeform 13">
            <a:extLst>
              <a:ext uri="{FF2B5EF4-FFF2-40B4-BE49-F238E27FC236}">
                <a16:creationId xmlns:a16="http://schemas.microsoft.com/office/drawing/2014/main" id="{564E24E7-824E-438C-8CF6-755AA8D3B1C6}"/>
              </a:ext>
            </a:extLst>
          </p:cNvPr>
          <p:cNvSpPr>
            <a:spLocks/>
          </p:cNvSpPr>
          <p:nvPr userDrawn="1"/>
        </p:nvSpPr>
        <p:spPr bwMode="auto">
          <a:xfrm>
            <a:off x="4385647" y="4274940"/>
            <a:ext cx="953904" cy="1118519"/>
          </a:xfrm>
          <a:custGeom>
            <a:avLst/>
            <a:gdLst>
              <a:gd name="T0" fmla="*/ 166 w 813"/>
              <a:gd name="T1" fmla="*/ 0 h 955"/>
              <a:gd name="T2" fmla="*/ 0 w 813"/>
              <a:gd name="T3" fmla="*/ 38 h 955"/>
              <a:gd name="T4" fmla="*/ 740 w 813"/>
              <a:gd name="T5" fmla="*/ 955 h 955"/>
              <a:gd name="T6" fmla="*/ 813 w 813"/>
              <a:gd name="T7" fmla="*/ 800 h 955"/>
              <a:gd name="T8" fmla="*/ 166 w 813"/>
              <a:gd name="T9" fmla="*/ 0 h 9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13" h="955">
                <a:moveTo>
                  <a:pt x="166" y="0"/>
                </a:moveTo>
                <a:cubicBezTo>
                  <a:pt x="0" y="38"/>
                  <a:pt x="0" y="38"/>
                  <a:pt x="0" y="38"/>
                </a:cubicBezTo>
                <a:cubicBezTo>
                  <a:pt x="93" y="444"/>
                  <a:pt x="371" y="781"/>
                  <a:pt x="740" y="955"/>
                </a:cubicBezTo>
                <a:cubicBezTo>
                  <a:pt x="813" y="800"/>
                  <a:pt x="813" y="800"/>
                  <a:pt x="813" y="800"/>
                </a:cubicBezTo>
                <a:cubicBezTo>
                  <a:pt x="490" y="649"/>
                  <a:pt x="248" y="355"/>
                  <a:pt x="166" y="0"/>
                </a:cubicBezTo>
                <a:close/>
              </a:path>
            </a:pathLst>
          </a:custGeom>
          <a:solidFill>
            <a:srgbClr val="18326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8" name="Freeform 14">
            <a:extLst>
              <a:ext uri="{FF2B5EF4-FFF2-40B4-BE49-F238E27FC236}">
                <a16:creationId xmlns:a16="http://schemas.microsoft.com/office/drawing/2014/main" id="{9F34D8DA-9DCE-4949-B5B4-9D623AEFF2F1}"/>
              </a:ext>
            </a:extLst>
          </p:cNvPr>
          <p:cNvSpPr>
            <a:spLocks/>
          </p:cNvSpPr>
          <p:nvPr userDrawn="1"/>
        </p:nvSpPr>
        <p:spPr bwMode="auto">
          <a:xfrm>
            <a:off x="4345793" y="2987475"/>
            <a:ext cx="499045" cy="1331653"/>
          </a:xfrm>
          <a:custGeom>
            <a:avLst/>
            <a:gdLst>
              <a:gd name="T0" fmla="*/ 171 w 425"/>
              <a:gd name="T1" fmla="*/ 836 h 1137"/>
              <a:gd name="T2" fmla="*/ 425 w 425"/>
              <a:gd name="T3" fmla="*/ 106 h 1137"/>
              <a:gd name="T4" fmla="*/ 291 w 425"/>
              <a:gd name="T5" fmla="*/ 0 h 1137"/>
              <a:gd name="T6" fmla="*/ 0 w 425"/>
              <a:gd name="T7" fmla="*/ 836 h 1137"/>
              <a:gd name="T8" fmla="*/ 34 w 425"/>
              <a:gd name="T9" fmla="*/ 1137 h 1137"/>
              <a:gd name="T10" fmla="*/ 200 w 425"/>
              <a:gd name="T11" fmla="*/ 1099 h 1137"/>
              <a:gd name="T12" fmla="*/ 171 w 425"/>
              <a:gd name="T13" fmla="*/ 836 h 11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5" h="1137">
                <a:moveTo>
                  <a:pt x="171" y="836"/>
                </a:moveTo>
                <a:cubicBezTo>
                  <a:pt x="171" y="560"/>
                  <a:pt x="266" y="306"/>
                  <a:pt x="425" y="106"/>
                </a:cubicBezTo>
                <a:cubicBezTo>
                  <a:pt x="291" y="0"/>
                  <a:pt x="291" y="0"/>
                  <a:pt x="291" y="0"/>
                </a:cubicBezTo>
                <a:cubicBezTo>
                  <a:pt x="109" y="230"/>
                  <a:pt x="0" y="520"/>
                  <a:pt x="0" y="836"/>
                </a:cubicBezTo>
                <a:cubicBezTo>
                  <a:pt x="0" y="939"/>
                  <a:pt x="11" y="1040"/>
                  <a:pt x="34" y="1137"/>
                </a:cubicBezTo>
                <a:cubicBezTo>
                  <a:pt x="200" y="1099"/>
                  <a:pt x="200" y="1099"/>
                  <a:pt x="200" y="1099"/>
                </a:cubicBezTo>
                <a:cubicBezTo>
                  <a:pt x="181" y="1014"/>
                  <a:pt x="171" y="926"/>
                  <a:pt x="171" y="836"/>
                </a:cubicBezTo>
                <a:close/>
              </a:path>
            </a:pathLst>
          </a:custGeom>
          <a:solidFill>
            <a:srgbClr val="18326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9" name="Freeform 15">
            <a:extLst>
              <a:ext uri="{FF2B5EF4-FFF2-40B4-BE49-F238E27FC236}">
                <a16:creationId xmlns:a16="http://schemas.microsoft.com/office/drawing/2014/main" id="{9C834233-3B79-45C0-9236-BAF1E7CF225B}"/>
              </a:ext>
            </a:extLst>
          </p:cNvPr>
          <p:cNvSpPr>
            <a:spLocks/>
          </p:cNvSpPr>
          <p:nvPr userDrawn="1"/>
        </p:nvSpPr>
        <p:spPr bwMode="auto">
          <a:xfrm>
            <a:off x="5253777" y="5203718"/>
            <a:ext cx="1361111" cy="338761"/>
          </a:xfrm>
          <a:custGeom>
            <a:avLst/>
            <a:gdLst>
              <a:gd name="T0" fmla="*/ 571 w 1159"/>
              <a:gd name="T1" fmla="*/ 118 h 289"/>
              <a:gd name="T2" fmla="*/ 73 w 1159"/>
              <a:gd name="T3" fmla="*/ 7 h 289"/>
              <a:gd name="T4" fmla="*/ 0 w 1159"/>
              <a:gd name="T5" fmla="*/ 162 h 289"/>
              <a:gd name="T6" fmla="*/ 571 w 1159"/>
              <a:gd name="T7" fmla="*/ 289 h 289"/>
              <a:gd name="T8" fmla="*/ 1159 w 1159"/>
              <a:gd name="T9" fmla="*/ 153 h 289"/>
              <a:gd name="T10" fmla="*/ 1084 w 1159"/>
              <a:gd name="T11" fmla="*/ 0 h 289"/>
              <a:gd name="T12" fmla="*/ 571 w 1159"/>
              <a:gd name="T13" fmla="*/ 118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159" h="289">
                <a:moveTo>
                  <a:pt x="571" y="118"/>
                </a:moveTo>
                <a:cubicBezTo>
                  <a:pt x="393" y="118"/>
                  <a:pt x="224" y="78"/>
                  <a:pt x="73" y="7"/>
                </a:cubicBezTo>
                <a:cubicBezTo>
                  <a:pt x="0" y="162"/>
                  <a:pt x="0" y="162"/>
                  <a:pt x="0" y="162"/>
                </a:cubicBezTo>
                <a:cubicBezTo>
                  <a:pt x="174" y="243"/>
                  <a:pt x="367" y="289"/>
                  <a:pt x="571" y="289"/>
                </a:cubicBezTo>
                <a:cubicBezTo>
                  <a:pt x="782" y="289"/>
                  <a:pt x="981" y="240"/>
                  <a:pt x="1159" y="153"/>
                </a:cubicBezTo>
                <a:cubicBezTo>
                  <a:pt x="1084" y="0"/>
                  <a:pt x="1084" y="0"/>
                  <a:pt x="1084" y="0"/>
                </a:cubicBezTo>
                <a:cubicBezTo>
                  <a:pt x="929" y="75"/>
                  <a:pt x="755" y="118"/>
                  <a:pt x="571" y="118"/>
                </a:cubicBezTo>
                <a:close/>
              </a:path>
            </a:pathLst>
          </a:custGeom>
          <a:solidFill>
            <a:srgbClr val="18326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0" name="Freeform 16">
            <a:extLst>
              <a:ext uri="{FF2B5EF4-FFF2-40B4-BE49-F238E27FC236}">
                <a16:creationId xmlns:a16="http://schemas.microsoft.com/office/drawing/2014/main" id="{B993994B-A20F-44A8-A23D-E97AFA0ED4DD}"/>
              </a:ext>
            </a:extLst>
          </p:cNvPr>
          <p:cNvSpPr>
            <a:spLocks/>
          </p:cNvSpPr>
          <p:nvPr userDrawn="1"/>
        </p:nvSpPr>
        <p:spPr bwMode="auto">
          <a:xfrm>
            <a:off x="7009966" y="2997005"/>
            <a:ext cx="493846" cy="1336851"/>
          </a:xfrm>
          <a:custGeom>
            <a:avLst/>
            <a:gdLst>
              <a:gd name="T0" fmla="*/ 249 w 420"/>
              <a:gd name="T1" fmla="*/ 828 h 1141"/>
              <a:gd name="T2" fmla="*/ 217 w 420"/>
              <a:gd name="T3" fmla="*/ 1101 h 1141"/>
              <a:gd name="T4" fmla="*/ 383 w 420"/>
              <a:gd name="T5" fmla="*/ 1141 h 1141"/>
              <a:gd name="T6" fmla="*/ 420 w 420"/>
              <a:gd name="T7" fmla="*/ 828 h 1141"/>
              <a:gd name="T8" fmla="*/ 135 w 420"/>
              <a:gd name="T9" fmla="*/ 0 h 1141"/>
              <a:gd name="T10" fmla="*/ 0 w 420"/>
              <a:gd name="T11" fmla="*/ 105 h 1141"/>
              <a:gd name="T12" fmla="*/ 249 w 420"/>
              <a:gd name="T13" fmla="*/ 828 h 1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20" h="1141">
                <a:moveTo>
                  <a:pt x="249" y="828"/>
                </a:moveTo>
                <a:cubicBezTo>
                  <a:pt x="249" y="922"/>
                  <a:pt x="238" y="1013"/>
                  <a:pt x="217" y="1101"/>
                </a:cubicBezTo>
                <a:cubicBezTo>
                  <a:pt x="383" y="1141"/>
                  <a:pt x="383" y="1141"/>
                  <a:pt x="383" y="1141"/>
                </a:cubicBezTo>
                <a:cubicBezTo>
                  <a:pt x="407" y="1040"/>
                  <a:pt x="420" y="935"/>
                  <a:pt x="420" y="828"/>
                </a:cubicBezTo>
                <a:cubicBezTo>
                  <a:pt x="420" y="516"/>
                  <a:pt x="313" y="228"/>
                  <a:pt x="135" y="0"/>
                </a:cubicBezTo>
                <a:cubicBezTo>
                  <a:pt x="0" y="105"/>
                  <a:pt x="0" y="105"/>
                  <a:pt x="0" y="105"/>
                </a:cubicBezTo>
                <a:cubicBezTo>
                  <a:pt x="156" y="304"/>
                  <a:pt x="249" y="555"/>
                  <a:pt x="249" y="828"/>
                </a:cubicBezTo>
                <a:close/>
              </a:path>
            </a:pathLst>
          </a:custGeom>
          <a:solidFill>
            <a:srgbClr val="18326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1" name="Freeform 17">
            <a:extLst>
              <a:ext uri="{FF2B5EF4-FFF2-40B4-BE49-F238E27FC236}">
                <a16:creationId xmlns:a16="http://schemas.microsoft.com/office/drawing/2014/main" id="{2F07E530-3F6A-4574-A680-CE9F56F0737B}"/>
              </a:ext>
            </a:extLst>
          </p:cNvPr>
          <p:cNvSpPr>
            <a:spLocks/>
          </p:cNvSpPr>
          <p:nvPr userDrawn="1"/>
        </p:nvSpPr>
        <p:spPr bwMode="auto">
          <a:xfrm>
            <a:off x="5926969" y="2390528"/>
            <a:ext cx="1241548" cy="729507"/>
          </a:xfrm>
          <a:custGeom>
            <a:avLst/>
            <a:gdLst>
              <a:gd name="T0" fmla="*/ 0 w 1058"/>
              <a:gd name="T1" fmla="*/ 0 h 623"/>
              <a:gd name="T2" fmla="*/ 0 w 1058"/>
              <a:gd name="T3" fmla="*/ 171 h 623"/>
              <a:gd name="T4" fmla="*/ 923 w 1058"/>
              <a:gd name="T5" fmla="*/ 623 h 623"/>
              <a:gd name="T6" fmla="*/ 1058 w 1058"/>
              <a:gd name="T7" fmla="*/ 518 h 623"/>
              <a:gd name="T8" fmla="*/ 0 w 1058"/>
              <a:gd name="T9" fmla="*/ 0 h 6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58" h="623">
                <a:moveTo>
                  <a:pt x="0" y="0"/>
                </a:moveTo>
                <a:cubicBezTo>
                  <a:pt x="0" y="171"/>
                  <a:pt x="0" y="171"/>
                  <a:pt x="0" y="171"/>
                </a:cubicBezTo>
                <a:cubicBezTo>
                  <a:pt x="375" y="172"/>
                  <a:pt x="709" y="348"/>
                  <a:pt x="923" y="623"/>
                </a:cubicBezTo>
                <a:cubicBezTo>
                  <a:pt x="1058" y="518"/>
                  <a:pt x="1058" y="518"/>
                  <a:pt x="1058" y="518"/>
                </a:cubicBezTo>
                <a:cubicBezTo>
                  <a:pt x="811" y="203"/>
                  <a:pt x="429" y="1"/>
                  <a:pt x="0" y="0"/>
                </a:cubicBezTo>
                <a:close/>
              </a:path>
            </a:pathLst>
          </a:custGeom>
          <a:solidFill>
            <a:srgbClr val="18326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Freeform 18">
            <a:extLst>
              <a:ext uri="{FF2B5EF4-FFF2-40B4-BE49-F238E27FC236}">
                <a16:creationId xmlns:a16="http://schemas.microsoft.com/office/drawing/2014/main" id="{E4E555D2-101D-4608-A96F-7738DACA70CB}"/>
              </a:ext>
            </a:extLst>
          </p:cNvPr>
          <p:cNvSpPr>
            <a:spLocks/>
          </p:cNvSpPr>
          <p:nvPr userDrawn="1"/>
        </p:nvSpPr>
        <p:spPr bwMode="auto">
          <a:xfrm>
            <a:off x="4687153" y="2390528"/>
            <a:ext cx="1239816" cy="721709"/>
          </a:xfrm>
          <a:custGeom>
            <a:avLst/>
            <a:gdLst>
              <a:gd name="T0" fmla="*/ 1054 w 1056"/>
              <a:gd name="T1" fmla="*/ 171 h 616"/>
              <a:gd name="T2" fmla="*/ 1056 w 1056"/>
              <a:gd name="T3" fmla="*/ 171 h 616"/>
              <a:gd name="T4" fmla="*/ 1056 w 1056"/>
              <a:gd name="T5" fmla="*/ 0 h 616"/>
              <a:gd name="T6" fmla="*/ 1054 w 1056"/>
              <a:gd name="T7" fmla="*/ 0 h 616"/>
              <a:gd name="T8" fmla="*/ 0 w 1056"/>
              <a:gd name="T9" fmla="*/ 510 h 616"/>
              <a:gd name="T10" fmla="*/ 134 w 1056"/>
              <a:gd name="T11" fmla="*/ 616 h 616"/>
              <a:gd name="T12" fmla="*/ 1054 w 1056"/>
              <a:gd name="T13" fmla="*/ 171 h 6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56" h="616">
                <a:moveTo>
                  <a:pt x="1054" y="171"/>
                </a:moveTo>
                <a:cubicBezTo>
                  <a:pt x="1054" y="171"/>
                  <a:pt x="1055" y="171"/>
                  <a:pt x="1056" y="171"/>
                </a:cubicBezTo>
                <a:cubicBezTo>
                  <a:pt x="1056" y="0"/>
                  <a:pt x="1056" y="0"/>
                  <a:pt x="1056" y="0"/>
                </a:cubicBezTo>
                <a:cubicBezTo>
                  <a:pt x="1055" y="0"/>
                  <a:pt x="1055" y="0"/>
                  <a:pt x="1054" y="0"/>
                </a:cubicBezTo>
                <a:cubicBezTo>
                  <a:pt x="628" y="0"/>
                  <a:pt x="247" y="200"/>
                  <a:pt x="0" y="510"/>
                </a:cubicBezTo>
                <a:cubicBezTo>
                  <a:pt x="134" y="616"/>
                  <a:pt x="134" y="616"/>
                  <a:pt x="134" y="616"/>
                </a:cubicBezTo>
                <a:cubicBezTo>
                  <a:pt x="349" y="345"/>
                  <a:pt x="681" y="171"/>
                  <a:pt x="1054" y="171"/>
                </a:cubicBezTo>
                <a:close/>
              </a:path>
            </a:pathLst>
          </a:custGeom>
          <a:solidFill>
            <a:srgbClr val="183264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Freeform 26">
            <a:extLst>
              <a:ext uri="{FF2B5EF4-FFF2-40B4-BE49-F238E27FC236}">
                <a16:creationId xmlns:a16="http://schemas.microsoft.com/office/drawing/2014/main" id="{B5A6FA63-F818-44B9-8F42-8AA1551E090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127284" y="3170284"/>
            <a:ext cx="1594172" cy="1591572"/>
          </a:xfrm>
          <a:custGeom>
            <a:avLst/>
            <a:gdLst>
              <a:gd name="T0" fmla="*/ 679 w 1358"/>
              <a:gd name="T1" fmla="*/ 1359 h 1359"/>
              <a:gd name="T2" fmla="*/ 0 w 1358"/>
              <a:gd name="T3" fmla="*/ 680 h 1359"/>
              <a:gd name="T4" fmla="*/ 679 w 1358"/>
              <a:gd name="T5" fmla="*/ 0 h 1359"/>
              <a:gd name="T6" fmla="*/ 1358 w 1358"/>
              <a:gd name="T7" fmla="*/ 680 h 1359"/>
              <a:gd name="T8" fmla="*/ 679 w 1358"/>
              <a:gd name="T9" fmla="*/ 1359 h 1359"/>
              <a:gd name="T10" fmla="*/ 679 w 1358"/>
              <a:gd name="T11" fmla="*/ 81 h 1359"/>
              <a:gd name="T12" fmla="*/ 81 w 1358"/>
              <a:gd name="T13" fmla="*/ 680 h 1359"/>
              <a:gd name="T14" fmla="*/ 679 w 1358"/>
              <a:gd name="T15" fmla="*/ 1278 h 1359"/>
              <a:gd name="T16" fmla="*/ 1277 w 1358"/>
              <a:gd name="T17" fmla="*/ 680 h 1359"/>
              <a:gd name="T18" fmla="*/ 679 w 1358"/>
              <a:gd name="T19" fmla="*/ 81 h 1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358" h="1359">
                <a:moveTo>
                  <a:pt x="679" y="1359"/>
                </a:moveTo>
                <a:cubicBezTo>
                  <a:pt x="304" y="1359"/>
                  <a:pt x="0" y="1054"/>
                  <a:pt x="0" y="680"/>
                </a:cubicBezTo>
                <a:cubicBezTo>
                  <a:pt x="0" y="305"/>
                  <a:pt x="304" y="0"/>
                  <a:pt x="679" y="0"/>
                </a:cubicBezTo>
                <a:cubicBezTo>
                  <a:pt x="1054" y="0"/>
                  <a:pt x="1358" y="305"/>
                  <a:pt x="1358" y="680"/>
                </a:cubicBezTo>
                <a:cubicBezTo>
                  <a:pt x="1358" y="1054"/>
                  <a:pt x="1054" y="1359"/>
                  <a:pt x="679" y="1359"/>
                </a:cubicBezTo>
                <a:close/>
                <a:moveTo>
                  <a:pt x="679" y="81"/>
                </a:moveTo>
                <a:cubicBezTo>
                  <a:pt x="349" y="81"/>
                  <a:pt x="81" y="350"/>
                  <a:pt x="81" y="680"/>
                </a:cubicBezTo>
                <a:cubicBezTo>
                  <a:pt x="81" y="1009"/>
                  <a:pt x="349" y="1278"/>
                  <a:pt x="679" y="1278"/>
                </a:cubicBezTo>
                <a:cubicBezTo>
                  <a:pt x="1009" y="1278"/>
                  <a:pt x="1277" y="1009"/>
                  <a:pt x="1277" y="680"/>
                </a:cubicBezTo>
                <a:cubicBezTo>
                  <a:pt x="1277" y="350"/>
                  <a:pt x="1009" y="81"/>
                  <a:pt x="679" y="81"/>
                </a:cubicBezTo>
                <a:close/>
              </a:path>
            </a:pathLst>
          </a:custGeom>
          <a:solidFill>
            <a:srgbClr val="8EC152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Freeform 27">
            <a:extLst>
              <a:ext uri="{FF2B5EF4-FFF2-40B4-BE49-F238E27FC236}">
                <a16:creationId xmlns:a16="http://schemas.microsoft.com/office/drawing/2014/main" id="{BAFDAF77-422E-4206-AC11-A2B15ED25ADB}"/>
              </a:ext>
            </a:extLst>
          </p:cNvPr>
          <p:cNvSpPr>
            <a:spLocks/>
          </p:cNvSpPr>
          <p:nvPr userDrawn="1"/>
        </p:nvSpPr>
        <p:spPr bwMode="auto">
          <a:xfrm>
            <a:off x="5656652" y="1249482"/>
            <a:ext cx="544098" cy="2193717"/>
          </a:xfrm>
          <a:custGeom>
            <a:avLst/>
            <a:gdLst>
              <a:gd name="T0" fmla="*/ 288 w 463"/>
              <a:gd name="T1" fmla="*/ 1376 h 1873"/>
              <a:gd name="T2" fmla="*/ 288 w 463"/>
              <a:gd name="T3" fmla="*/ 56 h 1873"/>
              <a:gd name="T4" fmla="*/ 231 w 463"/>
              <a:gd name="T5" fmla="*/ 0 h 1873"/>
              <a:gd name="T6" fmla="*/ 175 w 463"/>
              <a:gd name="T7" fmla="*/ 56 h 1873"/>
              <a:gd name="T8" fmla="*/ 175 w 463"/>
              <a:gd name="T9" fmla="*/ 1374 h 1873"/>
              <a:gd name="T10" fmla="*/ 0 w 463"/>
              <a:gd name="T11" fmla="*/ 1314 h 1873"/>
              <a:gd name="T12" fmla="*/ 235 w 463"/>
              <a:gd name="T13" fmla="*/ 1873 h 1873"/>
              <a:gd name="T14" fmla="*/ 463 w 463"/>
              <a:gd name="T15" fmla="*/ 1314 h 1873"/>
              <a:gd name="T16" fmla="*/ 288 w 463"/>
              <a:gd name="T17" fmla="*/ 1376 h 18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63" h="1873">
                <a:moveTo>
                  <a:pt x="288" y="1376"/>
                </a:moveTo>
                <a:cubicBezTo>
                  <a:pt x="288" y="56"/>
                  <a:pt x="288" y="56"/>
                  <a:pt x="288" y="56"/>
                </a:cubicBezTo>
                <a:cubicBezTo>
                  <a:pt x="288" y="25"/>
                  <a:pt x="263" y="0"/>
                  <a:pt x="231" y="0"/>
                </a:cubicBezTo>
                <a:cubicBezTo>
                  <a:pt x="200" y="0"/>
                  <a:pt x="175" y="25"/>
                  <a:pt x="175" y="56"/>
                </a:cubicBezTo>
                <a:cubicBezTo>
                  <a:pt x="175" y="1374"/>
                  <a:pt x="175" y="1374"/>
                  <a:pt x="175" y="1374"/>
                </a:cubicBezTo>
                <a:cubicBezTo>
                  <a:pt x="0" y="1314"/>
                  <a:pt x="0" y="1314"/>
                  <a:pt x="0" y="1314"/>
                </a:cubicBezTo>
                <a:cubicBezTo>
                  <a:pt x="235" y="1873"/>
                  <a:pt x="235" y="1873"/>
                  <a:pt x="235" y="1873"/>
                </a:cubicBezTo>
                <a:cubicBezTo>
                  <a:pt x="463" y="1314"/>
                  <a:pt x="463" y="1314"/>
                  <a:pt x="463" y="1314"/>
                </a:cubicBezTo>
                <a:lnTo>
                  <a:pt x="288" y="1376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endParaRPr lang="en-IN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D2513D2F-0ADE-43CE-AAAC-E7006896F14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573478" y="1931337"/>
            <a:ext cx="710446" cy="70698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B55D4263-01EF-4AF5-814D-5F66B2F7B5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54054" y="2011912"/>
            <a:ext cx="548430" cy="545830"/>
          </a:xfrm>
          <a:prstGeom prst="ellipse">
            <a:avLst/>
          </a:pr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Freeform 30">
            <a:extLst>
              <a:ext uri="{FF2B5EF4-FFF2-40B4-BE49-F238E27FC236}">
                <a16:creationId xmlns:a16="http://schemas.microsoft.com/office/drawing/2014/main" id="{92EA22FB-BC7D-4349-93D1-CDDD6304EB01}"/>
              </a:ext>
            </a:extLst>
          </p:cNvPr>
          <p:cNvSpPr>
            <a:spLocks/>
          </p:cNvSpPr>
          <p:nvPr userDrawn="1"/>
        </p:nvSpPr>
        <p:spPr bwMode="auto">
          <a:xfrm>
            <a:off x="6341106" y="2255369"/>
            <a:ext cx="1749257" cy="1394899"/>
          </a:xfrm>
          <a:custGeom>
            <a:avLst/>
            <a:gdLst>
              <a:gd name="T0" fmla="*/ 424 w 1490"/>
              <a:gd name="T1" fmla="*/ 925 h 1191"/>
              <a:gd name="T2" fmla="*/ 1461 w 1490"/>
              <a:gd name="T3" fmla="*/ 109 h 1191"/>
              <a:gd name="T4" fmla="*/ 1471 w 1490"/>
              <a:gd name="T5" fmla="*/ 29 h 1191"/>
              <a:gd name="T6" fmla="*/ 1391 w 1490"/>
              <a:gd name="T7" fmla="*/ 19 h 1191"/>
              <a:gd name="T8" fmla="*/ 355 w 1490"/>
              <a:gd name="T9" fmla="*/ 834 h 1191"/>
              <a:gd name="T10" fmla="*/ 295 w 1490"/>
              <a:gd name="T11" fmla="*/ 660 h 1191"/>
              <a:gd name="T12" fmla="*/ 0 w 1490"/>
              <a:gd name="T13" fmla="*/ 1191 h 1191"/>
              <a:gd name="T14" fmla="*/ 581 w 1490"/>
              <a:gd name="T15" fmla="*/ 1023 h 1191"/>
              <a:gd name="T16" fmla="*/ 424 w 1490"/>
              <a:gd name="T17" fmla="*/ 925 h 11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90" h="1191">
                <a:moveTo>
                  <a:pt x="424" y="925"/>
                </a:moveTo>
                <a:cubicBezTo>
                  <a:pt x="1461" y="109"/>
                  <a:pt x="1461" y="109"/>
                  <a:pt x="1461" y="109"/>
                </a:cubicBezTo>
                <a:cubicBezTo>
                  <a:pt x="1486" y="89"/>
                  <a:pt x="1490" y="54"/>
                  <a:pt x="1471" y="29"/>
                </a:cubicBezTo>
                <a:cubicBezTo>
                  <a:pt x="1451" y="4"/>
                  <a:pt x="1415" y="0"/>
                  <a:pt x="1391" y="19"/>
                </a:cubicBezTo>
                <a:cubicBezTo>
                  <a:pt x="355" y="834"/>
                  <a:pt x="355" y="834"/>
                  <a:pt x="355" y="834"/>
                </a:cubicBezTo>
                <a:cubicBezTo>
                  <a:pt x="295" y="660"/>
                  <a:pt x="295" y="660"/>
                  <a:pt x="295" y="660"/>
                </a:cubicBezTo>
                <a:cubicBezTo>
                  <a:pt x="0" y="1191"/>
                  <a:pt x="0" y="1191"/>
                  <a:pt x="0" y="1191"/>
                </a:cubicBezTo>
                <a:cubicBezTo>
                  <a:pt x="581" y="1023"/>
                  <a:pt x="581" y="1023"/>
                  <a:pt x="581" y="1023"/>
                </a:cubicBezTo>
                <a:lnTo>
                  <a:pt x="424" y="925"/>
                </a:lnTo>
                <a:close/>
              </a:path>
            </a:pathLst>
          </a:custGeom>
          <a:solidFill>
            <a:srgbClr val="004899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5" name="Freeform 31">
            <a:extLst>
              <a:ext uri="{FF2B5EF4-FFF2-40B4-BE49-F238E27FC236}">
                <a16:creationId xmlns:a16="http://schemas.microsoft.com/office/drawing/2014/main" id="{EBF3C270-6D39-4B0C-BDCC-A2C2CAA0BBF2}"/>
              </a:ext>
            </a:extLst>
          </p:cNvPr>
          <p:cNvSpPr>
            <a:spLocks/>
          </p:cNvSpPr>
          <p:nvPr userDrawn="1"/>
        </p:nvSpPr>
        <p:spPr bwMode="auto">
          <a:xfrm>
            <a:off x="6852281" y="2530884"/>
            <a:ext cx="798819" cy="797952"/>
          </a:xfrm>
          <a:custGeom>
            <a:avLst/>
            <a:gdLst>
              <a:gd name="T0" fmla="*/ 527 w 681"/>
              <a:gd name="T1" fmla="*/ 578 h 681"/>
              <a:gd name="T2" fmla="*/ 103 w 681"/>
              <a:gd name="T3" fmla="*/ 527 h 681"/>
              <a:gd name="T4" fmla="*/ 154 w 681"/>
              <a:gd name="T5" fmla="*/ 103 h 681"/>
              <a:gd name="T6" fmla="*/ 578 w 681"/>
              <a:gd name="T7" fmla="*/ 154 h 681"/>
              <a:gd name="T8" fmla="*/ 527 w 681"/>
              <a:gd name="T9" fmla="*/ 578 h 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681">
                <a:moveTo>
                  <a:pt x="527" y="578"/>
                </a:moveTo>
                <a:cubicBezTo>
                  <a:pt x="396" y="681"/>
                  <a:pt x="206" y="659"/>
                  <a:pt x="103" y="527"/>
                </a:cubicBezTo>
                <a:cubicBezTo>
                  <a:pt x="0" y="396"/>
                  <a:pt x="23" y="206"/>
                  <a:pt x="154" y="103"/>
                </a:cubicBezTo>
                <a:cubicBezTo>
                  <a:pt x="285" y="0"/>
                  <a:pt x="475" y="23"/>
                  <a:pt x="578" y="154"/>
                </a:cubicBezTo>
                <a:cubicBezTo>
                  <a:pt x="681" y="285"/>
                  <a:pt x="659" y="475"/>
                  <a:pt x="527" y="578"/>
                </a:cubicBezTo>
                <a:close/>
              </a:path>
            </a:pathLst>
          </a:custGeom>
          <a:solidFill>
            <a:srgbClr val="004899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6" name="Freeform 32">
            <a:extLst>
              <a:ext uri="{FF2B5EF4-FFF2-40B4-BE49-F238E27FC236}">
                <a16:creationId xmlns:a16="http://schemas.microsoft.com/office/drawing/2014/main" id="{8615B183-3DEF-42F8-8AF2-94BDA3B952BE}"/>
              </a:ext>
            </a:extLst>
          </p:cNvPr>
          <p:cNvSpPr>
            <a:spLocks/>
          </p:cNvSpPr>
          <p:nvPr userDrawn="1"/>
        </p:nvSpPr>
        <p:spPr bwMode="auto">
          <a:xfrm>
            <a:off x="6943253" y="2621855"/>
            <a:ext cx="617741" cy="616875"/>
          </a:xfrm>
          <a:custGeom>
            <a:avLst/>
            <a:gdLst>
              <a:gd name="T0" fmla="*/ 407 w 526"/>
              <a:gd name="T1" fmla="*/ 446 h 526"/>
              <a:gd name="T2" fmla="*/ 79 w 526"/>
              <a:gd name="T3" fmla="*/ 407 h 526"/>
              <a:gd name="T4" fmla="*/ 118 w 526"/>
              <a:gd name="T5" fmla="*/ 79 h 526"/>
              <a:gd name="T6" fmla="*/ 446 w 526"/>
              <a:gd name="T7" fmla="*/ 118 h 526"/>
              <a:gd name="T8" fmla="*/ 407 w 526"/>
              <a:gd name="T9" fmla="*/ 446 h 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6" h="526">
                <a:moveTo>
                  <a:pt x="407" y="446"/>
                </a:moveTo>
                <a:cubicBezTo>
                  <a:pt x="306" y="526"/>
                  <a:pt x="159" y="508"/>
                  <a:pt x="79" y="407"/>
                </a:cubicBezTo>
                <a:cubicBezTo>
                  <a:pt x="0" y="306"/>
                  <a:pt x="17" y="159"/>
                  <a:pt x="118" y="79"/>
                </a:cubicBezTo>
                <a:cubicBezTo>
                  <a:pt x="220" y="0"/>
                  <a:pt x="366" y="17"/>
                  <a:pt x="446" y="118"/>
                </a:cubicBezTo>
                <a:cubicBezTo>
                  <a:pt x="526" y="220"/>
                  <a:pt x="508" y="366"/>
                  <a:pt x="407" y="446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7" name="Freeform 33">
            <a:extLst>
              <a:ext uri="{FF2B5EF4-FFF2-40B4-BE49-F238E27FC236}">
                <a16:creationId xmlns:a16="http://schemas.microsoft.com/office/drawing/2014/main" id="{9B3815C4-E009-4838-81DF-156A1735265B}"/>
              </a:ext>
            </a:extLst>
          </p:cNvPr>
          <p:cNvSpPr>
            <a:spLocks/>
          </p:cNvSpPr>
          <p:nvPr userDrawn="1"/>
        </p:nvSpPr>
        <p:spPr bwMode="auto">
          <a:xfrm>
            <a:off x="6431211" y="3977767"/>
            <a:ext cx="2151266" cy="674056"/>
          </a:xfrm>
          <a:custGeom>
            <a:avLst/>
            <a:gdLst>
              <a:gd name="T0" fmla="*/ 473 w 1832"/>
              <a:gd name="T1" fmla="*/ 266 h 576"/>
              <a:gd name="T2" fmla="*/ 1757 w 1832"/>
              <a:gd name="T3" fmla="*/ 569 h 576"/>
              <a:gd name="T4" fmla="*/ 1825 w 1832"/>
              <a:gd name="T5" fmla="*/ 527 h 576"/>
              <a:gd name="T6" fmla="*/ 1783 w 1832"/>
              <a:gd name="T7" fmla="*/ 458 h 576"/>
              <a:gd name="T8" fmla="*/ 501 w 1832"/>
              <a:gd name="T9" fmla="*/ 156 h 576"/>
              <a:gd name="T10" fmla="*/ 599 w 1832"/>
              <a:gd name="T11" fmla="*/ 0 h 576"/>
              <a:gd name="T12" fmla="*/ 0 w 1832"/>
              <a:gd name="T13" fmla="*/ 100 h 576"/>
              <a:gd name="T14" fmla="*/ 493 w 1832"/>
              <a:gd name="T15" fmla="*/ 450 h 576"/>
              <a:gd name="T16" fmla="*/ 473 w 1832"/>
              <a:gd name="T17" fmla="*/ 266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32" h="576">
                <a:moveTo>
                  <a:pt x="473" y="266"/>
                </a:moveTo>
                <a:cubicBezTo>
                  <a:pt x="1757" y="569"/>
                  <a:pt x="1757" y="569"/>
                  <a:pt x="1757" y="569"/>
                </a:cubicBezTo>
                <a:cubicBezTo>
                  <a:pt x="1787" y="576"/>
                  <a:pt x="1818" y="557"/>
                  <a:pt x="1825" y="527"/>
                </a:cubicBezTo>
                <a:cubicBezTo>
                  <a:pt x="1832" y="496"/>
                  <a:pt x="1814" y="466"/>
                  <a:pt x="1783" y="458"/>
                </a:cubicBezTo>
                <a:cubicBezTo>
                  <a:pt x="501" y="156"/>
                  <a:pt x="501" y="156"/>
                  <a:pt x="501" y="156"/>
                </a:cubicBezTo>
                <a:cubicBezTo>
                  <a:pt x="599" y="0"/>
                  <a:pt x="599" y="0"/>
                  <a:pt x="599" y="0"/>
                </a:cubicBezTo>
                <a:cubicBezTo>
                  <a:pt x="0" y="100"/>
                  <a:pt x="0" y="100"/>
                  <a:pt x="0" y="100"/>
                </a:cubicBezTo>
                <a:cubicBezTo>
                  <a:pt x="493" y="450"/>
                  <a:pt x="493" y="450"/>
                  <a:pt x="493" y="450"/>
                </a:cubicBezTo>
                <a:lnTo>
                  <a:pt x="473" y="266"/>
                </a:lnTo>
                <a:close/>
              </a:path>
            </a:pathLst>
          </a:custGeom>
          <a:solidFill>
            <a:srgbClr val="ED6A5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8" name="Freeform 34">
            <a:extLst>
              <a:ext uri="{FF2B5EF4-FFF2-40B4-BE49-F238E27FC236}">
                <a16:creationId xmlns:a16="http://schemas.microsoft.com/office/drawing/2014/main" id="{6C0949BD-19FF-4E70-9161-14BC0CDA8A6B}"/>
              </a:ext>
            </a:extLst>
          </p:cNvPr>
          <p:cNvSpPr>
            <a:spLocks/>
          </p:cNvSpPr>
          <p:nvPr userDrawn="1"/>
        </p:nvSpPr>
        <p:spPr bwMode="auto">
          <a:xfrm>
            <a:off x="7173715" y="3966503"/>
            <a:ext cx="780624" cy="778891"/>
          </a:xfrm>
          <a:custGeom>
            <a:avLst/>
            <a:gdLst>
              <a:gd name="T0" fmla="*/ 263 w 665"/>
              <a:gd name="T1" fmla="*/ 627 h 665"/>
              <a:gd name="T2" fmla="*/ 39 w 665"/>
              <a:gd name="T3" fmla="*/ 263 h 665"/>
              <a:gd name="T4" fmla="*/ 402 w 665"/>
              <a:gd name="T5" fmla="*/ 39 h 665"/>
              <a:gd name="T6" fmla="*/ 627 w 665"/>
              <a:gd name="T7" fmla="*/ 402 h 665"/>
              <a:gd name="T8" fmla="*/ 263 w 665"/>
              <a:gd name="T9" fmla="*/ 627 h 6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5" h="665">
                <a:moveTo>
                  <a:pt x="263" y="627"/>
                </a:moveTo>
                <a:cubicBezTo>
                  <a:pt x="101" y="588"/>
                  <a:pt x="0" y="426"/>
                  <a:pt x="39" y="263"/>
                </a:cubicBezTo>
                <a:cubicBezTo>
                  <a:pt x="77" y="101"/>
                  <a:pt x="240" y="0"/>
                  <a:pt x="402" y="39"/>
                </a:cubicBezTo>
                <a:cubicBezTo>
                  <a:pt x="564" y="77"/>
                  <a:pt x="665" y="240"/>
                  <a:pt x="627" y="402"/>
                </a:cubicBezTo>
                <a:cubicBezTo>
                  <a:pt x="588" y="564"/>
                  <a:pt x="426" y="665"/>
                  <a:pt x="263" y="627"/>
                </a:cubicBezTo>
                <a:close/>
              </a:path>
            </a:pathLst>
          </a:custGeom>
          <a:solidFill>
            <a:srgbClr val="ED6A5E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9" name="Freeform 35">
            <a:extLst>
              <a:ext uri="{FF2B5EF4-FFF2-40B4-BE49-F238E27FC236}">
                <a16:creationId xmlns:a16="http://schemas.microsoft.com/office/drawing/2014/main" id="{69819073-E54D-4BB6-AC66-C78C6120646A}"/>
              </a:ext>
            </a:extLst>
          </p:cNvPr>
          <p:cNvSpPr>
            <a:spLocks/>
          </p:cNvSpPr>
          <p:nvPr userDrawn="1"/>
        </p:nvSpPr>
        <p:spPr bwMode="auto">
          <a:xfrm>
            <a:off x="7262954" y="4055742"/>
            <a:ext cx="602146" cy="601280"/>
          </a:xfrm>
          <a:custGeom>
            <a:avLst/>
            <a:gdLst>
              <a:gd name="T0" fmla="*/ 203 w 513"/>
              <a:gd name="T1" fmla="*/ 484 h 513"/>
              <a:gd name="T2" fmla="*/ 30 w 513"/>
              <a:gd name="T3" fmla="*/ 203 h 513"/>
              <a:gd name="T4" fmla="*/ 310 w 513"/>
              <a:gd name="T5" fmla="*/ 30 h 513"/>
              <a:gd name="T6" fmla="*/ 484 w 513"/>
              <a:gd name="T7" fmla="*/ 310 h 513"/>
              <a:gd name="T8" fmla="*/ 203 w 513"/>
              <a:gd name="T9" fmla="*/ 484 h 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3" h="513">
                <a:moveTo>
                  <a:pt x="203" y="484"/>
                </a:moveTo>
                <a:cubicBezTo>
                  <a:pt x="78" y="454"/>
                  <a:pt x="0" y="328"/>
                  <a:pt x="30" y="203"/>
                </a:cubicBezTo>
                <a:cubicBezTo>
                  <a:pt x="59" y="78"/>
                  <a:pt x="185" y="0"/>
                  <a:pt x="310" y="30"/>
                </a:cubicBezTo>
                <a:cubicBezTo>
                  <a:pt x="436" y="59"/>
                  <a:pt x="513" y="185"/>
                  <a:pt x="484" y="310"/>
                </a:cubicBezTo>
                <a:cubicBezTo>
                  <a:pt x="454" y="436"/>
                  <a:pt x="328" y="513"/>
                  <a:pt x="203" y="484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0" name="Freeform 36">
            <a:extLst>
              <a:ext uri="{FF2B5EF4-FFF2-40B4-BE49-F238E27FC236}">
                <a16:creationId xmlns:a16="http://schemas.microsoft.com/office/drawing/2014/main" id="{8D2E90AC-10FA-4CD7-8C6C-181797D39194}"/>
              </a:ext>
            </a:extLst>
          </p:cNvPr>
          <p:cNvSpPr>
            <a:spLocks/>
          </p:cNvSpPr>
          <p:nvPr userDrawn="1"/>
        </p:nvSpPr>
        <p:spPr bwMode="auto">
          <a:xfrm>
            <a:off x="6146167" y="4440423"/>
            <a:ext cx="1017151" cy="1985782"/>
          </a:xfrm>
          <a:custGeom>
            <a:avLst/>
            <a:gdLst>
              <a:gd name="T0" fmla="*/ 171 w 866"/>
              <a:gd name="T1" fmla="*/ 470 h 1696"/>
              <a:gd name="T2" fmla="*/ 750 w 866"/>
              <a:gd name="T3" fmla="*/ 1656 h 1696"/>
              <a:gd name="T4" fmla="*/ 826 w 866"/>
              <a:gd name="T5" fmla="*/ 1682 h 1696"/>
              <a:gd name="T6" fmla="*/ 852 w 866"/>
              <a:gd name="T7" fmla="*/ 1606 h 1696"/>
              <a:gd name="T8" fmla="*/ 274 w 866"/>
              <a:gd name="T9" fmla="*/ 422 h 1696"/>
              <a:gd name="T10" fmla="*/ 457 w 866"/>
              <a:gd name="T11" fmla="*/ 400 h 1696"/>
              <a:gd name="T12" fmla="*/ 0 w 866"/>
              <a:gd name="T13" fmla="*/ 0 h 1696"/>
              <a:gd name="T14" fmla="*/ 41 w 866"/>
              <a:gd name="T15" fmla="*/ 602 h 1696"/>
              <a:gd name="T16" fmla="*/ 171 w 866"/>
              <a:gd name="T17" fmla="*/ 470 h 1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66" h="1696">
                <a:moveTo>
                  <a:pt x="171" y="470"/>
                </a:moveTo>
                <a:cubicBezTo>
                  <a:pt x="750" y="1656"/>
                  <a:pt x="750" y="1656"/>
                  <a:pt x="750" y="1656"/>
                </a:cubicBezTo>
                <a:cubicBezTo>
                  <a:pt x="764" y="1684"/>
                  <a:pt x="798" y="1696"/>
                  <a:pt x="826" y="1682"/>
                </a:cubicBezTo>
                <a:cubicBezTo>
                  <a:pt x="854" y="1668"/>
                  <a:pt x="866" y="1634"/>
                  <a:pt x="852" y="1606"/>
                </a:cubicBezTo>
                <a:cubicBezTo>
                  <a:pt x="274" y="422"/>
                  <a:pt x="274" y="422"/>
                  <a:pt x="274" y="422"/>
                </a:cubicBezTo>
                <a:cubicBezTo>
                  <a:pt x="457" y="400"/>
                  <a:pt x="457" y="400"/>
                  <a:pt x="457" y="400"/>
                </a:cubicBezTo>
                <a:cubicBezTo>
                  <a:pt x="0" y="0"/>
                  <a:pt x="0" y="0"/>
                  <a:pt x="0" y="0"/>
                </a:cubicBezTo>
                <a:cubicBezTo>
                  <a:pt x="41" y="602"/>
                  <a:pt x="41" y="602"/>
                  <a:pt x="41" y="602"/>
                </a:cubicBezTo>
                <a:lnTo>
                  <a:pt x="171" y="470"/>
                </a:ln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1" name="Freeform 37">
            <a:extLst>
              <a:ext uri="{FF2B5EF4-FFF2-40B4-BE49-F238E27FC236}">
                <a16:creationId xmlns:a16="http://schemas.microsoft.com/office/drawing/2014/main" id="{6EDE7B0E-9A4B-47AD-A82C-5373D0900E3C}"/>
              </a:ext>
            </a:extLst>
          </p:cNvPr>
          <p:cNvSpPr>
            <a:spLocks/>
          </p:cNvSpPr>
          <p:nvPr userDrawn="1"/>
        </p:nvSpPr>
        <p:spPr bwMode="auto">
          <a:xfrm>
            <a:off x="6255333" y="5076358"/>
            <a:ext cx="810082" cy="806616"/>
          </a:xfrm>
          <a:custGeom>
            <a:avLst/>
            <a:gdLst>
              <a:gd name="T0" fmla="*/ 73 w 690"/>
              <a:gd name="T1" fmla="*/ 477 h 689"/>
              <a:gd name="T2" fmla="*/ 212 w 690"/>
              <a:gd name="T3" fmla="*/ 73 h 689"/>
              <a:gd name="T4" fmla="*/ 616 w 690"/>
              <a:gd name="T5" fmla="*/ 212 h 689"/>
              <a:gd name="T6" fmla="*/ 477 w 690"/>
              <a:gd name="T7" fmla="*/ 616 h 689"/>
              <a:gd name="T8" fmla="*/ 73 w 690"/>
              <a:gd name="T9" fmla="*/ 477 h 6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90" h="689">
                <a:moveTo>
                  <a:pt x="73" y="477"/>
                </a:moveTo>
                <a:cubicBezTo>
                  <a:pt x="0" y="327"/>
                  <a:pt x="62" y="146"/>
                  <a:pt x="212" y="73"/>
                </a:cubicBezTo>
                <a:cubicBezTo>
                  <a:pt x="362" y="0"/>
                  <a:pt x="543" y="62"/>
                  <a:pt x="616" y="212"/>
                </a:cubicBezTo>
                <a:cubicBezTo>
                  <a:pt x="690" y="362"/>
                  <a:pt x="627" y="543"/>
                  <a:pt x="477" y="616"/>
                </a:cubicBezTo>
                <a:cubicBezTo>
                  <a:pt x="327" y="689"/>
                  <a:pt x="147" y="627"/>
                  <a:pt x="73" y="477"/>
                </a:cubicBezTo>
                <a:close/>
              </a:path>
            </a:pathLst>
          </a:custGeom>
          <a:solidFill>
            <a:schemeClr val="accent3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2" name="Freeform 38">
            <a:extLst>
              <a:ext uri="{FF2B5EF4-FFF2-40B4-BE49-F238E27FC236}">
                <a16:creationId xmlns:a16="http://schemas.microsoft.com/office/drawing/2014/main" id="{8A7217BF-D074-4921-A0D1-209F04CCECAE}"/>
              </a:ext>
            </a:extLst>
          </p:cNvPr>
          <p:cNvSpPr>
            <a:spLocks/>
          </p:cNvSpPr>
          <p:nvPr userDrawn="1"/>
        </p:nvSpPr>
        <p:spPr bwMode="auto">
          <a:xfrm>
            <a:off x="6348037" y="5167330"/>
            <a:ext cx="624673" cy="622940"/>
          </a:xfrm>
          <a:custGeom>
            <a:avLst/>
            <a:gdLst>
              <a:gd name="T0" fmla="*/ 56 w 532"/>
              <a:gd name="T1" fmla="*/ 369 h 532"/>
              <a:gd name="T2" fmla="*/ 164 w 532"/>
              <a:gd name="T3" fmla="*/ 57 h 532"/>
              <a:gd name="T4" fmla="*/ 475 w 532"/>
              <a:gd name="T5" fmla="*/ 164 h 532"/>
              <a:gd name="T6" fmla="*/ 368 w 532"/>
              <a:gd name="T7" fmla="*/ 476 h 532"/>
              <a:gd name="T8" fmla="*/ 56 w 532"/>
              <a:gd name="T9" fmla="*/ 369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2" h="532">
                <a:moveTo>
                  <a:pt x="56" y="369"/>
                </a:moveTo>
                <a:cubicBezTo>
                  <a:pt x="0" y="253"/>
                  <a:pt x="48" y="113"/>
                  <a:pt x="164" y="57"/>
                </a:cubicBezTo>
                <a:cubicBezTo>
                  <a:pt x="279" y="0"/>
                  <a:pt x="419" y="48"/>
                  <a:pt x="475" y="164"/>
                </a:cubicBezTo>
                <a:cubicBezTo>
                  <a:pt x="532" y="280"/>
                  <a:pt x="484" y="419"/>
                  <a:pt x="368" y="476"/>
                </a:cubicBezTo>
                <a:cubicBezTo>
                  <a:pt x="252" y="532"/>
                  <a:pt x="113" y="484"/>
                  <a:pt x="56" y="36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3" name="Freeform 39">
            <a:extLst>
              <a:ext uri="{FF2B5EF4-FFF2-40B4-BE49-F238E27FC236}">
                <a16:creationId xmlns:a16="http://schemas.microsoft.com/office/drawing/2014/main" id="{0026D219-F8DC-4D4F-8963-4E50F397AF6D}"/>
              </a:ext>
            </a:extLst>
          </p:cNvPr>
          <p:cNvSpPr>
            <a:spLocks/>
          </p:cNvSpPr>
          <p:nvPr userDrawn="1"/>
        </p:nvSpPr>
        <p:spPr bwMode="auto">
          <a:xfrm>
            <a:off x="4713145" y="4435224"/>
            <a:ext cx="979896" cy="2003110"/>
          </a:xfrm>
          <a:custGeom>
            <a:avLst/>
            <a:gdLst>
              <a:gd name="T0" fmla="*/ 575 w 835"/>
              <a:gd name="T1" fmla="*/ 428 h 1710"/>
              <a:gd name="T2" fmla="*/ 13 w 835"/>
              <a:gd name="T3" fmla="*/ 1621 h 1710"/>
              <a:gd name="T4" fmla="*/ 40 w 835"/>
              <a:gd name="T5" fmla="*/ 1697 h 1710"/>
              <a:gd name="T6" fmla="*/ 116 w 835"/>
              <a:gd name="T7" fmla="*/ 1670 h 1710"/>
              <a:gd name="T8" fmla="*/ 677 w 835"/>
              <a:gd name="T9" fmla="*/ 478 h 1710"/>
              <a:gd name="T10" fmla="*/ 809 w 835"/>
              <a:gd name="T11" fmla="*/ 607 h 1710"/>
              <a:gd name="T12" fmla="*/ 835 w 835"/>
              <a:gd name="T13" fmla="*/ 0 h 1710"/>
              <a:gd name="T14" fmla="*/ 391 w 835"/>
              <a:gd name="T15" fmla="*/ 410 h 1710"/>
              <a:gd name="T16" fmla="*/ 575 w 835"/>
              <a:gd name="T17" fmla="*/ 428 h 1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5" h="1710">
                <a:moveTo>
                  <a:pt x="575" y="428"/>
                </a:moveTo>
                <a:cubicBezTo>
                  <a:pt x="13" y="1621"/>
                  <a:pt x="13" y="1621"/>
                  <a:pt x="13" y="1621"/>
                </a:cubicBezTo>
                <a:cubicBezTo>
                  <a:pt x="0" y="1650"/>
                  <a:pt x="12" y="1684"/>
                  <a:pt x="40" y="1697"/>
                </a:cubicBezTo>
                <a:cubicBezTo>
                  <a:pt x="69" y="1710"/>
                  <a:pt x="102" y="1698"/>
                  <a:pt x="116" y="1670"/>
                </a:cubicBezTo>
                <a:cubicBezTo>
                  <a:pt x="677" y="478"/>
                  <a:pt x="677" y="478"/>
                  <a:pt x="677" y="478"/>
                </a:cubicBezTo>
                <a:cubicBezTo>
                  <a:pt x="809" y="607"/>
                  <a:pt x="809" y="607"/>
                  <a:pt x="809" y="607"/>
                </a:cubicBezTo>
                <a:cubicBezTo>
                  <a:pt x="835" y="0"/>
                  <a:pt x="835" y="0"/>
                  <a:pt x="835" y="0"/>
                </a:cubicBezTo>
                <a:cubicBezTo>
                  <a:pt x="391" y="410"/>
                  <a:pt x="391" y="410"/>
                  <a:pt x="391" y="410"/>
                </a:cubicBezTo>
                <a:lnTo>
                  <a:pt x="575" y="428"/>
                </a:lnTo>
                <a:close/>
              </a:path>
            </a:pathLst>
          </a:custGeom>
          <a:solidFill>
            <a:srgbClr val="FAB54D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  <p:sp>
        <p:nvSpPr>
          <p:cNvPr id="114" name="Freeform 40">
            <a:extLst>
              <a:ext uri="{FF2B5EF4-FFF2-40B4-BE49-F238E27FC236}">
                <a16:creationId xmlns:a16="http://schemas.microsoft.com/office/drawing/2014/main" id="{AA861A91-BF48-4908-9289-CDCB15BAA240}"/>
              </a:ext>
            </a:extLst>
          </p:cNvPr>
          <p:cNvSpPr>
            <a:spLocks/>
          </p:cNvSpPr>
          <p:nvPr userDrawn="1"/>
        </p:nvSpPr>
        <p:spPr bwMode="auto">
          <a:xfrm>
            <a:off x="4798918" y="5083289"/>
            <a:ext cx="808350" cy="806616"/>
          </a:xfrm>
          <a:custGeom>
            <a:avLst/>
            <a:gdLst>
              <a:gd name="T0" fmla="*/ 71 w 689"/>
              <a:gd name="T1" fmla="*/ 215 h 689"/>
              <a:gd name="T2" fmla="*/ 473 w 689"/>
              <a:gd name="T3" fmla="*/ 71 h 689"/>
              <a:gd name="T4" fmla="*/ 617 w 689"/>
              <a:gd name="T5" fmla="*/ 473 h 689"/>
              <a:gd name="T6" fmla="*/ 215 w 689"/>
              <a:gd name="T7" fmla="*/ 617 h 689"/>
              <a:gd name="T8" fmla="*/ 71 w 689"/>
              <a:gd name="T9" fmla="*/ 215 h 6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9" h="689">
                <a:moveTo>
                  <a:pt x="71" y="215"/>
                </a:moveTo>
                <a:cubicBezTo>
                  <a:pt x="142" y="64"/>
                  <a:pt x="322" y="0"/>
                  <a:pt x="473" y="71"/>
                </a:cubicBezTo>
                <a:cubicBezTo>
                  <a:pt x="624" y="142"/>
                  <a:pt x="689" y="322"/>
                  <a:pt x="617" y="473"/>
                </a:cubicBezTo>
                <a:cubicBezTo>
                  <a:pt x="546" y="624"/>
                  <a:pt x="366" y="689"/>
                  <a:pt x="215" y="617"/>
                </a:cubicBezTo>
                <a:cubicBezTo>
                  <a:pt x="64" y="546"/>
                  <a:pt x="0" y="366"/>
                  <a:pt x="71" y="215"/>
                </a:cubicBezTo>
                <a:close/>
              </a:path>
            </a:pathLst>
          </a:custGeom>
          <a:solidFill>
            <a:srgbClr val="FAB54D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5" name="Freeform 41">
            <a:extLst>
              <a:ext uri="{FF2B5EF4-FFF2-40B4-BE49-F238E27FC236}">
                <a16:creationId xmlns:a16="http://schemas.microsoft.com/office/drawing/2014/main" id="{34D68AF2-04D0-48BE-82EC-F30E27BE3C2A}"/>
              </a:ext>
            </a:extLst>
          </p:cNvPr>
          <p:cNvSpPr>
            <a:spLocks/>
          </p:cNvSpPr>
          <p:nvPr userDrawn="1"/>
        </p:nvSpPr>
        <p:spPr bwMode="auto">
          <a:xfrm>
            <a:off x="4889891" y="5174261"/>
            <a:ext cx="624673" cy="622940"/>
          </a:xfrm>
          <a:custGeom>
            <a:avLst/>
            <a:gdLst>
              <a:gd name="T0" fmla="*/ 55 w 532"/>
              <a:gd name="T1" fmla="*/ 167 h 532"/>
              <a:gd name="T2" fmla="*/ 365 w 532"/>
              <a:gd name="T3" fmla="*/ 55 h 532"/>
              <a:gd name="T4" fmla="*/ 477 w 532"/>
              <a:gd name="T5" fmla="*/ 365 h 532"/>
              <a:gd name="T6" fmla="*/ 167 w 532"/>
              <a:gd name="T7" fmla="*/ 477 h 532"/>
              <a:gd name="T8" fmla="*/ 55 w 532"/>
              <a:gd name="T9" fmla="*/ 167 h 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32" h="532">
                <a:moveTo>
                  <a:pt x="55" y="167"/>
                </a:moveTo>
                <a:cubicBezTo>
                  <a:pt x="110" y="50"/>
                  <a:pt x="249" y="0"/>
                  <a:pt x="365" y="55"/>
                </a:cubicBezTo>
                <a:cubicBezTo>
                  <a:pt x="482" y="110"/>
                  <a:pt x="532" y="249"/>
                  <a:pt x="477" y="365"/>
                </a:cubicBezTo>
                <a:cubicBezTo>
                  <a:pt x="422" y="482"/>
                  <a:pt x="283" y="532"/>
                  <a:pt x="167" y="477"/>
                </a:cubicBezTo>
                <a:cubicBezTo>
                  <a:pt x="50" y="422"/>
                  <a:pt x="0" y="283"/>
                  <a:pt x="55" y="16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6" name="Freeform 42">
            <a:extLst>
              <a:ext uri="{FF2B5EF4-FFF2-40B4-BE49-F238E27FC236}">
                <a16:creationId xmlns:a16="http://schemas.microsoft.com/office/drawing/2014/main" id="{FA918EEE-CC08-49DF-A49F-0D4C911CE81D}"/>
              </a:ext>
            </a:extLst>
          </p:cNvPr>
          <p:cNvSpPr>
            <a:spLocks/>
          </p:cNvSpPr>
          <p:nvPr userDrawn="1"/>
        </p:nvSpPr>
        <p:spPr bwMode="auto">
          <a:xfrm>
            <a:off x="3261929" y="3964770"/>
            <a:ext cx="2150399" cy="668858"/>
          </a:xfrm>
          <a:custGeom>
            <a:avLst/>
            <a:gdLst>
              <a:gd name="T0" fmla="*/ 1335 w 1832"/>
              <a:gd name="T1" fmla="*/ 156 h 571"/>
              <a:gd name="T2" fmla="*/ 49 w 1832"/>
              <a:gd name="T3" fmla="*/ 453 h 571"/>
              <a:gd name="T4" fmla="*/ 7 w 1832"/>
              <a:gd name="T5" fmla="*/ 521 h 571"/>
              <a:gd name="T6" fmla="*/ 75 w 1832"/>
              <a:gd name="T7" fmla="*/ 564 h 571"/>
              <a:gd name="T8" fmla="*/ 1359 w 1832"/>
              <a:gd name="T9" fmla="*/ 267 h 571"/>
              <a:gd name="T10" fmla="*/ 1339 w 1832"/>
              <a:gd name="T11" fmla="*/ 450 h 571"/>
              <a:gd name="T12" fmla="*/ 1832 w 1832"/>
              <a:gd name="T13" fmla="*/ 95 h 571"/>
              <a:gd name="T14" fmla="*/ 1235 w 1832"/>
              <a:gd name="T15" fmla="*/ 0 h 571"/>
              <a:gd name="T16" fmla="*/ 1335 w 1832"/>
              <a:gd name="T17" fmla="*/ 156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32" h="571">
                <a:moveTo>
                  <a:pt x="1335" y="156"/>
                </a:moveTo>
                <a:cubicBezTo>
                  <a:pt x="49" y="453"/>
                  <a:pt x="49" y="453"/>
                  <a:pt x="49" y="453"/>
                </a:cubicBezTo>
                <a:cubicBezTo>
                  <a:pt x="19" y="460"/>
                  <a:pt x="0" y="491"/>
                  <a:pt x="7" y="521"/>
                </a:cubicBezTo>
                <a:cubicBezTo>
                  <a:pt x="14" y="552"/>
                  <a:pt x="44" y="571"/>
                  <a:pt x="75" y="564"/>
                </a:cubicBezTo>
                <a:cubicBezTo>
                  <a:pt x="1359" y="267"/>
                  <a:pt x="1359" y="267"/>
                  <a:pt x="1359" y="267"/>
                </a:cubicBezTo>
                <a:cubicBezTo>
                  <a:pt x="1339" y="450"/>
                  <a:pt x="1339" y="450"/>
                  <a:pt x="1339" y="450"/>
                </a:cubicBezTo>
                <a:cubicBezTo>
                  <a:pt x="1832" y="95"/>
                  <a:pt x="1832" y="95"/>
                  <a:pt x="1832" y="95"/>
                </a:cubicBezTo>
                <a:cubicBezTo>
                  <a:pt x="1235" y="0"/>
                  <a:pt x="1235" y="0"/>
                  <a:pt x="1235" y="0"/>
                </a:cubicBezTo>
                <a:lnTo>
                  <a:pt x="1335" y="156"/>
                </a:ln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7" name="Freeform 43">
            <a:extLst>
              <a:ext uri="{FF2B5EF4-FFF2-40B4-BE49-F238E27FC236}">
                <a16:creationId xmlns:a16="http://schemas.microsoft.com/office/drawing/2014/main" id="{6DC89CCF-9AC9-49C1-B6B5-D7B12668BD83}"/>
              </a:ext>
            </a:extLst>
          </p:cNvPr>
          <p:cNvSpPr>
            <a:spLocks/>
          </p:cNvSpPr>
          <p:nvPr userDrawn="1"/>
        </p:nvSpPr>
        <p:spPr bwMode="auto">
          <a:xfrm>
            <a:off x="3890934" y="3952641"/>
            <a:ext cx="779758" cy="778024"/>
          </a:xfrm>
          <a:custGeom>
            <a:avLst/>
            <a:gdLst>
              <a:gd name="T0" fmla="*/ 264 w 664"/>
              <a:gd name="T1" fmla="*/ 38 h 664"/>
              <a:gd name="T2" fmla="*/ 627 w 664"/>
              <a:gd name="T3" fmla="*/ 264 h 664"/>
              <a:gd name="T4" fmla="*/ 400 w 664"/>
              <a:gd name="T5" fmla="*/ 626 h 664"/>
              <a:gd name="T6" fmla="*/ 38 w 664"/>
              <a:gd name="T7" fmla="*/ 400 h 664"/>
              <a:gd name="T8" fmla="*/ 264 w 664"/>
              <a:gd name="T9" fmla="*/ 38 h 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4" h="664">
                <a:moveTo>
                  <a:pt x="264" y="38"/>
                </a:moveTo>
                <a:cubicBezTo>
                  <a:pt x="427" y="0"/>
                  <a:pt x="589" y="101"/>
                  <a:pt x="627" y="264"/>
                </a:cubicBezTo>
                <a:cubicBezTo>
                  <a:pt x="664" y="426"/>
                  <a:pt x="563" y="589"/>
                  <a:pt x="400" y="626"/>
                </a:cubicBezTo>
                <a:cubicBezTo>
                  <a:pt x="238" y="664"/>
                  <a:pt x="76" y="563"/>
                  <a:pt x="38" y="400"/>
                </a:cubicBezTo>
                <a:cubicBezTo>
                  <a:pt x="0" y="238"/>
                  <a:pt x="102" y="75"/>
                  <a:pt x="264" y="38"/>
                </a:cubicBezTo>
                <a:close/>
              </a:path>
            </a:pathLst>
          </a:custGeom>
          <a:solidFill>
            <a:schemeClr val="accent5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Freeform 44">
            <a:extLst>
              <a:ext uri="{FF2B5EF4-FFF2-40B4-BE49-F238E27FC236}">
                <a16:creationId xmlns:a16="http://schemas.microsoft.com/office/drawing/2014/main" id="{6A9EEBDE-7268-4F33-BC28-B583A99C712C}"/>
              </a:ext>
            </a:extLst>
          </p:cNvPr>
          <p:cNvSpPr>
            <a:spLocks/>
          </p:cNvSpPr>
          <p:nvPr userDrawn="1"/>
        </p:nvSpPr>
        <p:spPr bwMode="auto">
          <a:xfrm>
            <a:off x="3980173" y="4041880"/>
            <a:ext cx="602146" cy="599546"/>
          </a:xfrm>
          <a:custGeom>
            <a:avLst/>
            <a:gdLst>
              <a:gd name="T0" fmla="*/ 204 w 513"/>
              <a:gd name="T1" fmla="*/ 29 h 512"/>
              <a:gd name="T2" fmla="*/ 484 w 513"/>
              <a:gd name="T3" fmla="*/ 203 h 512"/>
              <a:gd name="T4" fmla="*/ 309 w 513"/>
              <a:gd name="T5" fmla="*/ 483 h 512"/>
              <a:gd name="T6" fmla="*/ 29 w 513"/>
              <a:gd name="T7" fmla="*/ 309 h 512"/>
              <a:gd name="T8" fmla="*/ 204 w 513"/>
              <a:gd name="T9" fmla="*/ 29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3" h="512">
                <a:moveTo>
                  <a:pt x="204" y="29"/>
                </a:moveTo>
                <a:cubicBezTo>
                  <a:pt x="329" y="0"/>
                  <a:pt x="455" y="78"/>
                  <a:pt x="484" y="203"/>
                </a:cubicBezTo>
                <a:cubicBezTo>
                  <a:pt x="513" y="329"/>
                  <a:pt x="434" y="454"/>
                  <a:pt x="309" y="483"/>
                </a:cubicBezTo>
                <a:cubicBezTo>
                  <a:pt x="183" y="512"/>
                  <a:pt x="58" y="434"/>
                  <a:pt x="29" y="309"/>
                </a:cubicBezTo>
                <a:cubicBezTo>
                  <a:pt x="0" y="183"/>
                  <a:pt x="78" y="58"/>
                  <a:pt x="204" y="2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Freeform 45">
            <a:extLst>
              <a:ext uri="{FF2B5EF4-FFF2-40B4-BE49-F238E27FC236}">
                <a16:creationId xmlns:a16="http://schemas.microsoft.com/office/drawing/2014/main" id="{311B0B40-019C-4733-BF77-136571BD361E}"/>
              </a:ext>
            </a:extLst>
          </p:cNvPr>
          <p:cNvSpPr>
            <a:spLocks/>
          </p:cNvSpPr>
          <p:nvPr userDrawn="1"/>
        </p:nvSpPr>
        <p:spPr bwMode="auto">
          <a:xfrm>
            <a:off x="3767039" y="2244972"/>
            <a:ext cx="1750990" cy="1390567"/>
          </a:xfrm>
          <a:custGeom>
            <a:avLst/>
            <a:gdLst>
              <a:gd name="T0" fmla="*/ 1135 w 1492"/>
              <a:gd name="T1" fmla="*/ 837 h 1187"/>
              <a:gd name="T2" fmla="*/ 99 w 1492"/>
              <a:gd name="T3" fmla="*/ 19 h 1187"/>
              <a:gd name="T4" fmla="*/ 20 w 1492"/>
              <a:gd name="T5" fmla="*/ 29 h 1187"/>
              <a:gd name="T6" fmla="*/ 29 w 1492"/>
              <a:gd name="T7" fmla="*/ 108 h 1187"/>
              <a:gd name="T8" fmla="*/ 1063 w 1492"/>
              <a:gd name="T9" fmla="*/ 925 h 1187"/>
              <a:gd name="T10" fmla="*/ 907 w 1492"/>
              <a:gd name="T11" fmla="*/ 1025 h 1187"/>
              <a:gd name="T12" fmla="*/ 1492 w 1492"/>
              <a:gd name="T13" fmla="*/ 1187 h 1187"/>
              <a:gd name="T14" fmla="*/ 1194 w 1492"/>
              <a:gd name="T15" fmla="*/ 662 h 1187"/>
              <a:gd name="T16" fmla="*/ 1135 w 1492"/>
              <a:gd name="T17" fmla="*/ 837 h 11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92" h="1187">
                <a:moveTo>
                  <a:pt x="1135" y="837"/>
                </a:moveTo>
                <a:cubicBezTo>
                  <a:pt x="99" y="19"/>
                  <a:pt x="99" y="19"/>
                  <a:pt x="99" y="19"/>
                </a:cubicBezTo>
                <a:cubicBezTo>
                  <a:pt x="75" y="0"/>
                  <a:pt x="39" y="4"/>
                  <a:pt x="20" y="29"/>
                </a:cubicBezTo>
                <a:cubicBezTo>
                  <a:pt x="0" y="53"/>
                  <a:pt x="4" y="89"/>
                  <a:pt x="29" y="108"/>
                </a:cubicBezTo>
                <a:cubicBezTo>
                  <a:pt x="1063" y="925"/>
                  <a:pt x="1063" y="925"/>
                  <a:pt x="1063" y="925"/>
                </a:cubicBezTo>
                <a:cubicBezTo>
                  <a:pt x="907" y="1025"/>
                  <a:pt x="907" y="1025"/>
                  <a:pt x="907" y="1025"/>
                </a:cubicBezTo>
                <a:cubicBezTo>
                  <a:pt x="1492" y="1187"/>
                  <a:pt x="1492" y="1187"/>
                  <a:pt x="1492" y="1187"/>
                </a:cubicBezTo>
                <a:cubicBezTo>
                  <a:pt x="1194" y="662"/>
                  <a:pt x="1194" y="662"/>
                  <a:pt x="1194" y="662"/>
                </a:cubicBezTo>
                <a:lnTo>
                  <a:pt x="1135" y="837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Freeform 46">
            <a:extLst>
              <a:ext uri="{FF2B5EF4-FFF2-40B4-BE49-F238E27FC236}">
                <a16:creationId xmlns:a16="http://schemas.microsoft.com/office/drawing/2014/main" id="{C58B26DB-A661-4C43-ACCB-284194693E7F}"/>
              </a:ext>
            </a:extLst>
          </p:cNvPr>
          <p:cNvSpPr>
            <a:spLocks/>
          </p:cNvSpPr>
          <p:nvPr userDrawn="1"/>
        </p:nvSpPr>
        <p:spPr bwMode="auto">
          <a:xfrm>
            <a:off x="4204570" y="2521353"/>
            <a:ext cx="799685" cy="797952"/>
          </a:xfrm>
          <a:custGeom>
            <a:avLst/>
            <a:gdLst>
              <a:gd name="T0" fmla="*/ 528 w 681"/>
              <a:gd name="T1" fmla="*/ 104 h 681"/>
              <a:gd name="T2" fmla="*/ 578 w 681"/>
              <a:gd name="T3" fmla="*/ 528 h 681"/>
              <a:gd name="T4" fmla="*/ 153 w 681"/>
              <a:gd name="T5" fmla="*/ 578 h 681"/>
              <a:gd name="T6" fmla="*/ 103 w 681"/>
              <a:gd name="T7" fmla="*/ 153 h 681"/>
              <a:gd name="T8" fmla="*/ 528 w 681"/>
              <a:gd name="T9" fmla="*/ 104 h 6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81" h="681">
                <a:moveTo>
                  <a:pt x="528" y="104"/>
                </a:moveTo>
                <a:cubicBezTo>
                  <a:pt x="659" y="207"/>
                  <a:pt x="681" y="397"/>
                  <a:pt x="578" y="528"/>
                </a:cubicBezTo>
                <a:cubicBezTo>
                  <a:pt x="474" y="659"/>
                  <a:pt x="284" y="681"/>
                  <a:pt x="153" y="578"/>
                </a:cubicBezTo>
                <a:cubicBezTo>
                  <a:pt x="22" y="474"/>
                  <a:pt x="0" y="284"/>
                  <a:pt x="103" y="153"/>
                </a:cubicBezTo>
                <a:cubicBezTo>
                  <a:pt x="207" y="23"/>
                  <a:pt x="397" y="0"/>
                  <a:pt x="528" y="104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Freeform 47">
            <a:extLst>
              <a:ext uri="{FF2B5EF4-FFF2-40B4-BE49-F238E27FC236}">
                <a16:creationId xmlns:a16="http://schemas.microsoft.com/office/drawing/2014/main" id="{51205ACB-CFB6-4CFE-A302-9FBD8ECA1F75}"/>
              </a:ext>
            </a:extLst>
          </p:cNvPr>
          <p:cNvSpPr>
            <a:spLocks/>
          </p:cNvSpPr>
          <p:nvPr userDrawn="1"/>
        </p:nvSpPr>
        <p:spPr bwMode="auto">
          <a:xfrm>
            <a:off x="4296408" y="2613191"/>
            <a:ext cx="616009" cy="616009"/>
          </a:xfrm>
          <a:custGeom>
            <a:avLst/>
            <a:gdLst>
              <a:gd name="T0" fmla="*/ 407 w 525"/>
              <a:gd name="T1" fmla="*/ 80 h 526"/>
              <a:gd name="T2" fmla="*/ 445 w 525"/>
              <a:gd name="T3" fmla="*/ 407 h 526"/>
              <a:gd name="T4" fmla="*/ 118 w 525"/>
              <a:gd name="T5" fmla="*/ 446 h 526"/>
              <a:gd name="T6" fmla="*/ 79 w 525"/>
              <a:gd name="T7" fmla="*/ 118 h 526"/>
              <a:gd name="T8" fmla="*/ 407 w 525"/>
              <a:gd name="T9" fmla="*/ 80 h 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5" h="526">
                <a:moveTo>
                  <a:pt x="407" y="80"/>
                </a:moveTo>
                <a:cubicBezTo>
                  <a:pt x="508" y="160"/>
                  <a:pt x="525" y="306"/>
                  <a:pt x="445" y="407"/>
                </a:cubicBezTo>
                <a:cubicBezTo>
                  <a:pt x="366" y="508"/>
                  <a:pt x="219" y="526"/>
                  <a:pt x="118" y="446"/>
                </a:cubicBezTo>
                <a:cubicBezTo>
                  <a:pt x="17" y="366"/>
                  <a:pt x="0" y="219"/>
                  <a:pt x="79" y="118"/>
                </a:cubicBezTo>
                <a:cubicBezTo>
                  <a:pt x="159" y="17"/>
                  <a:pt x="306" y="0"/>
                  <a:pt x="407" y="8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Text Placeholder 78">
            <a:extLst>
              <a:ext uri="{FF2B5EF4-FFF2-40B4-BE49-F238E27FC236}">
                <a16:creationId xmlns:a16="http://schemas.microsoft.com/office/drawing/2014/main" id="{24C9AA4D-E0A2-433C-BE19-C037A0F3F8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975" y="392347"/>
            <a:ext cx="4472288" cy="811522"/>
          </a:xfrm>
        </p:spPr>
        <p:txBody>
          <a:bodyPr anchor="t">
            <a:noAutofit/>
          </a:bodyPr>
          <a:lstStyle>
            <a:lvl1pPr marL="0" indent="0" algn="l">
              <a:buNone/>
              <a:defRPr sz="5000" b="1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Seven Step Template</a:t>
            </a:r>
            <a:endParaRPr lang="en-ZA" dirty="0"/>
          </a:p>
        </p:txBody>
      </p:sp>
      <p:sp>
        <p:nvSpPr>
          <p:cNvPr id="153" name="Text Placeholder 4">
            <a:extLst>
              <a:ext uri="{FF2B5EF4-FFF2-40B4-BE49-F238E27FC236}">
                <a16:creationId xmlns:a16="http://schemas.microsoft.com/office/drawing/2014/main" id="{65B1D648-A39C-435A-9616-86998EEC8F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5885" y="1366132"/>
            <a:ext cx="1749257" cy="770541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154" name="Text Placeholder 4">
            <a:extLst>
              <a:ext uri="{FF2B5EF4-FFF2-40B4-BE49-F238E27FC236}">
                <a16:creationId xmlns:a16="http://schemas.microsoft.com/office/drawing/2014/main" id="{C4CD8CBF-956F-4B11-AF50-F33762B17BE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4463" y="2314648"/>
            <a:ext cx="1749257" cy="770541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A5202723-7237-4B46-AA98-CAFD2F04DC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28324" y="4010099"/>
            <a:ext cx="1749257" cy="770541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156" name="Text Placeholder 4">
            <a:extLst>
              <a:ext uri="{FF2B5EF4-FFF2-40B4-BE49-F238E27FC236}">
                <a16:creationId xmlns:a16="http://schemas.microsoft.com/office/drawing/2014/main" id="{FAB858E4-5180-43B9-8C3C-F76E9FBEA1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893778" y="5794342"/>
            <a:ext cx="1749257" cy="770541"/>
          </a:xfrm>
          <a:effectLst/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157" name="Text Placeholder 4">
            <a:extLst>
              <a:ext uri="{FF2B5EF4-FFF2-40B4-BE49-F238E27FC236}">
                <a16:creationId xmlns:a16="http://schemas.microsoft.com/office/drawing/2014/main" id="{46ACDEFD-53B4-4ED3-8E1C-08ED80D20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40379" y="5747204"/>
            <a:ext cx="1749257" cy="770541"/>
          </a:xfrm>
          <a:effectLst/>
        </p:spPr>
        <p:txBody>
          <a:bodyPr>
            <a:no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158" name="Text Placeholder 4">
            <a:extLst>
              <a:ext uri="{FF2B5EF4-FFF2-40B4-BE49-F238E27FC236}">
                <a16:creationId xmlns:a16="http://schemas.microsoft.com/office/drawing/2014/main" id="{6B8D4E81-2A84-42D4-80CB-E6AF8CAE97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71893" y="3994744"/>
            <a:ext cx="1749257" cy="770541"/>
          </a:xfrm>
          <a:effectLst/>
        </p:spPr>
        <p:txBody>
          <a:bodyPr>
            <a:no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159" name="Text Placeholder 4">
            <a:extLst>
              <a:ext uri="{FF2B5EF4-FFF2-40B4-BE49-F238E27FC236}">
                <a16:creationId xmlns:a16="http://schemas.microsoft.com/office/drawing/2014/main" id="{A944C902-BB89-452F-B08E-09BD817630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95827" y="2470779"/>
            <a:ext cx="1749257" cy="770541"/>
          </a:xfrm>
          <a:effectLst/>
        </p:spPr>
        <p:txBody>
          <a:bodyPr>
            <a:noAutofit/>
          </a:bodyPr>
          <a:lstStyle>
            <a:lvl1pPr marL="0" indent="0" algn="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161" name="Picture Placeholder 70">
            <a:extLst>
              <a:ext uri="{FF2B5EF4-FFF2-40B4-BE49-F238E27FC236}">
                <a16:creationId xmlns:a16="http://schemas.microsoft.com/office/drawing/2014/main" id="{0534BCEE-5B36-4E23-B6F6-4C883F3C90E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00475" y="4187824"/>
            <a:ext cx="335092" cy="3350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62" name="Picture Placeholder 70">
            <a:extLst>
              <a:ext uri="{FF2B5EF4-FFF2-40B4-BE49-F238E27FC236}">
                <a16:creationId xmlns:a16="http://schemas.microsoft.com/office/drawing/2014/main" id="{FEFE1B2B-8203-4506-ABD1-CD9A6D7448E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037052" y="5321209"/>
            <a:ext cx="335092" cy="3350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63" name="Picture Placeholder 70">
            <a:extLst>
              <a:ext uri="{FF2B5EF4-FFF2-40B4-BE49-F238E27FC236}">
                <a16:creationId xmlns:a16="http://schemas.microsoft.com/office/drawing/2014/main" id="{4AFEDE16-EC37-420E-BEA5-01198C479C3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03838" y="5293736"/>
            <a:ext cx="335092" cy="3350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64" name="Picture Placeholder 70">
            <a:extLst>
              <a:ext uri="{FF2B5EF4-FFF2-40B4-BE49-F238E27FC236}">
                <a16:creationId xmlns:a16="http://schemas.microsoft.com/office/drawing/2014/main" id="{FB39BB81-0DBC-4A6E-B704-449CA25A5B7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402169" y="4187824"/>
            <a:ext cx="335092" cy="3350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65" name="Picture Placeholder 70">
            <a:extLst>
              <a:ext uri="{FF2B5EF4-FFF2-40B4-BE49-F238E27FC236}">
                <a16:creationId xmlns:a16="http://schemas.microsoft.com/office/drawing/2014/main" id="{3486C91C-4F89-4893-86E6-B5F47753F03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090745" y="2750097"/>
            <a:ext cx="335092" cy="3350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66" name="Picture Placeholder 70">
            <a:extLst>
              <a:ext uri="{FF2B5EF4-FFF2-40B4-BE49-F238E27FC236}">
                <a16:creationId xmlns:a16="http://schemas.microsoft.com/office/drawing/2014/main" id="{42A2E84D-9EE1-4D8B-8C09-A660BBB9045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752820" y="2113309"/>
            <a:ext cx="335092" cy="3350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67" name="Picture Placeholder 70">
            <a:extLst>
              <a:ext uri="{FF2B5EF4-FFF2-40B4-BE49-F238E27FC236}">
                <a16:creationId xmlns:a16="http://schemas.microsoft.com/office/drawing/2014/main" id="{0DAA7153-20A4-40A6-B9B1-5C427F8455C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428643" y="2759424"/>
            <a:ext cx="335092" cy="33509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65" name="Picture Placeholder 70">
            <a:extLst>
              <a:ext uri="{FF2B5EF4-FFF2-40B4-BE49-F238E27FC236}">
                <a16:creationId xmlns:a16="http://schemas.microsoft.com/office/drawing/2014/main" id="{01A26259-AA0E-4C80-A041-3A150505EA8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561071" y="3575866"/>
            <a:ext cx="745536" cy="745536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Picture</a:t>
            </a:r>
            <a:endParaRPr lang="en-ZA" dirty="0"/>
          </a:p>
        </p:txBody>
      </p:sp>
      <p:sp>
        <p:nvSpPr>
          <p:cNvPr id="66" name="Text Placeholder 4">
            <a:extLst>
              <a:ext uri="{FF2B5EF4-FFF2-40B4-BE49-F238E27FC236}">
                <a16:creationId xmlns:a16="http://schemas.microsoft.com/office/drawing/2014/main" id="{A8A57AFD-D0FA-4B0E-893B-1626ACC50E6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95885" y="1057297"/>
            <a:ext cx="1749257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7A4FB9E3-0168-4027-AACF-4518A1D27C6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74462" y="1987711"/>
            <a:ext cx="1749257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F7756077-1E88-4E6A-87A7-E1C8A410B32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628324" y="3704215"/>
            <a:ext cx="1749257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69" name="Text Placeholder 4">
            <a:extLst>
              <a:ext uri="{FF2B5EF4-FFF2-40B4-BE49-F238E27FC236}">
                <a16:creationId xmlns:a16="http://schemas.microsoft.com/office/drawing/2014/main" id="{7F543E62-D525-4842-BE93-EA806ADDAF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893778" y="5489382"/>
            <a:ext cx="1749257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44C5034A-1A1C-41C2-9BC3-0156697EDD3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140378" y="5433636"/>
            <a:ext cx="1749257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71" name="Text Placeholder 4">
            <a:extLst>
              <a:ext uri="{FF2B5EF4-FFF2-40B4-BE49-F238E27FC236}">
                <a16:creationId xmlns:a16="http://schemas.microsoft.com/office/drawing/2014/main" id="{F5B3D657-1754-43FE-99CE-F960E96A691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65750" y="3696287"/>
            <a:ext cx="1749257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8B219711-460E-4814-95F0-C48E1E837C1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95827" y="2156934"/>
            <a:ext cx="1749257" cy="293144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20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2121750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ep_Tree_template_V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4">
            <a:extLst>
              <a:ext uri="{FF2B5EF4-FFF2-40B4-BE49-F238E27FC236}">
                <a16:creationId xmlns:a16="http://schemas.microsoft.com/office/drawing/2014/main" id="{DC492AA3-F4DA-4BBB-8A67-826A313D349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20">
            <a:extLst>
              <a:ext uri="{FF2B5EF4-FFF2-40B4-BE49-F238E27FC236}">
                <a16:creationId xmlns:a16="http://schemas.microsoft.com/office/drawing/2014/main" id="{60CC5F76-0F49-439B-989E-32724EFE24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761" y="388812"/>
            <a:ext cx="6497158" cy="668414"/>
          </a:xfrm>
        </p:spPr>
        <p:txBody>
          <a:bodyPr anchor="t">
            <a:noAutofit/>
          </a:bodyPr>
          <a:lstStyle>
            <a:lvl1pPr>
              <a:defRPr sz="5000">
                <a:solidFill>
                  <a:schemeClr val="bg1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Seven Step Tree Diagram</a:t>
            </a: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490BC0E8-B0C4-4D93-9BBE-1D466531180E}"/>
              </a:ext>
            </a:extLst>
          </p:cNvPr>
          <p:cNvSpPr/>
          <p:nvPr userDrawn="1"/>
        </p:nvSpPr>
        <p:spPr>
          <a:xfrm>
            <a:off x="2744418" y="1447800"/>
            <a:ext cx="6699988" cy="4563360"/>
          </a:xfrm>
          <a:custGeom>
            <a:avLst/>
            <a:gdLst/>
            <a:ahLst/>
            <a:cxnLst/>
            <a:rect l="l" t="t" r="r" b="b"/>
            <a:pathLst>
              <a:path w="6699988" h="4563360">
                <a:moveTo>
                  <a:pt x="3326679" y="0"/>
                </a:moveTo>
                <a:lnTo>
                  <a:pt x="3336354" y="571"/>
                </a:lnTo>
                <a:cubicBezTo>
                  <a:pt x="3372269" y="-949"/>
                  <a:pt x="3408707" y="1159"/>
                  <a:pt x="3445418" y="6182"/>
                </a:cubicBezTo>
                <a:lnTo>
                  <a:pt x="3449995" y="7285"/>
                </a:lnTo>
                <a:cubicBezTo>
                  <a:pt x="3541957" y="19571"/>
                  <a:pt x="3629003" y="50514"/>
                  <a:pt x="3706661" y="96727"/>
                </a:cubicBezTo>
                <a:cubicBezTo>
                  <a:pt x="3716202" y="101845"/>
                  <a:pt x="3725391" y="107520"/>
                  <a:pt x="3733246" y="115214"/>
                </a:cubicBezTo>
                <a:cubicBezTo>
                  <a:pt x="3762951" y="131524"/>
                  <a:pt x="3789975" y="151908"/>
                  <a:pt x="3814679" y="174997"/>
                </a:cubicBezTo>
                <a:cubicBezTo>
                  <a:pt x="3824270" y="182502"/>
                  <a:pt x="3833197" y="190744"/>
                  <a:pt x="3840377" y="200770"/>
                </a:cubicBezTo>
                <a:cubicBezTo>
                  <a:pt x="3865595" y="221345"/>
                  <a:pt x="3887396" y="245525"/>
                  <a:pt x="3906231" y="272176"/>
                </a:cubicBezTo>
                <a:cubicBezTo>
                  <a:pt x="3914373" y="281253"/>
                  <a:pt x="3921610" y="291035"/>
                  <a:pt x="3926893" y="302189"/>
                </a:cubicBezTo>
                <a:cubicBezTo>
                  <a:pt x="3947704" y="326764"/>
                  <a:pt x="3964433" y="354379"/>
                  <a:pt x="3977554" y="384107"/>
                </a:cubicBezTo>
                <a:cubicBezTo>
                  <a:pt x="3984722" y="395723"/>
                  <a:pt x="3990607" y="408015"/>
                  <a:pt x="3994126" y="421376"/>
                </a:cubicBezTo>
                <a:cubicBezTo>
                  <a:pt x="4009213" y="447953"/>
                  <a:pt x="4019806" y="476779"/>
                  <a:pt x="4026521" y="507103"/>
                </a:cubicBezTo>
                <a:cubicBezTo>
                  <a:pt x="4032429" y="522212"/>
                  <a:pt x="4036484" y="537913"/>
                  <a:pt x="4037589" y="554323"/>
                </a:cubicBezTo>
                <a:cubicBezTo>
                  <a:pt x="4044766" y="572378"/>
                  <a:pt x="4048169" y="591420"/>
                  <a:pt x="4050815" y="610753"/>
                </a:cubicBezTo>
                <a:lnTo>
                  <a:pt x="4053909" y="652332"/>
                </a:lnTo>
                <a:cubicBezTo>
                  <a:pt x="4055026" y="658245"/>
                  <a:pt x="4055405" y="664226"/>
                  <a:pt x="4055242" y="670245"/>
                </a:cubicBezTo>
                <a:cubicBezTo>
                  <a:pt x="4057064" y="684774"/>
                  <a:pt x="4057269" y="699288"/>
                  <a:pt x="4055914" y="713692"/>
                </a:cubicBezTo>
                <a:cubicBezTo>
                  <a:pt x="4056222" y="743011"/>
                  <a:pt x="4054065" y="772628"/>
                  <a:pt x="4049988" y="802426"/>
                </a:cubicBezTo>
                <a:lnTo>
                  <a:pt x="4048698" y="808148"/>
                </a:lnTo>
                <a:cubicBezTo>
                  <a:pt x="3980309" y="1384492"/>
                  <a:pt x="4167854" y="1593112"/>
                  <a:pt x="4617365" y="1690255"/>
                </a:cubicBezTo>
                <a:cubicBezTo>
                  <a:pt x="4648112" y="1690957"/>
                  <a:pt x="4678533" y="1696929"/>
                  <a:pt x="4707986" y="1707940"/>
                </a:cubicBezTo>
                <a:lnTo>
                  <a:pt x="4717110" y="1709683"/>
                </a:lnTo>
                <a:cubicBezTo>
                  <a:pt x="4724607" y="1711845"/>
                  <a:pt x="4732048" y="1714158"/>
                  <a:pt x="4739046" y="1717761"/>
                </a:cubicBezTo>
                <a:cubicBezTo>
                  <a:pt x="4740810" y="1718101"/>
                  <a:pt x="4742561" y="1718474"/>
                  <a:pt x="4744125" y="1719630"/>
                </a:cubicBezTo>
                <a:lnTo>
                  <a:pt x="4784481" y="1732685"/>
                </a:lnTo>
                <a:cubicBezTo>
                  <a:pt x="4795802" y="1737651"/>
                  <a:pt x="4806885" y="1742933"/>
                  <a:pt x="4816371" y="1751144"/>
                </a:cubicBezTo>
                <a:lnTo>
                  <a:pt x="4861265" y="1774375"/>
                </a:lnTo>
                <a:cubicBezTo>
                  <a:pt x="4867531" y="1777543"/>
                  <a:pt x="4873374" y="1781371"/>
                  <a:pt x="4878496" y="1786254"/>
                </a:cubicBezTo>
                <a:cubicBezTo>
                  <a:pt x="4879919" y="1787152"/>
                  <a:pt x="4881336" y="1788058"/>
                  <a:pt x="4882468" y="1789402"/>
                </a:cubicBezTo>
                <a:cubicBezTo>
                  <a:pt x="4896509" y="1797189"/>
                  <a:pt x="4909148" y="1806806"/>
                  <a:pt x="4919655" y="1818869"/>
                </a:cubicBezTo>
                <a:lnTo>
                  <a:pt x="4944854" y="1838838"/>
                </a:lnTo>
                <a:cubicBezTo>
                  <a:pt x="4953010" y="1844847"/>
                  <a:pt x="4960247" y="1851856"/>
                  <a:pt x="4966303" y="1860023"/>
                </a:cubicBezTo>
                <a:cubicBezTo>
                  <a:pt x="4969697" y="1863121"/>
                  <a:pt x="4973020" y="1866290"/>
                  <a:pt x="4975302" y="1870501"/>
                </a:cubicBezTo>
                <a:cubicBezTo>
                  <a:pt x="4985326" y="1878762"/>
                  <a:pt x="4993701" y="1888491"/>
                  <a:pt x="5000302" y="1899612"/>
                </a:cubicBezTo>
                <a:lnTo>
                  <a:pt x="5015033" y="1916765"/>
                </a:lnTo>
                <a:cubicBezTo>
                  <a:pt x="5021899" y="1923318"/>
                  <a:pt x="5027369" y="1930933"/>
                  <a:pt x="5032005" y="1939129"/>
                </a:cubicBezTo>
                <a:cubicBezTo>
                  <a:pt x="5040429" y="1951003"/>
                  <a:pt x="5048300" y="1963300"/>
                  <a:pt x="5053615" y="1977134"/>
                </a:cubicBezTo>
                <a:cubicBezTo>
                  <a:pt x="5057053" y="1981275"/>
                  <a:pt x="5059571" y="1985929"/>
                  <a:pt x="5061451" y="1990914"/>
                </a:cubicBezTo>
                <a:lnTo>
                  <a:pt x="5079399" y="2022479"/>
                </a:lnTo>
                <a:cubicBezTo>
                  <a:pt x="5085408" y="2033870"/>
                  <a:pt x="5090426" y="2045756"/>
                  <a:pt x="5092951" y="2058644"/>
                </a:cubicBezTo>
                <a:cubicBezTo>
                  <a:pt x="5101139" y="2075987"/>
                  <a:pt x="5107025" y="2094342"/>
                  <a:pt x="5111125" y="2113354"/>
                </a:cubicBezTo>
                <a:cubicBezTo>
                  <a:pt x="5111310" y="2113832"/>
                  <a:pt x="5111493" y="2114310"/>
                  <a:pt x="5111449" y="2114874"/>
                </a:cubicBezTo>
                <a:cubicBezTo>
                  <a:pt x="5244700" y="2521215"/>
                  <a:pt x="5553633" y="2662810"/>
                  <a:pt x="5995230" y="2489617"/>
                </a:cubicBezTo>
                <a:cubicBezTo>
                  <a:pt x="6117820" y="2443049"/>
                  <a:pt x="6257970" y="2443043"/>
                  <a:pt x="6387548" y="2499876"/>
                </a:cubicBezTo>
                <a:cubicBezTo>
                  <a:pt x="6651547" y="2615669"/>
                  <a:pt x="6771691" y="2923551"/>
                  <a:pt x="6655899" y="3187550"/>
                </a:cubicBezTo>
                <a:cubicBezTo>
                  <a:pt x="6540107" y="3451547"/>
                  <a:pt x="6232225" y="3571693"/>
                  <a:pt x="5968227" y="3455900"/>
                </a:cubicBezTo>
                <a:cubicBezTo>
                  <a:pt x="5838649" y="3399066"/>
                  <a:pt x="5743727" y="3295954"/>
                  <a:pt x="5694954" y="3174224"/>
                </a:cubicBezTo>
                <a:cubicBezTo>
                  <a:pt x="5541276" y="2778324"/>
                  <a:pt x="5270863" y="2578186"/>
                  <a:pt x="4897642" y="2738589"/>
                </a:cubicBezTo>
                <a:cubicBezTo>
                  <a:pt x="4610962" y="3022931"/>
                  <a:pt x="4621919" y="3352309"/>
                  <a:pt x="4954249" y="3670681"/>
                </a:cubicBezTo>
                <a:cubicBezTo>
                  <a:pt x="5047967" y="3762410"/>
                  <a:pt x="5106790" y="3889618"/>
                  <a:pt x="5109583" y="4031084"/>
                </a:cubicBezTo>
                <a:cubicBezTo>
                  <a:pt x="5115274" y="4319305"/>
                  <a:pt x="4886239" y="4557567"/>
                  <a:pt x="4598019" y="4563257"/>
                </a:cubicBezTo>
                <a:cubicBezTo>
                  <a:pt x="4309799" y="4568948"/>
                  <a:pt x="4071537" y="4339913"/>
                  <a:pt x="4065846" y="4051694"/>
                </a:cubicBezTo>
                <a:cubicBezTo>
                  <a:pt x="4063053" y="3910227"/>
                  <a:pt x="4116808" y="3780796"/>
                  <a:pt x="4206831" y="3685439"/>
                </a:cubicBezTo>
                <a:cubicBezTo>
                  <a:pt x="4514269" y="3366756"/>
                  <a:pt x="4575268" y="3022198"/>
                  <a:pt x="4226796" y="2744687"/>
                </a:cubicBezTo>
                <a:cubicBezTo>
                  <a:pt x="4179493" y="2714208"/>
                  <a:pt x="4138496" y="2676679"/>
                  <a:pt x="4105666" y="2633069"/>
                </a:cubicBezTo>
                <a:cubicBezTo>
                  <a:pt x="4100652" y="2628370"/>
                  <a:pt x="4096358" y="2623063"/>
                  <a:pt x="4093130" y="2616921"/>
                </a:cubicBezTo>
                <a:cubicBezTo>
                  <a:pt x="4071495" y="2593209"/>
                  <a:pt x="4054207" y="2566352"/>
                  <a:pt x="4041454" y="2537139"/>
                </a:cubicBezTo>
                <a:cubicBezTo>
                  <a:pt x="4035201" y="2528739"/>
                  <a:pt x="4030533" y="2519464"/>
                  <a:pt x="4027456" y="2509418"/>
                </a:cubicBezTo>
                <a:cubicBezTo>
                  <a:pt x="4012131" y="2482275"/>
                  <a:pt x="4001237" y="2453096"/>
                  <a:pt x="3995281" y="2422464"/>
                </a:cubicBezTo>
                <a:cubicBezTo>
                  <a:pt x="3990643" y="2412250"/>
                  <a:pt x="3987932" y="2401448"/>
                  <a:pt x="3986178" y="2390385"/>
                </a:cubicBezTo>
                <a:cubicBezTo>
                  <a:pt x="3981392" y="2376969"/>
                  <a:pt x="3978804" y="2363047"/>
                  <a:pt x="3978277" y="2348796"/>
                </a:cubicBezTo>
                <a:cubicBezTo>
                  <a:pt x="3974574" y="2325327"/>
                  <a:pt x="3972599" y="2301341"/>
                  <a:pt x="3972118" y="2276976"/>
                </a:cubicBezTo>
                <a:cubicBezTo>
                  <a:pt x="3972113" y="2276741"/>
                  <a:pt x="3972109" y="2276507"/>
                  <a:pt x="3972175" y="2276271"/>
                </a:cubicBezTo>
                <a:cubicBezTo>
                  <a:pt x="3969838" y="2240658"/>
                  <a:pt x="3972381" y="2204695"/>
                  <a:pt x="3980366" y="2169182"/>
                </a:cubicBezTo>
                <a:cubicBezTo>
                  <a:pt x="3969734" y="1767563"/>
                  <a:pt x="3864957" y="1498426"/>
                  <a:pt x="3349995" y="1418283"/>
                </a:cubicBezTo>
                <a:cubicBezTo>
                  <a:pt x="2835032" y="1498426"/>
                  <a:pt x="2730255" y="1767563"/>
                  <a:pt x="2719623" y="2169182"/>
                </a:cubicBezTo>
                <a:cubicBezTo>
                  <a:pt x="2727607" y="2204695"/>
                  <a:pt x="2730150" y="2240658"/>
                  <a:pt x="2727814" y="2276271"/>
                </a:cubicBezTo>
                <a:cubicBezTo>
                  <a:pt x="2727879" y="2276507"/>
                  <a:pt x="2727876" y="2276741"/>
                  <a:pt x="2727871" y="2276976"/>
                </a:cubicBezTo>
                <a:cubicBezTo>
                  <a:pt x="2727389" y="2301341"/>
                  <a:pt x="2725414" y="2325327"/>
                  <a:pt x="2721712" y="2348796"/>
                </a:cubicBezTo>
                <a:cubicBezTo>
                  <a:pt x="2721185" y="2363047"/>
                  <a:pt x="2718597" y="2376969"/>
                  <a:pt x="2713811" y="2390385"/>
                </a:cubicBezTo>
                <a:cubicBezTo>
                  <a:pt x="2712057" y="2401448"/>
                  <a:pt x="2709345" y="2412250"/>
                  <a:pt x="2704708" y="2422464"/>
                </a:cubicBezTo>
                <a:cubicBezTo>
                  <a:pt x="2698752" y="2453096"/>
                  <a:pt x="2687858" y="2482275"/>
                  <a:pt x="2672533" y="2509418"/>
                </a:cubicBezTo>
                <a:cubicBezTo>
                  <a:pt x="2669455" y="2519464"/>
                  <a:pt x="2664788" y="2528739"/>
                  <a:pt x="2658534" y="2537139"/>
                </a:cubicBezTo>
                <a:cubicBezTo>
                  <a:pt x="2645781" y="2566352"/>
                  <a:pt x="2628494" y="2593209"/>
                  <a:pt x="2606859" y="2616921"/>
                </a:cubicBezTo>
                <a:cubicBezTo>
                  <a:pt x="2603631" y="2623063"/>
                  <a:pt x="2599337" y="2628370"/>
                  <a:pt x="2594323" y="2633069"/>
                </a:cubicBezTo>
                <a:cubicBezTo>
                  <a:pt x="2561493" y="2676679"/>
                  <a:pt x="2520496" y="2714208"/>
                  <a:pt x="2473193" y="2744687"/>
                </a:cubicBezTo>
                <a:cubicBezTo>
                  <a:pt x="2124721" y="3022198"/>
                  <a:pt x="2185720" y="3366756"/>
                  <a:pt x="2493158" y="3685439"/>
                </a:cubicBezTo>
                <a:cubicBezTo>
                  <a:pt x="2583181" y="3780796"/>
                  <a:pt x="2636936" y="3910227"/>
                  <a:pt x="2634143" y="4051694"/>
                </a:cubicBezTo>
                <a:cubicBezTo>
                  <a:pt x="2628451" y="4339913"/>
                  <a:pt x="2390189" y="4568948"/>
                  <a:pt x="2101970" y="4563257"/>
                </a:cubicBezTo>
                <a:cubicBezTo>
                  <a:pt x="1813750" y="4557567"/>
                  <a:pt x="1584715" y="4319305"/>
                  <a:pt x="1590406" y="4031084"/>
                </a:cubicBezTo>
                <a:cubicBezTo>
                  <a:pt x="1593199" y="3889618"/>
                  <a:pt x="1652022" y="3762410"/>
                  <a:pt x="1745740" y="3670681"/>
                </a:cubicBezTo>
                <a:cubicBezTo>
                  <a:pt x="2078069" y="3352309"/>
                  <a:pt x="2089027" y="3022931"/>
                  <a:pt x="1802347" y="2738589"/>
                </a:cubicBezTo>
                <a:cubicBezTo>
                  <a:pt x="1429125" y="2578186"/>
                  <a:pt x="1158713" y="2778324"/>
                  <a:pt x="1005035" y="3174224"/>
                </a:cubicBezTo>
                <a:cubicBezTo>
                  <a:pt x="956262" y="3295954"/>
                  <a:pt x="861340" y="3399066"/>
                  <a:pt x="731762" y="3455900"/>
                </a:cubicBezTo>
                <a:cubicBezTo>
                  <a:pt x="467763" y="3571693"/>
                  <a:pt x="159882" y="3451547"/>
                  <a:pt x="44090" y="3187550"/>
                </a:cubicBezTo>
                <a:cubicBezTo>
                  <a:pt x="-71703" y="2923551"/>
                  <a:pt x="48442" y="2615669"/>
                  <a:pt x="312441" y="2499876"/>
                </a:cubicBezTo>
                <a:cubicBezTo>
                  <a:pt x="442019" y="2443043"/>
                  <a:pt x="582169" y="2443049"/>
                  <a:pt x="704759" y="2489617"/>
                </a:cubicBezTo>
                <a:cubicBezTo>
                  <a:pt x="1146356" y="2662810"/>
                  <a:pt x="1455289" y="2521215"/>
                  <a:pt x="1588540" y="2114874"/>
                </a:cubicBezTo>
                <a:cubicBezTo>
                  <a:pt x="1588496" y="2114310"/>
                  <a:pt x="1588679" y="2113832"/>
                  <a:pt x="1588864" y="2113354"/>
                </a:cubicBezTo>
                <a:cubicBezTo>
                  <a:pt x="1592964" y="2094342"/>
                  <a:pt x="1598850" y="2075987"/>
                  <a:pt x="1607038" y="2058644"/>
                </a:cubicBezTo>
                <a:cubicBezTo>
                  <a:pt x="1609563" y="2045756"/>
                  <a:pt x="1614580" y="2033870"/>
                  <a:pt x="1620590" y="2022479"/>
                </a:cubicBezTo>
                <a:lnTo>
                  <a:pt x="1638538" y="1990914"/>
                </a:lnTo>
                <a:cubicBezTo>
                  <a:pt x="1640418" y="1985929"/>
                  <a:pt x="1642936" y="1981275"/>
                  <a:pt x="1646373" y="1977134"/>
                </a:cubicBezTo>
                <a:cubicBezTo>
                  <a:pt x="1651689" y="1963300"/>
                  <a:pt x="1659560" y="1951003"/>
                  <a:pt x="1667984" y="1939129"/>
                </a:cubicBezTo>
                <a:cubicBezTo>
                  <a:pt x="1672620" y="1930933"/>
                  <a:pt x="1678090" y="1923318"/>
                  <a:pt x="1684956" y="1916765"/>
                </a:cubicBezTo>
                <a:lnTo>
                  <a:pt x="1699687" y="1899612"/>
                </a:lnTo>
                <a:cubicBezTo>
                  <a:pt x="1706288" y="1888491"/>
                  <a:pt x="1714663" y="1878762"/>
                  <a:pt x="1724687" y="1870501"/>
                </a:cubicBezTo>
                <a:cubicBezTo>
                  <a:pt x="1726969" y="1866290"/>
                  <a:pt x="1730291" y="1863121"/>
                  <a:pt x="1733686" y="1860023"/>
                </a:cubicBezTo>
                <a:cubicBezTo>
                  <a:pt x="1739742" y="1851856"/>
                  <a:pt x="1746979" y="1844847"/>
                  <a:pt x="1755135" y="1838838"/>
                </a:cubicBezTo>
                <a:lnTo>
                  <a:pt x="1780333" y="1818869"/>
                </a:lnTo>
                <a:cubicBezTo>
                  <a:pt x="1790841" y="1806806"/>
                  <a:pt x="1803480" y="1797189"/>
                  <a:pt x="1817521" y="1789402"/>
                </a:cubicBezTo>
                <a:cubicBezTo>
                  <a:pt x="1818653" y="1788058"/>
                  <a:pt x="1820070" y="1787152"/>
                  <a:pt x="1821493" y="1786254"/>
                </a:cubicBezTo>
                <a:cubicBezTo>
                  <a:pt x="1826615" y="1781371"/>
                  <a:pt x="1832458" y="1777543"/>
                  <a:pt x="1838724" y="1774375"/>
                </a:cubicBezTo>
                <a:lnTo>
                  <a:pt x="1883618" y="1751144"/>
                </a:lnTo>
                <a:cubicBezTo>
                  <a:pt x="1893104" y="1742933"/>
                  <a:pt x="1904187" y="1737651"/>
                  <a:pt x="1915508" y="1732685"/>
                </a:cubicBezTo>
                <a:lnTo>
                  <a:pt x="1955864" y="1719630"/>
                </a:lnTo>
                <a:cubicBezTo>
                  <a:pt x="1957427" y="1718474"/>
                  <a:pt x="1959179" y="1718101"/>
                  <a:pt x="1960943" y="1717761"/>
                </a:cubicBezTo>
                <a:cubicBezTo>
                  <a:pt x="1967941" y="1714158"/>
                  <a:pt x="1975382" y="1711845"/>
                  <a:pt x="1982879" y="1709683"/>
                </a:cubicBezTo>
                <a:lnTo>
                  <a:pt x="1992003" y="1707940"/>
                </a:lnTo>
                <a:cubicBezTo>
                  <a:pt x="2021455" y="1696929"/>
                  <a:pt x="2051877" y="1690957"/>
                  <a:pt x="2082624" y="1690255"/>
                </a:cubicBezTo>
                <a:cubicBezTo>
                  <a:pt x="2532135" y="1593112"/>
                  <a:pt x="2719680" y="1384492"/>
                  <a:pt x="2651291" y="808148"/>
                </a:cubicBezTo>
                <a:cubicBezTo>
                  <a:pt x="2650537" y="806290"/>
                  <a:pt x="2650265" y="804359"/>
                  <a:pt x="2650001" y="802426"/>
                </a:cubicBezTo>
                <a:cubicBezTo>
                  <a:pt x="2645924" y="772628"/>
                  <a:pt x="2643767" y="743010"/>
                  <a:pt x="2644075" y="713690"/>
                </a:cubicBezTo>
                <a:cubicBezTo>
                  <a:pt x="2642720" y="699288"/>
                  <a:pt x="2642925" y="684776"/>
                  <a:pt x="2644747" y="670249"/>
                </a:cubicBezTo>
                <a:cubicBezTo>
                  <a:pt x="2644584" y="664227"/>
                  <a:pt x="2644963" y="658245"/>
                  <a:pt x="2646080" y="652330"/>
                </a:cubicBezTo>
                <a:cubicBezTo>
                  <a:pt x="2645795" y="638453"/>
                  <a:pt x="2647276" y="624622"/>
                  <a:pt x="2649174" y="610753"/>
                </a:cubicBezTo>
                <a:lnTo>
                  <a:pt x="2661569" y="559314"/>
                </a:lnTo>
                <a:cubicBezTo>
                  <a:pt x="2663041" y="539430"/>
                  <a:pt x="2667970" y="520371"/>
                  <a:pt x="2675350" y="502121"/>
                </a:cubicBezTo>
                <a:cubicBezTo>
                  <a:pt x="2681064" y="474599"/>
                  <a:pt x="2690673" y="448542"/>
                  <a:pt x="2704642" y="424605"/>
                </a:cubicBezTo>
                <a:cubicBezTo>
                  <a:pt x="2709559" y="407423"/>
                  <a:pt x="2717259" y="391494"/>
                  <a:pt x="2727026" y="376684"/>
                </a:cubicBezTo>
                <a:cubicBezTo>
                  <a:pt x="2738039" y="350440"/>
                  <a:pt x="2752753" y="326348"/>
                  <a:pt x="2771315" y="305068"/>
                </a:cubicBezTo>
                <a:cubicBezTo>
                  <a:pt x="2779376" y="289480"/>
                  <a:pt x="2789817" y="275551"/>
                  <a:pt x="2802113" y="263116"/>
                </a:cubicBezTo>
                <a:cubicBezTo>
                  <a:pt x="2817335" y="240414"/>
                  <a:pt x="2835662" y="220328"/>
                  <a:pt x="2857107" y="203485"/>
                </a:cubicBezTo>
                <a:cubicBezTo>
                  <a:pt x="2868854" y="188616"/>
                  <a:pt x="2882806" y="175962"/>
                  <a:pt x="2898487" y="165323"/>
                </a:cubicBezTo>
                <a:cubicBezTo>
                  <a:pt x="2916759" y="147056"/>
                  <a:pt x="2937414" y="131669"/>
                  <a:pt x="2960448" y="119835"/>
                </a:cubicBezTo>
                <a:cubicBezTo>
                  <a:pt x="2975733" y="106568"/>
                  <a:pt x="2992971" y="96125"/>
                  <a:pt x="3011662" y="88163"/>
                </a:cubicBezTo>
                <a:cubicBezTo>
                  <a:pt x="3033068" y="73877"/>
                  <a:pt x="3056257" y="62767"/>
                  <a:pt x="3081192" y="55687"/>
                </a:cubicBezTo>
                <a:cubicBezTo>
                  <a:pt x="3098693" y="45513"/>
                  <a:pt x="3117665" y="38612"/>
                  <a:pt x="3137622" y="34363"/>
                </a:cubicBezTo>
                <a:cubicBezTo>
                  <a:pt x="3162585" y="24115"/>
                  <a:pt x="3188797" y="17447"/>
                  <a:pt x="3216083" y="15457"/>
                </a:cubicBezTo>
                <a:cubicBezTo>
                  <a:pt x="3228407" y="10132"/>
                  <a:pt x="3241422" y="7982"/>
                  <a:pt x="3254572" y="6182"/>
                </a:cubicBezTo>
                <a:lnTo>
                  <a:pt x="3290045" y="3141"/>
                </a:lnTo>
                <a:cubicBezTo>
                  <a:pt x="3298728" y="1288"/>
                  <a:pt x="3307543" y="717"/>
                  <a:pt x="3316417" y="880"/>
                </a:cubicBezTo>
                <a:cubicBezTo>
                  <a:pt x="3319827" y="263"/>
                  <a:pt x="3323255" y="119"/>
                  <a:pt x="332667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" dist="127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 prstMaterial="matte">
            <a:bevelT h="254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323409-637B-4548-A180-D2800E806174}"/>
              </a:ext>
            </a:extLst>
          </p:cNvPr>
          <p:cNvSpPr>
            <a:spLocks noChangeAspect="1"/>
          </p:cNvSpPr>
          <p:nvPr userDrawn="1"/>
        </p:nvSpPr>
        <p:spPr>
          <a:xfrm>
            <a:off x="5496925" y="1549968"/>
            <a:ext cx="1194002" cy="1194002"/>
          </a:xfrm>
          <a:prstGeom prst="ellipse">
            <a:avLst/>
          </a:prstGeom>
          <a:solidFill>
            <a:srgbClr val="155E9B"/>
          </a:solidFill>
          <a:ln>
            <a:noFill/>
          </a:ln>
          <a:effectLst>
            <a:outerShdw blurRad="889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A616934-4C71-4690-BCEE-71CB68EC3EF1}"/>
              </a:ext>
            </a:extLst>
          </p:cNvPr>
          <p:cNvSpPr>
            <a:spLocks noChangeAspect="1"/>
          </p:cNvSpPr>
          <p:nvPr userDrawn="1"/>
        </p:nvSpPr>
        <p:spPr>
          <a:xfrm>
            <a:off x="4400314" y="3209317"/>
            <a:ext cx="979082" cy="979082"/>
          </a:xfrm>
          <a:prstGeom prst="ellipse">
            <a:avLst/>
          </a:prstGeom>
          <a:solidFill>
            <a:srgbClr val="8EC152"/>
          </a:solidFill>
          <a:ln>
            <a:noFill/>
          </a:ln>
          <a:effectLst>
            <a:outerShdw blurRad="889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6BC86EF-9BE2-49CF-ADC1-196BFC07CCC9}"/>
              </a:ext>
            </a:extLst>
          </p:cNvPr>
          <p:cNvSpPr>
            <a:spLocks noChangeAspect="1"/>
          </p:cNvSpPr>
          <p:nvPr userDrawn="1"/>
        </p:nvSpPr>
        <p:spPr>
          <a:xfrm>
            <a:off x="6806707" y="3224557"/>
            <a:ext cx="979082" cy="979082"/>
          </a:xfrm>
          <a:prstGeom prst="ellipse">
            <a:avLst/>
          </a:prstGeom>
          <a:solidFill>
            <a:srgbClr val="FBC069"/>
          </a:solidFill>
          <a:ln>
            <a:noFill/>
          </a:ln>
          <a:effectLst>
            <a:outerShdw blurRad="889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1BB5429-0E5E-4909-889C-E8373BB918EB}"/>
              </a:ext>
            </a:extLst>
          </p:cNvPr>
          <p:cNvSpPr>
            <a:spLocks noChangeAspect="1"/>
          </p:cNvSpPr>
          <p:nvPr userDrawn="1"/>
        </p:nvSpPr>
        <p:spPr>
          <a:xfrm>
            <a:off x="6889257" y="5048250"/>
            <a:ext cx="886968" cy="886968"/>
          </a:xfrm>
          <a:prstGeom prst="ellipse">
            <a:avLst/>
          </a:prstGeom>
          <a:solidFill>
            <a:srgbClr val="155E9B"/>
          </a:solidFill>
          <a:ln>
            <a:noFill/>
          </a:ln>
          <a:effectLst>
            <a:outerShdw blurRad="889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4275A0-352B-41DE-AECD-67FFF8B949B5}"/>
              </a:ext>
            </a:extLst>
          </p:cNvPr>
          <p:cNvSpPr>
            <a:spLocks noChangeAspect="1"/>
          </p:cNvSpPr>
          <p:nvPr userDrawn="1"/>
        </p:nvSpPr>
        <p:spPr>
          <a:xfrm>
            <a:off x="8485647" y="3985260"/>
            <a:ext cx="886968" cy="886968"/>
          </a:xfrm>
          <a:prstGeom prst="ellipse">
            <a:avLst/>
          </a:prstGeom>
          <a:solidFill>
            <a:srgbClr val="C3C6E5"/>
          </a:solidFill>
          <a:ln>
            <a:noFill/>
          </a:ln>
          <a:effectLst>
            <a:outerShdw blurRad="889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3DE63BE-18CF-41E5-AA49-C743D18A7CED}"/>
              </a:ext>
            </a:extLst>
          </p:cNvPr>
          <p:cNvSpPr>
            <a:spLocks noChangeAspect="1"/>
          </p:cNvSpPr>
          <p:nvPr userDrawn="1"/>
        </p:nvSpPr>
        <p:spPr>
          <a:xfrm>
            <a:off x="4413287" y="5048250"/>
            <a:ext cx="886968" cy="886968"/>
          </a:xfrm>
          <a:prstGeom prst="ellipse">
            <a:avLst/>
          </a:prstGeom>
          <a:solidFill>
            <a:srgbClr val="C3C6E5"/>
          </a:solidFill>
          <a:ln>
            <a:noFill/>
          </a:ln>
          <a:effectLst>
            <a:outerShdw blurRad="889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AB7C0B-01C1-4E02-AD81-471413B37E8F}"/>
              </a:ext>
            </a:extLst>
          </p:cNvPr>
          <p:cNvSpPr>
            <a:spLocks noChangeAspect="1"/>
          </p:cNvSpPr>
          <p:nvPr userDrawn="1"/>
        </p:nvSpPr>
        <p:spPr>
          <a:xfrm>
            <a:off x="2816367" y="3985260"/>
            <a:ext cx="886968" cy="886968"/>
          </a:xfrm>
          <a:prstGeom prst="ellipse">
            <a:avLst/>
          </a:prstGeom>
          <a:solidFill>
            <a:srgbClr val="FBC069"/>
          </a:solidFill>
          <a:ln>
            <a:noFill/>
          </a:ln>
          <a:effectLst>
            <a:outerShdw blurRad="889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Elbow Connector 55">
            <a:extLst>
              <a:ext uri="{FF2B5EF4-FFF2-40B4-BE49-F238E27FC236}">
                <a16:creationId xmlns:a16="http://schemas.microsoft.com/office/drawing/2014/main" id="{1C798E44-99BE-451E-B0A0-8D9EC58447DD}"/>
              </a:ext>
            </a:extLst>
          </p:cNvPr>
          <p:cNvCxnSpPr/>
          <p:nvPr userDrawn="1"/>
        </p:nvCxnSpPr>
        <p:spPr>
          <a:xfrm rot="10800000" flipV="1">
            <a:off x="7606240" y="3232828"/>
            <a:ext cx="1748585" cy="624917"/>
          </a:xfrm>
          <a:prstGeom prst="bentConnector3">
            <a:avLst>
              <a:gd name="adj1" fmla="val 50000"/>
            </a:avLst>
          </a:prstGeom>
          <a:ln w="38100" cap="rnd">
            <a:solidFill>
              <a:schemeClr val="bg1"/>
            </a:solidFill>
            <a:prstDash val="sysDot"/>
            <a:round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60">
            <a:extLst>
              <a:ext uri="{FF2B5EF4-FFF2-40B4-BE49-F238E27FC236}">
                <a16:creationId xmlns:a16="http://schemas.microsoft.com/office/drawing/2014/main" id="{86956D53-5081-43DE-98AF-8A2851BAB6FC}"/>
              </a:ext>
            </a:extLst>
          </p:cNvPr>
          <p:cNvCxnSpPr/>
          <p:nvPr userDrawn="1"/>
        </p:nvCxnSpPr>
        <p:spPr>
          <a:xfrm rot="10800000">
            <a:off x="7621769" y="5501223"/>
            <a:ext cx="1508368" cy="756133"/>
          </a:xfrm>
          <a:prstGeom prst="bentConnector3">
            <a:avLst>
              <a:gd name="adj1" fmla="val 101437"/>
            </a:avLst>
          </a:prstGeom>
          <a:ln w="38100" cap="rnd">
            <a:solidFill>
              <a:schemeClr val="bg1"/>
            </a:solidFill>
            <a:prstDash val="sysDot"/>
            <a:round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67">
            <a:extLst>
              <a:ext uri="{FF2B5EF4-FFF2-40B4-BE49-F238E27FC236}">
                <a16:creationId xmlns:a16="http://schemas.microsoft.com/office/drawing/2014/main" id="{CA77A6BA-B97A-475F-AAB7-207B52847925}"/>
              </a:ext>
            </a:extLst>
          </p:cNvPr>
          <p:cNvCxnSpPr/>
          <p:nvPr userDrawn="1"/>
        </p:nvCxnSpPr>
        <p:spPr>
          <a:xfrm rot="16200000" flipV="1">
            <a:off x="9101163" y="4657200"/>
            <a:ext cx="497548" cy="439595"/>
          </a:xfrm>
          <a:prstGeom prst="bentConnector3">
            <a:avLst>
              <a:gd name="adj1" fmla="val -123"/>
            </a:avLst>
          </a:prstGeom>
          <a:ln w="38100" cap="rnd">
            <a:solidFill>
              <a:schemeClr val="bg1"/>
            </a:solidFill>
            <a:prstDash val="sysDot"/>
            <a:round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76">
            <a:extLst>
              <a:ext uri="{FF2B5EF4-FFF2-40B4-BE49-F238E27FC236}">
                <a16:creationId xmlns:a16="http://schemas.microsoft.com/office/drawing/2014/main" id="{D8E3F650-F552-4D61-B4CB-CCEA29EC3906}"/>
              </a:ext>
            </a:extLst>
          </p:cNvPr>
          <p:cNvCxnSpPr/>
          <p:nvPr userDrawn="1"/>
        </p:nvCxnSpPr>
        <p:spPr>
          <a:xfrm rot="10800000">
            <a:off x="3579815" y="2831487"/>
            <a:ext cx="1310041" cy="500383"/>
          </a:xfrm>
          <a:prstGeom prst="bentConnector3">
            <a:avLst>
              <a:gd name="adj1" fmla="val 70"/>
            </a:avLst>
          </a:prstGeom>
          <a:ln w="38100" cap="rnd">
            <a:solidFill>
              <a:schemeClr val="bg1"/>
            </a:solidFill>
            <a:prstDash val="sysDot"/>
            <a:round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86">
            <a:extLst>
              <a:ext uri="{FF2B5EF4-FFF2-40B4-BE49-F238E27FC236}">
                <a16:creationId xmlns:a16="http://schemas.microsoft.com/office/drawing/2014/main" id="{DAB6FBC6-303B-40FE-8727-721E31C52BCB}"/>
              </a:ext>
            </a:extLst>
          </p:cNvPr>
          <p:cNvCxnSpPr/>
          <p:nvPr userDrawn="1"/>
        </p:nvCxnSpPr>
        <p:spPr>
          <a:xfrm rot="10800000" flipV="1">
            <a:off x="3103249" y="5791200"/>
            <a:ext cx="1764600" cy="596990"/>
          </a:xfrm>
          <a:prstGeom prst="bentConnector3">
            <a:avLst>
              <a:gd name="adj1" fmla="val -92"/>
            </a:avLst>
          </a:prstGeom>
          <a:ln w="38100" cap="rnd">
            <a:solidFill>
              <a:schemeClr val="bg1"/>
            </a:solidFill>
            <a:prstDash val="sysDot"/>
            <a:round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93">
            <a:extLst>
              <a:ext uri="{FF2B5EF4-FFF2-40B4-BE49-F238E27FC236}">
                <a16:creationId xmlns:a16="http://schemas.microsoft.com/office/drawing/2014/main" id="{7DA9E484-0E3D-49D9-911B-F4F4A7F194D0}"/>
              </a:ext>
            </a:extLst>
          </p:cNvPr>
          <p:cNvCxnSpPr/>
          <p:nvPr userDrawn="1"/>
        </p:nvCxnSpPr>
        <p:spPr>
          <a:xfrm rot="10800000" flipV="1">
            <a:off x="2470236" y="4739224"/>
            <a:ext cx="789617" cy="461667"/>
          </a:xfrm>
          <a:prstGeom prst="bentConnector3">
            <a:avLst>
              <a:gd name="adj1" fmla="val -825"/>
            </a:avLst>
          </a:prstGeom>
          <a:ln w="38100" cap="rnd">
            <a:solidFill>
              <a:schemeClr val="bg1"/>
            </a:solidFill>
            <a:prstDash val="sysDot"/>
            <a:round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101">
            <a:extLst>
              <a:ext uri="{FF2B5EF4-FFF2-40B4-BE49-F238E27FC236}">
                <a16:creationId xmlns:a16="http://schemas.microsoft.com/office/drawing/2014/main" id="{C0657BA0-9E9B-42FB-8C92-AD0B88EC69BD}"/>
              </a:ext>
            </a:extLst>
          </p:cNvPr>
          <p:cNvCxnSpPr/>
          <p:nvPr userDrawn="1"/>
        </p:nvCxnSpPr>
        <p:spPr>
          <a:xfrm rot="10800000" flipV="1">
            <a:off x="6421959" y="1936016"/>
            <a:ext cx="2063689" cy="398474"/>
          </a:xfrm>
          <a:prstGeom prst="bentConnector3">
            <a:avLst>
              <a:gd name="adj1" fmla="val -351"/>
            </a:avLst>
          </a:prstGeom>
          <a:ln w="38100" cap="rnd">
            <a:solidFill>
              <a:schemeClr val="bg1"/>
            </a:solidFill>
            <a:prstDash val="sysDot"/>
            <a:round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65">
            <a:extLst>
              <a:ext uri="{FF2B5EF4-FFF2-40B4-BE49-F238E27FC236}">
                <a16:creationId xmlns:a16="http://schemas.microsoft.com/office/drawing/2014/main" id="{695855EC-EA02-46CF-B381-B551C645657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A530747A-F1D3-49E6-84BB-58BE406465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09047" y="2591089"/>
            <a:ext cx="1749257" cy="770541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62A84B57-393E-4256-9329-95B11769188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09047" y="2296294"/>
            <a:ext cx="1749257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69" name="Text Placeholder 4">
            <a:extLst>
              <a:ext uri="{FF2B5EF4-FFF2-40B4-BE49-F238E27FC236}">
                <a16:creationId xmlns:a16="http://schemas.microsoft.com/office/drawing/2014/main" id="{0145466E-D7AF-4E07-B175-A175576B991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4694" y="4603742"/>
            <a:ext cx="1749257" cy="770541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F0402B7-1B73-4632-99D0-58083DB6AD7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44694" y="4308947"/>
            <a:ext cx="1749257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71" name="Text Placeholder 4">
            <a:extLst>
              <a:ext uri="{FF2B5EF4-FFF2-40B4-BE49-F238E27FC236}">
                <a16:creationId xmlns:a16="http://schemas.microsoft.com/office/drawing/2014/main" id="{5F67980C-FE0B-48B5-8D2F-86B43951262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277302" y="5931395"/>
            <a:ext cx="1749257" cy="770541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72" name="Text Placeholder 4">
            <a:extLst>
              <a:ext uri="{FF2B5EF4-FFF2-40B4-BE49-F238E27FC236}">
                <a16:creationId xmlns:a16="http://schemas.microsoft.com/office/drawing/2014/main" id="{FA8CA67C-3623-4B03-839E-423AF86779C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277302" y="5627075"/>
            <a:ext cx="1749257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73" name="Text Placeholder 4">
            <a:extLst>
              <a:ext uri="{FF2B5EF4-FFF2-40B4-BE49-F238E27FC236}">
                <a16:creationId xmlns:a16="http://schemas.microsoft.com/office/drawing/2014/main" id="{B3F39C1B-5849-4CD1-8DB4-908E6437791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223110" y="5936008"/>
            <a:ext cx="1749257" cy="770541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74" name="Text Placeholder 4">
            <a:extLst>
              <a:ext uri="{FF2B5EF4-FFF2-40B4-BE49-F238E27FC236}">
                <a16:creationId xmlns:a16="http://schemas.microsoft.com/office/drawing/2014/main" id="{E1EB61DF-B233-4268-96CF-D8EFE4D18AC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223110" y="5641213"/>
            <a:ext cx="1749257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75" name="Text Placeholder 4">
            <a:extLst>
              <a:ext uri="{FF2B5EF4-FFF2-40B4-BE49-F238E27FC236}">
                <a16:creationId xmlns:a16="http://schemas.microsoft.com/office/drawing/2014/main" id="{EAF45D8C-A251-4683-A2D7-E176FA22BCD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625983" y="4551616"/>
            <a:ext cx="1749257" cy="770541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BAB57BD2-7E9F-4ED4-9D9B-DA07CD7E1D7F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625983" y="4247296"/>
            <a:ext cx="1749257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02D1766A-EB87-4F7F-9518-79F7B88444D6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36182" y="2947721"/>
            <a:ext cx="1749257" cy="770541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78" name="Text Placeholder 4">
            <a:extLst>
              <a:ext uri="{FF2B5EF4-FFF2-40B4-BE49-F238E27FC236}">
                <a16:creationId xmlns:a16="http://schemas.microsoft.com/office/drawing/2014/main" id="{19FACF6C-A154-4B37-A7F1-C4BDE8BB04D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36182" y="2652926"/>
            <a:ext cx="1749257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79" name="Text Placeholder 4">
            <a:extLst>
              <a:ext uri="{FF2B5EF4-FFF2-40B4-BE49-F238E27FC236}">
                <a16:creationId xmlns:a16="http://schemas.microsoft.com/office/drawing/2014/main" id="{23B2F9F1-4FA4-40D3-9306-467A76AE99F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774706" y="1058876"/>
            <a:ext cx="1749257" cy="770541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80" name="Text Placeholder 4">
            <a:extLst>
              <a:ext uri="{FF2B5EF4-FFF2-40B4-BE49-F238E27FC236}">
                <a16:creationId xmlns:a16="http://schemas.microsoft.com/office/drawing/2014/main" id="{4CB25114-EB79-4841-A18F-89DD0319B2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774706" y="764081"/>
            <a:ext cx="1749257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F291BF-64A8-43B9-9501-C1DD146F063F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3011802" y="4203639"/>
            <a:ext cx="473553" cy="47355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81" name="Picture Placeholder 2">
            <a:extLst>
              <a:ext uri="{FF2B5EF4-FFF2-40B4-BE49-F238E27FC236}">
                <a16:creationId xmlns:a16="http://schemas.microsoft.com/office/drawing/2014/main" id="{C7D0093A-3429-42A9-97B7-690F6C80B09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4631072" y="3472924"/>
            <a:ext cx="473553" cy="473553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82" name="Picture Placeholder 2">
            <a:extLst>
              <a:ext uri="{FF2B5EF4-FFF2-40B4-BE49-F238E27FC236}">
                <a16:creationId xmlns:a16="http://schemas.microsoft.com/office/drawing/2014/main" id="{521EF032-14E6-4DFD-B81C-EA48A6C47EC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5741909" y="1792878"/>
            <a:ext cx="708182" cy="70818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83" name="Picture Placeholder 2">
            <a:extLst>
              <a:ext uri="{FF2B5EF4-FFF2-40B4-BE49-F238E27FC236}">
                <a16:creationId xmlns:a16="http://schemas.microsoft.com/office/drawing/2014/main" id="{C268C567-C836-4C53-9BC0-BEAFF44A471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4618357" y="5254707"/>
            <a:ext cx="473553" cy="47355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84" name="Picture Placeholder 2">
            <a:extLst>
              <a:ext uri="{FF2B5EF4-FFF2-40B4-BE49-F238E27FC236}">
                <a16:creationId xmlns:a16="http://schemas.microsoft.com/office/drawing/2014/main" id="{14188300-3F1F-4120-ABBF-6E891F8E361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7060896" y="3492703"/>
            <a:ext cx="473553" cy="47355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85" name="Picture Placeholder 2">
            <a:extLst>
              <a:ext uri="{FF2B5EF4-FFF2-40B4-BE49-F238E27FC236}">
                <a16:creationId xmlns:a16="http://schemas.microsoft.com/office/drawing/2014/main" id="{088D606A-C2C7-48D2-A5AB-99E7092DF5BF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7092619" y="5260122"/>
            <a:ext cx="473553" cy="47355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88" name="Picture Placeholder 2">
            <a:extLst>
              <a:ext uri="{FF2B5EF4-FFF2-40B4-BE49-F238E27FC236}">
                <a16:creationId xmlns:a16="http://schemas.microsoft.com/office/drawing/2014/main" id="{68CB51AF-383A-4F1C-8242-A9704888332B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699200" y="4199692"/>
            <a:ext cx="473553" cy="47355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205000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ep_Timeline_template_V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110">
            <a:extLst>
              <a:ext uri="{FF2B5EF4-FFF2-40B4-BE49-F238E27FC236}">
                <a16:creationId xmlns:a16="http://schemas.microsoft.com/office/drawing/2014/main" id="{0E557FA9-047F-F349-94E1-9EEE7536E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2" name="Picture 111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C3E5DB6C-6FDD-9840-B401-E319240635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2589" y="394722"/>
            <a:ext cx="1304146" cy="25494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EF2EB5C-CC51-6648-A488-7E53045988E0}"/>
              </a:ext>
            </a:extLst>
          </p:cNvPr>
          <p:cNvCxnSpPr/>
          <p:nvPr userDrawn="1"/>
        </p:nvCxnSpPr>
        <p:spPr>
          <a:xfrm>
            <a:off x="0" y="3917663"/>
            <a:ext cx="1218882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onut 35">
            <a:extLst>
              <a:ext uri="{FF2B5EF4-FFF2-40B4-BE49-F238E27FC236}">
                <a16:creationId xmlns:a16="http://schemas.microsoft.com/office/drawing/2014/main" id="{6EDB0765-FC2F-EB4B-A8DA-132463DBB3A4}"/>
              </a:ext>
            </a:extLst>
          </p:cNvPr>
          <p:cNvSpPr/>
          <p:nvPr userDrawn="1"/>
        </p:nvSpPr>
        <p:spPr>
          <a:xfrm>
            <a:off x="1473553" y="4051670"/>
            <a:ext cx="150646" cy="150646"/>
          </a:xfrm>
          <a:prstGeom prst="donut">
            <a:avLst/>
          </a:prstGeom>
          <a:solidFill>
            <a:srgbClr val="1178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499ECC50-714F-A842-B84F-442976069FEC}"/>
              </a:ext>
            </a:extLst>
          </p:cNvPr>
          <p:cNvSpPr/>
          <p:nvPr userDrawn="1"/>
        </p:nvSpPr>
        <p:spPr>
          <a:xfrm>
            <a:off x="1656743" y="4020990"/>
            <a:ext cx="1046890" cy="215584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Donut 37">
            <a:extLst>
              <a:ext uri="{FF2B5EF4-FFF2-40B4-BE49-F238E27FC236}">
                <a16:creationId xmlns:a16="http://schemas.microsoft.com/office/drawing/2014/main" id="{06965D62-8A1C-D846-B778-99260FDF9D39}"/>
              </a:ext>
            </a:extLst>
          </p:cNvPr>
          <p:cNvSpPr/>
          <p:nvPr userDrawn="1"/>
        </p:nvSpPr>
        <p:spPr>
          <a:xfrm>
            <a:off x="2727670" y="4051670"/>
            <a:ext cx="150646" cy="150646"/>
          </a:xfrm>
          <a:prstGeom prst="donut">
            <a:avLst/>
          </a:prstGeom>
          <a:solidFill>
            <a:srgbClr val="ED6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Donut 38">
            <a:extLst>
              <a:ext uri="{FF2B5EF4-FFF2-40B4-BE49-F238E27FC236}">
                <a16:creationId xmlns:a16="http://schemas.microsoft.com/office/drawing/2014/main" id="{97CE1F3E-38BE-D44D-B0E7-09528BDBBE2B}"/>
              </a:ext>
            </a:extLst>
          </p:cNvPr>
          <p:cNvSpPr/>
          <p:nvPr userDrawn="1"/>
        </p:nvSpPr>
        <p:spPr>
          <a:xfrm>
            <a:off x="3981788" y="4051670"/>
            <a:ext cx="150646" cy="150646"/>
          </a:xfrm>
          <a:prstGeom prst="donut">
            <a:avLst/>
          </a:prstGeom>
          <a:solidFill>
            <a:srgbClr val="505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Donut 39">
            <a:extLst>
              <a:ext uri="{FF2B5EF4-FFF2-40B4-BE49-F238E27FC236}">
                <a16:creationId xmlns:a16="http://schemas.microsoft.com/office/drawing/2014/main" id="{7FA901FE-004B-4C41-946E-B692DF418680}"/>
              </a:ext>
            </a:extLst>
          </p:cNvPr>
          <p:cNvSpPr/>
          <p:nvPr userDrawn="1"/>
        </p:nvSpPr>
        <p:spPr>
          <a:xfrm>
            <a:off x="5222051" y="4051670"/>
            <a:ext cx="150646" cy="150646"/>
          </a:xfrm>
          <a:prstGeom prst="donut">
            <a:avLst/>
          </a:prstGeom>
          <a:solidFill>
            <a:srgbClr val="FAB5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Donut 40">
            <a:extLst>
              <a:ext uri="{FF2B5EF4-FFF2-40B4-BE49-F238E27FC236}">
                <a16:creationId xmlns:a16="http://schemas.microsoft.com/office/drawing/2014/main" id="{2A7869B7-F605-C74B-9825-61429EBAACF3}"/>
              </a:ext>
            </a:extLst>
          </p:cNvPr>
          <p:cNvSpPr/>
          <p:nvPr userDrawn="1"/>
        </p:nvSpPr>
        <p:spPr>
          <a:xfrm>
            <a:off x="6490022" y="4051670"/>
            <a:ext cx="150646" cy="150646"/>
          </a:xfrm>
          <a:prstGeom prst="donut">
            <a:avLst/>
          </a:prstGeom>
          <a:solidFill>
            <a:srgbClr val="004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Donut 41">
            <a:extLst>
              <a:ext uri="{FF2B5EF4-FFF2-40B4-BE49-F238E27FC236}">
                <a16:creationId xmlns:a16="http://schemas.microsoft.com/office/drawing/2014/main" id="{1FEBE14C-9FD1-714F-B0B0-CF7961D50915}"/>
              </a:ext>
            </a:extLst>
          </p:cNvPr>
          <p:cNvSpPr/>
          <p:nvPr userDrawn="1"/>
        </p:nvSpPr>
        <p:spPr>
          <a:xfrm>
            <a:off x="7744139" y="4051670"/>
            <a:ext cx="150646" cy="150646"/>
          </a:xfrm>
          <a:prstGeom prst="donut">
            <a:avLst/>
          </a:prstGeom>
          <a:solidFill>
            <a:srgbClr val="8EC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Donut 42">
            <a:extLst>
              <a:ext uri="{FF2B5EF4-FFF2-40B4-BE49-F238E27FC236}">
                <a16:creationId xmlns:a16="http://schemas.microsoft.com/office/drawing/2014/main" id="{5D2A519C-BA17-F042-92B2-140D25ADDB73}"/>
              </a:ext>
            </a:extLst>
          </p:cNvPr>
          <p:cNvSpPr/>
          <p:nvPr userDrawn="1"/>
        </p:nvSpPr>
        <p:spPr>
          <a:xfrm>
            <a:off x="8987435" y="4051670"/>
            <a:ext cx="150646" cy="150646"/>
          </a:xfrm>
          <a:prstGeom prst="donut">
            <a:avLst/>
          </a:prstGeom>
          <a:solidFill>
            <a:srgbClr val="232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Donut 43">
            <a:extLst>
              <a:ext uri="{FF2B5EF4-FFF2-40B4-BE49-F238E27FC236}">
                <a16:creationId xmlns:a16="http://schemas.microsoft.com/office/drawing/2014/main" id="{FDEA6B01-341E-EE44-BAE3-22A77DF92CC6}"/>
              </a:ext>
            </a:extLst>
          </p:cNvPr>
          <p:cNvSpPr/>
          <p:nvPr userDrawn="1"/>
        </p:nvSpPr>
        <p:spPr>
          <a:xfrm>
            <a:off x="10252374" y="4051670"/>
            <a:ext cx="150646" cy="150646"/>
          </a:xfrm>
          <a:prstGeom prst="donut">
            <a:avLst/>
          </a:prstGeom>
          <a:solidFill>
            <a:srgbClr val="C3C6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09394EE9-6B03-A24D-909F-E8D9FA3271B1}"/>
              </a:ext>
            </a:extLst>
          </p:cNvPr>
          <p:cNvSpPr/>
          <p:nvPr userDrawn="1"/>
        </p:nvSpPr>
        <p:spPr>
          <a:xfrm>
            <a:off x="2899930" y="4020990"/>
            <a:ext cx="1046890" cy="215584"/>
          </a:xfrm>
          <a:prstGeom prst="hexagon">
            <a:avLst/>
          </a:prstGeom>
          <a:solidFill>
            <a:srgbClr val="ED6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66E4648B-D819-F242-959B-D564652ACD42}"/>
              </a:ext>
            </a:extLst>
          </p:cNvPr>
          <p:cNvSpPr/>
          <p:nvPr userDrawn="1"/>
        </p:nvSpPr>
        <p:spPr>
          <a:xfrm>
            <a:off x="4146063" y="4020990"/>
            <a:ext cx="1046890" cy="215584"/>
          </a:xfrm>
          <a:prstGeom prst="hexagon">
            <a:avLst/>
          </a:prstGeom>
          <a:solidFill>
            <a:srgbClr val="5053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Hexagon 21">
            <a:extLst>
              <a:ext uri="{FF2B5EF4-FFF2-40B4-BE49-F238E27FC236}">
                <a16:creationId xmlns:a16="http://schemas.microsoft.com/office/drawing/2014/main" id="{27B2F857-FCB1-324A-AD57-B5BF4936090B}"/>
              </a:ext>
            </a:extLst>
          </p:cNvPr>
          <p:cNvSpPr/>
          <p:nvPr userDrawn="1"/>
        </p:nvSpPr>
        <p:spPr>
          <a:xfrm>
            <a:off x="5392196" y="4020990"/>
            <a:ext cx="1046890" cy="215584"/>
          </a:xfrm>
          <a:prstGeom prst="hexagon">
            <a:avLst/>
          </a:prstGeom>
          <a:solidFill>
            <a:srgbClr val="FAB5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Hexagon 22">
            <a:extLst>
              <a:ext uri="{FF2B5EF4-FFF2-40B4-BE49-F238E27FC236}">
                <a16:creationId xmlns:a16="http://schemas.microsoft.com/office/drawing/2014/main" id="{4C55E82F-5E00-B849-BD8C-C80081C0E709}"/>
              </a:ext>
            </a:extLst>
          </p:cNvPr>
          <p:cNvSpPr/>
          <p:nvPr userDrawn="1"/>
        </p:nvSpPr>
        <p:spPr>
          <a:xfrm>
            <a:off x="6677271" y="4020990"/>
            <a:ext cx="1046890" cy="215584"/>
          </a:xfrm>
          <a:prstGeom prst="hexagon">
            <a:avLst/>
          </a:prstGeom>
          <a:solidFill>
            <a:srgbClr val="004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Hexagon 23">
            <a:extLst>
              <a:ext uri="{FF2B5EF4-FFF2-40B4-BE49-F238E27FC236}">
                <a16:creationId xmlns:a16="http://schemas.microsoft.com/office/drawing/2014/main" id="{4A419D88-2602-A443-9721-9B5ABA59C43F}"/>
              </a:ext>
            </a:extLst>
          </p:cNvPr>
          <p:cNvSpPr/>
          <p:nvPr userDrawn="1"/>
        </p:nvSpPr>
        <p:spPr>
          <a:xfrm>
            <a:off x="7910424" y="4020990"/>
            <a:ext cx="1046890" cy="215584"/>
          </a:xfrm>
          <a:prstGeom prst="hexagon">
            <a:avLst/>
          </a:prstGeom>
          <a:solidFill>
            <a:srgbClr val="8EC1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68FC8E6C-B24F-F441-9AED-2B278BE755AF}"/>
              </a:ext>
            </a:extLst>
          </p:cNvPr>
          <p:cNvSpPr/>
          <p:nvPr userDrawn="1"/>
        </p:nvSpPr>
        <p:spPr>
          <a:xfrm>
            <a:off x="9156558" y="4020990"/>
            <a:ext cx="1046890" cy="215584"/>
          </a:xfrm>
          <a:prstGeom prst="hexagon">
            <a:avLst/>
          </a:prstGeom>
          <a:solidFill>
            <a:srgbClr val="232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IN" sz="12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FD99481-583F-0F46-AAFF-2A4533198F9F}"/>
              </a:ext>
            </a:extLst>
          </p:cNvPr>
          <p:cNvGrpSpPr/>
          <p:nvPr userDrawn="1"/>
        </p:nvGrpSpPr>
        <p:grpSpPr>
          <a:xfrm>
            <a:off x="1086424" y="2303026"/>
            <a:ext cx="930522" cy="1628198"/>
            <a:chOff x="642894" y="1765300"/>
            <a:chExt cx="1094532" cy="1915176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EF02ED4-9D39-4C49-B92F-E41C523F2656}"/>
                </a:ext>
              </a:extLst>
            </p:cNvPr>
            <p:cNvSpPr/>
            <p:nvPr/>
          </p:nvSpPr>
          <p:spPr>
            <a:xfrm>
              <a:off x="642894" y="1765300"/>
              <a:ext cx="1094532" cy="1094532"/>
            </a:xfrm>
            <a:prstGeom prst="ellipse">
              <a:avLst/>
            </a:prstGeom>
            <a:solidFill>
              <a:srgbClr val="1178BD"/>
            </a:solidFill>
            <a:ln>
              <a:noFill/>
            </a:ln>
            <a:effectLst>
              <a:outerShdw blurRad="114300" dist="1524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55218C5-C4D4-424F-B108-8EA8A4230E36}"/>
                </a:ext>
              </a:extLst>
            </p:cNvPr>
            <p:cNvSpPr/>
            <p:nvPr/>
          </p:nvSpPr>
          <p:spPr>
            <a:xfrm>
              <a:off x="747015" y="1869421"/>
              <a:ext cx="886290" cy="886290"/>
            </a:xfrm>
            <a:prstGeom prst="ellipse">
              <a:avLst/>
            </a:prstGeom>
            <a:gradFill>
              <a:gsLst>
                <a:gs pos="0">
                  <a:schemeClr val="bg1">
                    <a:lumMod val="89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9" name="Isosceles Triangle 54">
              <a:extLst>
                <a:ext uri="{FF2B5EF4-FFF2-40B4-BE49-F238E27FC236}">
                  <a16:creationId xmlns:a16="http://schemas.microsoft.com/office/drawing/2014/main" id="{24E70B5C-FD2E-3542-AA12-8733E0623ACA}"/>
                </a:ext>
              </a:extLst>
            </p:cNvPr>
            <p:cNvSpPr/>
            <p:nvPr/>
          </p:nvSpPr>
          <p:spPr>
            <a:xfrm rot="10800000">
              <a:off x="1140756" y="2770864"/>
              <a:ext cx="98808" cy="909612"/>
            </a:xfrm>
            <a:prstGeom prst="triangle">
              <a:avLst/>
            </a:prstGeom>
            <a:solidFill>
              <a:srgbClr val="1178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E826F01-44BE-2A4E-B065-30B839336363}"/>
              </a:ext>
            </a:extLst>
          </p:cNvPr>
          <p:cNvGrpSpPr/>
          <p:nvPr userDrawn="1"/>
        </p:nvGrpSpPr>
        <p:grpSpPr>
          <a:xfrm>
            <a:off x="2337001" y="1688383"/>
            <a:ext cx="930522" cy="2242840"/>
            <a:chOff x="642894" y="1765300"/>
            <a:chExt cx="1094532" cy="2638152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648FD39-ED1D-764E-BBCD-2093BB39721F}"/>
                </a:ext>
              </a:extLst>
            </p:cNvPr>
            <p:cNvSpPr/>
            <p:nvPr/>
          </p:nvSpPr>
          <p:spPr>
            <a:xfrm>
              <a:off x="642894" y="1765300"/>
              <a:ext cx="1094532" cy="1094532"/>
            </a:xfrm>
            <a:prstGeom prst="ellipse">
              <a:avLst/>
            </a:prstGeom>
            <a:solidFill>
              <a:srgbClr val="ED6A5E"/>
            </a:solidFill>
            <a:ln>
              <a:noFill/>
            </a:ln>
            <a:effectLst>
              <a:outerShdw blurRad="114300" dist="1524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00D3EE8-1A7B-8B4D-B21B-9A052E9FC04D}"/>
                </a:ext>
              </a:extLst>
            </p:cNvPr>
            <p:cNvSpPr/>
            <p:nvPr/>
          </p:nvSpPr>
          <p:spPr>
            <a:xfrm>
              <a:off x="747015" y="1869421"/>
              <a:ext cx="886290" cy="886290"/>
            </a:xfrm>
            <a:prstGeom prst="ellipse">
              <a:avLst/>
            </a:prstGeom>
            <a:gradFill>
              <a:gsLst>
                <a:gs pos="0">
                  <a:schemeClr val="bg1">
                    <a:lumMod val="89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3" name="Isosceles Triangle 91">
              <a:extLst>
                <a:ext uri="{FF2B5EF4-FFF2-40B4-BE49-F238E27FC236}">
                  <a16:creationId xmlns:a16="http://schemas.microsoft.com/office/drawing/2014/main" id="{FD111D9C-F941-D744-B7DB-3769EFEF8209}"/>
                </a:ext>
              </a:extLst>
            </p:cNvPr>
            <p:cNvSpPr/>
            <p:nvPr/>
          </p:nvSpPr>
          <p:spPr>
            <a:xfrm rot="10800000">
              <a:off x="1140756" y="2770863"/>
              <a:ext cx="98808" cy="1632589"/>
            </a:xfrm>
            <a:prstGeom prst="triangle">
              <a:avLst/>
            </a:prstGeom>
            <a:solidFill>
              <a:srgbClr val="ED6A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F5A42BB-48D7-D24B-AF03-AAD6790874D8}"/>
              </a:ext>
            </a:extLst>
          </p:cNvPr>
          <p:cNvGrpSpPr/>
          <p:nvPr userDrawn="1"/>
        </p:nvGrpSpPr>
        <p:grpSpPr>
          <a:xfrm>
            <a:off x="3594846" y="2303026"/>
            <a:ext cx="930522" cy="1628198"/>
            <a:chOff x="642894" y="1765300"/>
            <a:chExt cx="1094532" cy="1915176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8746E89-5044-124F-8C75-D69A142BBD40}"/>
                </a:ext>
              </a:extLst>
            </p:cNvPr>
            <p:cNvSpPr/>
            <p:nvPr/>
          </p:nvSpPr>
          <p:spPr>
            <a:xfrm>
              <a:off x="642894" y="1765300"/>
              <a:ext cx="1094532" cy="1094532"/>
            </a:xfrm>
            <a:prstGeom prst="ellipse">
              <a:avLst/>
            </a:prstGeom>
            <a:solidFill>
              <a:srgbClr val="50535A"/>
            </a:solidFill>
            <a:ln>
              <a:noFill/>
            </a:ln>
            <a:effectLst>
              <a:outerShdw blurRad="114300" dist="1524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CC4305E-94C4-E648-922D-AFE285E509B8}"/>
                </a:ext>
              </a:extLst>
            </p:cNvPr>
            <p:cNvSpPr/>
            <p:nvPr/>
          </p:nvSpPr>
          <p:spPr>
            <a:xfrm>
              <a:off x="747015" y="1869421"/>
              <a:ext cx="886290" cy="886290"/>
            </a:xfrm>
            <a:prstGeom prst="ellipse">
              <a:avLst/>
            </a:prstGeom>
            <a:gradFill>
              <a:gsLst>
                <a:gs pos="0">
                  <a:schemeClr val="bg1">
                    <a:lumMod val="89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Isosceles Triangle 95">
              <a:extLst>
                <a:ext uri="{FF2B5EF4-FFF2-40B4-BE49-F238E27FC236}">
                  <a16:creationId xmlns:a16="http://schemas.microsoft.com/office/drawing/2014/main" id="{A87CEA12-0BFC-9349-8C3C-7BB4764404E0}"/>
                </a:ext>
              </a:extLst>
            </p:cNvPr>
            <p:cNvSpPr/>
            <p:nvPr/>
          </p:nvSpPr>
          <p:spPr>
            <a:xfrm rot="10800000">
              <a:off x="1140756" y="2770864"/>
              <a:ext cx="98808" cy="909612"/>
            </a:xfrm>
            <a:prstGeom prst="triangle">
              <a:avLst/>
            </a:prstGeom>
            <a:solidFill>
              <a:srgbClr val="5053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DB1AE2F-566C-3B43-9209-042FBD3D2733}"/>
              </a:ext>
            </a:extLst>
          </p:cNvPr>
          <p:cNvGrpSpPr/>
          <p:nvPr userDrawn="1"/>
        </p:nvGrpSpPr>
        <p:grpSpPr>
          <a:xfrm>
            <a:off x="4845423" y="1688383"/>
            <a:ext cx="930522" cy="2242840"/>
            <a:chOff x="642894" y="1765300"/>
            <a:chExt cx="1094532" cy="2638152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6801988-14AB-0943-94FE-B8980C0F59D1}"/>
                </a:ext>
              </a:extLst>
            </p:cNvPr>
            <p:cNvSpPr/>
            <p:nvPr/>
          </p:nvSpPr>
          <p:spPr>
            <a:xfrm>
              <a:off x="642894" y="1765300"/>
              <a:ext cx="1094532" cy="1094532"/>
            </a:xfrm>
            <a:prstGeom prst="ellipse">
              <a:avLst/>
            </a:prstGeom>
            <a:solidFill>
              <a:srgbClr val="FAB54D"/>
            </a:solidFill>
            <a:ln>
              <a:noFill/>
            </a:ln>
            <a:effectLst>
              <a:outerShdw blurRad="114300" dist="1524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89C0CA35-E9DD-1947-833C-5C56438EE44B}"/>
                </a:ext>
              </a:extLst>
            </p:cNvPr>
            <p:cNvSpPr/>
            <p:nvPr/>
          </p:nvSpPr>
          <p:spPr>
            <a:xfrm>
              <a:off x="747015" y="1869421"/>
              <a:ext cx="886290" cy="886290"/>
            </a:xfrm>
            <a:prstGeom prst="ellipse">
              <a:avLst/>
            </a:prstGeom>
            <a:gradFill>
              <a:gsLst>
                <a:gs pos="0">
                  <a:schemeClr val="bg1">
                    <a:lumMod val="89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1" name="Isosceles Triangle 99">
              <a:extLst>
                <a:ext uri="{FF2B5EF4-FFF2-40B4-BE49-F238E27FC236}">
                  <a16:creationId xmlns:a16="http://schemas.microsoft.com/office/drawing/2014/main" id="{A2B304BF-D664-F74C-B9AD-0573DE23CF95}"/>
                </a:ext>
              </a:extLst>
            </p:cNvPr>
            <p:cNvSpPr/>
            <p:nvPr/>
          </p:nvSpPr>
          <p:spPr>
            <a:xfrm rot="10800000">
              <a:off x="1140756" y="2770863"/>
              <a:ext cx="98808" cy="1632589"/>
            </a:xfrm>
            <a:prstGeom prst="triangle">
              <a:avLst/>
            </a:prstGeom>
            <a:solidFill>
              <a:srgbClr val="FAB5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EE90D97-65A2-CF4C-9D6D-7498186A5C1C}"/>
              </a:ext>
            </a:extLst>
          </p:cNvPr>
          <p:cNvGrpSpPr/>
          <p:nvPr userDrawn="1"/>
        </p:nvGrpSpPr>
        <p:grpSpPr>
          <a:xfrm>
            <a:off x="6103268" y="2303026"/>
            <a:ext cx="930522" cy="1628198"/>
            <a:chOff x="642894" y="1765300"/>
            <a:chExt cx="1094532" cy="1915176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6A35DE46-10C5-7F4E-A46C-501CD04B578B}"/>
                </a:ext>
              </a:extLst>
            </p:cNvPr>
            <p:cNvSpPr/>
            <p:nvPr/>
          </p:nvSpPr>
          <p:spPr>
            <a:xfrm>
              <a:off x="642894" y="1765300"/>
              <a:ext cx="1094532" cy="1094532"/>
            </a:xfrm>
            <a:prstGeom prst="ellipse">
              <a:avLst/>
            </a:prstGeom>
            <a:solidFill>
              <a:srgbClr val="004899"/>
            </a:solidFill>
            <a:ln>
              <a:noFill/>
            </a:ln>
            <a:effectLst>
              <a:outerShdw blurRad="114300" dist="1524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363362B-D34E-D242-8484-EEC21719EC5A}"/>
                </a:ext>
              </a:extLst>
            </p:cNvPr>
            <p:cNvSpPr/>
            <p:nvPr/>
          </p:nvSpPr>
          <p:spPr>
            <a:xfrm>
              <a:off x="747015" y="1869421"/>
              <a:ext cx="886290" cy="886290"/>
            </a:xfrm>
            <a:prstGeom prst="ellipse">
              <a:avLst/>
            </a:prstGeom>
            <a:gradFill>
              <a:gsLst>
                <a:gs pos="0">
                  <a:schemeClr val="bg1">
                    <a:lumMod val="89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Isosceles Triangle 103">
              <a:extLst>
                <a:ext uri="{FF2B5EF4-FFF2-40B4-BE49-F238E27FC236}">
                  <a16:creationId xmlns:a16="http://schemas.microsoft.com/office/drawing/2014/main" id="{2D235EFA-DB4F-1B4A-80B6-E0E4779EA7BD}"/>
                </a:ext>
              </a:extLst>
            </p:cNvPr>
            <p:cNvSpPr/>
            <p:nvPr/>
          </p:nvSpPr>
          <p:spPr>
            <a:xfrm rot="10800000">
              <a:off x="1140756" y="2770864"/>
              <a:ext cx="98808" cy="909612"/>
            </a:xfrm>
            <a:prstGeom prst="triangle">
              <a:avLst/>
            </a:prstGeom>
            <a:solidFill>
              <a:srgbClr val="0048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EFDEB1B-60D9-DD4C-9BFB-46118C3BA27A}"/>
              </a:ext>
            </a:extLst>
          </p:cNvPr>
          <p:cNvGrpSpPr/>
          <p:nvPr userDrawn="1"/>
        </p:nvGrpSpPr>
        <p:grpSpPr>
          <a:xfrm>
            <a:off x="7353845" y="1688383"/>
            <a:ext cx="930522" cy="2242840"/>
            <a:chOff x="642894" y="1765300"/>
            <a:chExt cx="1094532" cy="2638152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2165A2F-FDB3-5C4D-AA35-1C95298CA6E9}"/>
                </a:ext>
              </a:extLst>
            </p:cNvPr>
            <p:cNvSpPr/>
            <p:nvPr/>
          </p:nvSpPr>
          <p:spPr>
            <a:xfrm>
              <a:off x="642894" y="1765300"/>
              <a:ext cx="1094532" cy="1094532"/>
            </a:xfrm>
            <a:prstGeom prst="ellipse">
              <a:avLst/>
            </a:prstGeom>
            <a:solidFill>
              <a:srgbClr val="8EC152"/>
            </a:solidFill>
            <a:ln>
              <a:noFill/>
            </a:ln>
            <a:effectLst>
              <a:outerShdw blurRad="114300" dist="1524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44D3F6A-CCE7-BA4B-8491-2E4EA76CD756}"/>
                </a:ext>
              </a:extLst>
            </p:cNvPr>
            <p:cNvSpPr/>
            <p:nvPr/>
          </p:nvSpPr>
          <p:spPr>
            <a:xfrm>
              <a:off x="747015" y="1869421"/>
              <a:ext cx="886290" cy="886290"/>
            </a:xfrm>
            <a:prstGeom prst="ellipse">
              <a:avLst/>
            </a:prstGeom>
            <a:gradFill>
              <a:gsLst>
                <a:gs pos="0">
                  <a:schemeClr val="bg1">
                    <a:lumMod val="89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9" name="Isosceles Triangle 107">
              <a:extLst>
                <a:ext uri="{FF2B5EF4-FFF2-40B4-BE49-F238E27FC236}">
                  <a16:creationId xmlns:a16="http://schemas.microsoft.com/office/drawing/2014/main" id="{D0437026-57C8-864C-9D4E-D62F20489FA2}"/>
                </a:ext>
              </a:extLst>
            </p:cNvPr>
            <p:cNvSpPr/>
            <p:nvPr/>
          </p:nvSpPr>
          <p:spPr>
            <a:xfrm rot="10800000">
              <a:off x="1140756" y="2770863"/>
              <a:ext cx="98808" cy="1632589"/>
            </a:xfrm>
            <a:prstGeom prst="triangle">
              <a:avLst/>
            </a:prstGeom>
            <a:solidFill>
              <a:srgbClr val="8EC1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EFFFFFC-AE64-A444-8CF0-C659C91512EF}"/>
              </a:ext>
            </a:extLst>
          </p:cNvPr>
          <p:cNvGrpSpPr/>
          <p:nvPr userDrawn="1"/>
        </p:nvGrpSpPr>
        <p:grpSpPr>
          <a:xfrm>
            <a:off x="8599332" y="2303026"/>
            <a:ext cx="930522" cy="1628198"/>
            <a:chOff x="642894" y="1765300"/>
            <a:chExt cx="1094532" cy="1915176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A601DBB-B18C-4649-BF40-9A80D47048D7}"/>
                </a:ext>
              </a:extLst>
            </p:cNvPr>
            <p:cNvSpPr/>
            <p:nvPr/>
          </p:nvSpPr>
          <p:spPr>
            <a:xfrm>
              <a:off x="642894" y="1765300"/>
              <a:ext cx="1094532" cy="1094532"/>
            </a:xfrm>
            <a:prstGeom prst="ellipse">
              <a:avLst/>
            </a:prstGeom>
            <a:solidFill>
              <a:srgbClr val="232120"/>
            </a:solidFill>
            <a:ln>
              <a:noFill/>
            </a:ln>
            <a:effectLst>
              <a:outerShdw blurRad="114300" dist="1524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9760CD6-85BF-534E-B5A8-DCBFDF8E9DF8}"/>
                </a:ext>
              </a:extLst>
            </p:cNvPr>
            <p:cNvSpPr/>
            <p:nvPr/>
          </p:nvSpPr>
          <p:spPr>
            <a:xfrm>
              <a:off x="747015" y="1869421"/>
              <a:ext cx="886290" cy="886290"/>
            </a:xfrm>
            <a:prstGeom prst="ellipse">
              <a:avLst/>
            </a:prstGeom>
            <a:gradFill>
              <a:gsLst>
                <a:gs pos="0">
                  <a:schemeClr val="bg1">
                    <a:lumMod val="89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3" name="Isosceles Triangle 111">
              <a:extLst>
                <a:ext uri="{FF2B5EF4-FFF2-40B4-BE49-F238E27FC236}">
                  <a16:creationId xmlns:a16="http://schemas.microsoft.com/office/drawing/2014/main" id="{7777621F-F05E-2243-ABF5-19CAC28B0C7A}"/>
                </a:ext>
              </a:extLst>
            </p:cNvPr>
            <p:cNvSpPr/>
            <p:nvPr/>
          </p:nvSpPr>
          <p:spPr>
            <a:xfrm rot="10800000">
              <a:off x="1140756" y="2770864"/>
              <a:ext cx="98808" cy="909612"/>
            </a:xfrm>
            <a:prstGeom prst="triangle">
              <a:avLst/>
            </a:prstGeom>
            <a:solidFill>
              <a:srgbClr val="2321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7639646-BA89-BF40-B282-CDA1FB89BDBA}"/>
              </a:ext>
            </a:extLst>
          </p:cNvPr>
          <p:cNvGrpSpPr/>
          <p:nvPr userDrawn="1"/>
        </p:nvGrpSpPr>
        <p:grpSpPr>
          <a:xfrm>
            <a:off x="9849909" y="1688383"/>
            <a:ext cx="930522" cy="2242840"/>
            <a:chOff x="642894" y="1765300"/>
            <a:chExt cx="1094532" cy="2638152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852D9E37-6624-9545-A1E1-01F91E1B1881}"/>
                </a:ext>
              </a:extLst>
            </p:cNvPr>
            <p:cNvSpPr/>
            <p:nvPr/>
          </p:nvSpPr>
          <p:spPr>
            <a:xfrm>
              <a:off x="642894" y="1765300"/>
              <a:ext cx="1094532" cy="1094532"/>
            </a:xfrm>
            <a:prstGeom prst="ellipse">
              <a:avLst/>
            </a:prstGeom>
            <a:solidFill>
              <a:srgbClr val="C3C6E5"/>
            </a:solidFill>
            <a:ln>
              <a:noFill/>
            </a:ln>
            <a:effectLst>
              <a:outerShdw blurRad="114300" dist="152400" dir="2700000" algn="tl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14FF834-194D-5C47-8917-2460001F9B39}"/>
                </a:ext>
              </a:extLst>
            </p:cNvPr>
            <p:cNvSpPr/>
            <p:nvPr/>
          </p:nvSpPr>
          <p:spPr>
            <a:xfrm>
              <a:off x="747015" y="1869421"/>
              <a:ext cx="886290" cy="886290"/>
            </a:xfrm>
            <a:prstGeom prst="ellipse">
              <a:avLst/>
            </a:prstGeom>
            <a:gradFill>
              <a:gsLst>
                <a:gs pos="0">
                  <a:schemeClr val="bg1">
                    <a:lumMod val="89000"/>
                  </a:schemeClr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7" name="Isosceles Triangle 115">
              <a:extLst>
                <a:ext uri="{FF2B5EF4-FFF2-40B4-BE49-F238E27FC236}">
                  <a16:creationId xmlns:a16="http://schemas.microsoft.com/office/drawing/2014/main" id="{8C7133BF-13B5-1942-9E5A-938B5851FB9E}"/>
                </a:ext>
              </a:extLst>
            </p:cNvPr>
            <p:cNvSpPr/>
            <p:nvPr/>
          </p:nvSpPr>
          <p:spPr>
            <a:xfrm rot="10800000">
              <a:off x="1140756" y="2770863"/>
              <a:ext cx="98808" cy="1632589"/>
            </a:xfrm>
            <a:prstGeom prst="triangle">
              <a:avLst/>
            </a:prstGeom>
            <a:solidFill>
              <a:srgbClr val="C3C6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259EE771-1281-4F4A-B9D5-ACEBA6796F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5308" y="396539"/>
            <a:ext cx="10329087" cy="627608"/>
          </a:xfrm>
        </p:spPr>
        <p:txBody>
          <a:bodyPr>
            <a:noAutofit/>
          </a:bodyPr>
          <a:lstStyle>
            <a:lvl1pPr marL="0" indent="0" algn="ctr">
              <a:buNone/>
              <a:defRPr sz="5000" b="1">
                <a:solidFill>
                  <a:srgbClr val="0E78BC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Seven Step Template</a:t>
            </a:r>
            <a:endParaRPr lang="en-ZA" dirty="0"/>
          </a:p>
        </p:txBody>
      </p:sp>
      <p:sp>
        <p:nvSpPr>
          <p:cNvPr id="115" name="Text Placeholder 4">
            <a:extLst>
              <a:ext uri="{FF2B5EF4-FFF2-40B4-BE49-F238E27FC236}">
                <a16:creationId xmlns:a16="http://schemas.microsoft.com/office/drawing/2014/main" id="{56F395B3-8DD8-4216-B9B9-31C1351B61A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32156" y="1839477"/>
            <a:ext cx="1468271" cy="25864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183264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117" name="Text Placeholder 4">
            <a:extLst>
              <a:ext uri="{FF2B5EF4-FFF2-40B4-BE49-F238E27FC236}">
                <a16:creationId xmlns:a16="http://schemas.microsoft.com/office/drawing/2014/main" id="{D4D8ADB4-A536-4936-A6DA-836F79D0364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068125" y="1353594"/>
            <a:ext cx="1468271" cy="25864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ED6A5E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118" name="Text Placeholder 4">
            <a:extLst>
              <a:ext uri="{FF2B5EF4-FFF2-40B4-BE49-F238E27FC236}">
                <a16:creationId xmlns:a16="http://schemas.microsoft.com/office/drawing/2014/main" id="{AF7613CA-2F0F-4EB7-87B2-D87189FBF29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19039" y="1846882"/>
            <a:ext cx="1468271" cy="25864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50535A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119" name="Text Placeholder 4">
            <a:extLst>
              <a:ext uri="{FF2B5EF4-FFF2-40B4-BE49-F238E27FC236}">
                <a16:creationId xmlns:a16="http://schemas.microsoft.com/office/drawing/2014/main" id="{0162023A-CF06-4B53-83A5-2D3926D588B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55008" y="1360999"/>
            <a:ext cx="1468271" cy="25864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FAB54D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120" name="Text Placeholder 4">
            <a:extLst>
              <a:ext uri="{FF2B5EF4-FFF2-40B4-BE49-F238E27FC236}">
                <a16:creationId xmlns:a16="http://schemas.microsoft.com/office/drawing/2014/main" id="{503690CD-5A9B-4E0A-ABEE-24FC0E163B0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824680" y="1854287"/>
            <a:ext cx="1468271" cy="25864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4899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121" name="Text Placeholder 4">
            <a:extLst>
              <a:ext uri="{FF2B5EF4-FFF2-40B4-BE49-F238E27FC236}">
                <a16:creationId xmlns:a16="http://schemas.microsoft.com/office/drawing/2014/main" id="{4651DFE2-9AD4-4592-B5DA-02A90FCAAB8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160649" y="1368404"/>
            <a:ext cx="1468271" cy="25864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122" name="Text Placeholder 4">
            <a:extLst>
              <a:ext uri="{FF2B5EF4-FFF2-40B4-BE49-F238E27FC236}">
                <a16:creationId xmlns:a16="http://schemas.microsoft.com/office/drawing/2014/main" id="{E3B98DD4-3737-4734-BC6E-826210B9870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8735" y="1861692"/>
            <a:ext cx="1468271" cy="25864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232120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123" name="Text Placeholder 4">
            <a:extLst>
              <a:ext uri="{FF2B5EF4-FFF2-40B4-BE49-F238E27FC236}">
                <a16:creationId xmlns:a16="http://schemas.microsoft.com/office/drawing/2014/main" id="{CA571B47-A5F4-4837-9499-BE8845B93E4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623035" y="1387812"/>
            <a:ext cx="1468271" cy="25864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C3C6E5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124" name="Text Placeholder 4">
            <a:extLst>
              <a:ext uri="{FF2B5EF4-FFF2-40B4-BE49-F238E27FC236}">
                <a16:creationId xmlns:a16="http://schemas.microsoft.com/office/drawing/2014/main" id="{B6FE0547-2760-4A17-ACCA-631A647BDE1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721081" y="4027905"/>
            <a:ext cx="940664" cy="210854"/>
          </a:xfrm>
          <a:effectLst/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</a:t>
            </a:r>
            <a:endParaRPr lang="en-ZA" dirty="0"/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66AAB944-8898-41F9-9204-85ECFD92F4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956612" y="4025720"/>
            <a:ext cx="940664" cy="210854"/>
          </a:xfrm>
          <a:effectLst/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</a:t>
            </a:r>
            <a:endParaRPr lang="en-ZA" dirty="0"/>
          </a:p>
        </p:txBody>
      </p:sp>
      <p:sp>
        <p:nvSpPr>
          <p:cNvPr id="126" name="Text Placeholder 4">
            <a:extLst>
              <a:ext uri="{FF2B5EF4-FFF2-40B4-BE49-F238E27FC236}">
                <a16:creationId xmlns:a16="http://schemas.microsoft.com/office/drawing/2014/main" id="{7694589D-DF5E-4D18-BD2D-91B685BB4BB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192143" y="4023535"/>
            <a:ext cx="940664" cy="210854"/>
          </a:xfrm>
          <a:effectLst/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</a:t>
            </a:r>
            <a:endParaRPr lang="en-ZA" dirty="0"/>
          </a:p>
        </p:txBody>
      </p: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063E3929-C1B1-46E5-BED2-A1FA81804C2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427674" y="4021350"/>
            <a:ext cx="940664" cy="210854"/>
          </a:xfrm>
          <a:effectLst/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</a:t>
            </a:r>
            <a:endParaRPr lang="en-ZA" dirty="0"/>
          </a:p>
        </p:txBody>
      </p:sp>
      <p:sp>
        <p:nvSpPr>
          <p:cNvPr id="128" name="Text Placeholder 4">
            <a:extLst>
              <a:ext uri="{FF2B5EF4-FFF2-40B4-BE49-F238E27FC236}">
                <a16:creationId xmlns:a16="http://schemas.microsoft.com/office/drawing/2014/main" id="{5E02AF5A-41A1-4294-AE11-72E7D14006C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663205" y="4019165"/>
            <a:ext cx="940664" cy="210854"/>
          </a:xfrm>
          <a:effectLst/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</a:t>
            </a:r>
            <a:endParaRPr lang="en-ZA" dirty="0"/>
          </a:p>
        </p:txBody>
      </p:sp>
      <p:sp>
        <p:nvSpPr>
          <p:cNvPr id="129" name="Text Placeholder 4">
            <a:extLst>
              <a:ext uri="{FF2B5EF4-FFF2-40B4-BE49-F238E27FC236}">
                <a16:creationId xmlns:a16="http://schemas.microsoft.com/office/drawing/2014/main" id="{4D28C080-1044-498F-8B14-0FEE4045B645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898736" y="4016980"/>
            <a:ext cx="940664" cy="210854"/>
          </a:xfrm>
          <a:effectLst/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</a:t>
            </a:r>
            <a:endParaRPr lang="en-ZA" dirty="0"/>
          </a:p>
        </p:txBody>
      </p:sp>
      <p:sp>
        <p:nvSpPr>
          <p:cNvPr id="130" name="Text Placeholder 4">
            <a:extLst>
              <a:ext uri="{FF2B5EF4-FFF2-40B4-BE49-F238E27FC236}">
                <a16:creationId xmlns:a16="http://schemas.microsoft.com/office/drawing/2014/main" id="{70660098-6871-4C02-8CA6-379548FE9C5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134267" y="4014795"/>
            <a:ext cx="940664" cy="210854"/>
          </a:xfrm>
          <a:effectLst/>
        </p:spPr>
        <p:txBody>
          <a:bodyPr anchor="ctr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</a:t>
            </a:r>
            <a:endParaRPr lang="en-ZA" dirty="0"/>
          </a:p>
        </p:txBody>
      </p:sp>
      <p:sp>
        <p:nvSpPr>
          <p:cNvPr id="131" name="Text Placeholder 4">
            <a:extLst>
              <a:ext uri="{FF2B5EF4-FFF2-40B4-BE49-F238E27FC236}">
                <a16:creationId xmlns:a16="http://schemas.microsoft.com/office/drawing/2014/main" id="{0B3EF789-E4AD-4FF1-B25B-7B79D53C2A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21082" y="4569451"/>
            <a:ext cx="940664" cy="165363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rgbClr val="5053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132" name="Text Placeholder 4">
            <a:extLst>
              <a:ext uri="{FF2B5EF4-FFF2-40B4-BE49-F238E27FC236}">
                <a16:creationId xmlns:a16="http://schemas.microsoft.com/office/drawing/2014/main" id="{D626CDBF-A491-4FDA-8E30-A8815BD91D50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953043" y="4569451"/>
            <a:ext cx="940664" cy="165363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rgbClr val="5053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133" name="Text Placeholder 4">
            <a:extLst>
              <a:ext uri="{FF2B5EF4-FFF2-40B4-BE49-F238E27FC236}">
                <a16:creationId xmlns:a16="http://schemas.microsoft.com/office/drawing/2014/main" id="{6FE13230-1279-4AA7-A7EA-945D4769A61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185004" y="4561014"/>
            <a:ext cx="940664" cy="165363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rgbClr val="5053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134" name="Text Placeholder 4">
            <a:extLst>
              <a:ext uri="{FF2B5EF4-FFF2-40B4-BE49-F238E27FC236}">
                <a16:creationId xmlns:a16="http://schemas.microsoft.com/office/drawing/2014/main" id="{19585874-08E6-44A6-A357-89636E55ED89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16965" y="4552577"/>
            <a:ext cx="940664" cy="165363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rgbClr val="5053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135" name="Text Placeholder 4">
            <a:extLst>
              <a:ext uri="{FF2B5EF4-FFF2-40B4-BE49-F238E27FC236}">
                <a16:creationId xmlns:a16="http://schemas.microsoft.com/office/drawing/2014/main" id="{BE2BC824-5B66-4455-8371-EEB2DB48641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6648926" y="4535703"/>
            <a:ext cx="940664" cy="165363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rgbClr val="5053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136" name="Text Placeholder 4">
            <a:extLst>
              <a:ext uri="{FF2B5EF4-FFF2-40B4-BE49-F238E27FC236}">
                <a16:creationId xmlns:a16="http://schemas.microsoft.com/office/drawing/2014/main" id="{DEEB17A3-97CE-4D50-9925-DB30BB6E6C4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880887" y="4527266"/>
            <a:ext cx="940664" cy="165363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rgbClr val="5053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137" name="Text Placeholder 4">
            <a:extLst>
              <a:ext uri="{FF2B5EF4-FFF2-40B4-BE49-F238E27FC236}">
                <a16:creationId xmlns:a16="http://schemas.microsoft.com/office/drawing/2014/main" id="{5C23C8F1-25B6-4C72-91C5-1E362D693F8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112848" y="4518829"/>
            <a:ext cx="940664" cy="1653636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100">
                <a:solidFill>
                  <a:srgbClr val="50535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138" name="Picture Placeholder 2">
            <a:extLst>
              <a:ext uri="{FF2B5EF4-FFF2-40B4-BE49-F238E27FC236}">
                <a16:creationId xmlns:a16="http://schemas.microsoft.com/office/drawing/2014/main" id="{9A9AEC75-35CD-4A7C-8188-0B61E269A6B8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1325508" y="2539873"/>
            <a:ext cx="445087" cy="44508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39" name="Picture Placeholder 2">
            <a:extLst>
              <a:ext uri="{FF2B5EF4-FFF2-40B4-BE49-F238E27FC236}">
                <a16:creationId xmlns:a16="http://schemas.microsoft.com/office/drawing/2014/main" id="{9B4A71BA-B5A7-4E83-85D8-E69261485B68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575724" y="1925229"/>
            <a:ext cx="445087" cy="44508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40" name="Picture Placeholder 2">
            <a:extLst>
              <a:ext uri="{FF2B5EF4-FFF2-40B4-BE49-F238E27FC236}">
                <a16:creationId xmlns:a16="http://schemas.microsoft.com/office/drawing/2014/main" id="{EE1B088B-BA4B-4B38-B2A0-8A52A85DCA09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837562" y="2537622"/>
            <a:ext cx="445087" cy="44508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41" name="Picture Placeholder 2">
            <a:extLst>
              <a:ext uri="{FF2B5EF4-FFF2-40B4-BE49-F238E27FC236}">
                <a16:creationId xmlns:a16="http://schemas.microsoft.com/office/drawing/2014/main" id="{63EF58C9-7E5E-4D75-9A5F-393AB1789EFC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6353733" y="2539873"/>
            <a:ext cx="445087" cy="44508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42" name="Picture Placeholder 2">
            <a:extLst>
              <a:ext uri="{FF2B5EF4-FFF2-40B4-BE49-F238E27FC236}">
                <a16:creationId xmlns:a16="http://schemas.microsoft.com/office/drawing/2014/main" id="{0AF0D60F-BD38-4063-9D89-A2F67AC31FD6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8869904" y="2542124"/>
            <a:ext cx="445087" cy="44508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43" name="Picture Placeholder 2">
            <a:extLst>
              <a:ext uri="{FF2B5EF4-FFF2-40B4-BE49-F238E27FC236}">
                <a16:creationId xmlns:a16="http://schemas.microsoft.com/office/drawing/2014/main" id="{24429F06-4B20-4F68-8FED-F4FBA4B96430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10092626" y="1907380"/>
            <a:ext cx="445087" cy="44508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44" name="Picture Placeholder 2">
            <a:extLst>
              <a:ext uri="{FF2B5EF4-FFF2-40B4-BE49-F238E27FC236}">
                <a16:creationId xmlns:a16="http://schemas.microsoft.com/office/drawing/2014/main" id="{A692BDC5-5215-48BD-B95E-D635C5E68BA6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7605317" y="1907380"/>
            <a:ext cx="445087" cy="44508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45" name="Picture Placeholder 2">
            <a:extLst>
              <a:ext uri="{FF2B5EF4-FFF2-40B4-BE49-F238E27FC236}">
                <a16:creationId xmlns:a16="http://schemas.microsoft.com/office/drawing/2014/main" id="{66A21FBE-F1F6-4F73-9959-314AC9E3F315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5074830" y="1913710"/>
            <a:ext cx="445087" cy="445087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4289077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tep_Template_V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Picture 193">
            <a:extLst>
              <a:ext uri="{FF2B5EF4-FFF2-40B4-BE49-F238E27FC236}">
                <a16:creationId xmlns:a16="http://schemas.microsoft.com/office/drawing/2014/main" id="{9F0D59AF-091B-49AB-85E4-874901CC36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622"/>
            <a:ext cx="12192000" cy="6858000"/>
          </a:xfrm>
          <a:prstGeom prst="rect">
            <a:avLst/>
          </a:prstGeom>
        </p:spPr>
      </p:pic>
      <p:pic>
        <p:nvPicPr>
          <p:cNvPr id="195" name="Picture 194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1D085C84-ADB4-4888-ABC6-A89B1B9540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  <p:sp>
        <p:nvSpPr>
          <p:cNvPr id="79" name="Text Placeholder 78">
            <a:extLst>
              <a:ext uri="{FF2B5EF4-FFF2-40B4-BE49-F238E27FC236}">
                <a16:creationId xmlns:a16="http://schemas.microsoft.com/office/drawing/2014/main" id="{4F1116B9-05BE-4BC1-A274-59EFD7AEE3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38147" y="404617"/>
            <a:ext cx="6915705" cy="827165"/>
          </a:xfrm>
        </p:spPr>
        <p:txBody>
          <a:bodyPr anchor="t">
            <a:normAutofit/>
          </a:bodyPr>
          <a:lstStyle>
            <a:lvl1pPr marL="0" indent="0" algn="ctr">
              <a:buNone/>
              <a:defRPr sz="5000" b="1">
                <a:solidFill>
                  <a:srgbClr val="0E78BC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Eight Step Template</a:t>
            </a:r>
            <a:endParaRPr lang="en-ZA" dirty="0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8AD0911-39E0-4DF6-B964-46D5AB620625}"/>
              </a:ext>
            </a:extLst>
          </p:cNvPr>
          <p:cNvGrpSpPr/>
          <p:nvPr userDrawn="1"/>
        </p:nvGrpSpPr>
        <p:grpSpPr>
          <a:xfrm>
            <a:off x="3368794" y="1678376"/>
            <a:ext cx="5133879" cy="4864080"/>
            <a:chOff x="3055727" y="1443555"/>
            <a:chExt cx="5237214" cy="4961984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74A7B7B-2ABE-0B43-9C74-809423CDB7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47875" y="2542324"/>
              <a:ext cx="1933575" cy="1365250"/>
            </a:xfrm>
            <a:custGeom>
              <a:avLst/>
              <a:gdLst>
                <a:gd name="T0" fmla="*/ 1722 w 2435"/>
                <a:gd name="T1" fmla="*/ 0 h 1722"/>
                <a:gd name="T2" fmla="*/ 1829 w 2435"/>
                <a:gd name="T3" fmla="*/ 113 h 1722"/>
                <a:gd name="T4" fmla="*/ 1928 w 2435"/>
                <a:gd name="T5" fmla="*/ 233 h 1722"/>
                <a:gd name="T6" fmla="*/ 2020 w 2435"/>
                <a:gd name="T7" fmla="*/ 360 h 1722"/>
                <a:gd name="T8" fmla="*/ 2103 w 2435"/>
                <a:gd name="T9" fmla="*/ 492 h 1722"/>
                <a:gd name="T10" fmla="*/ 2179 w 2435"/>
                <a:gd name="T11" fmla="*/ 630 h 1722"/>
                <a:gd name="T12" fmla="*/ 2245 w 2435"/>
                <a:gd name="T13" fmla="*/ 774 h 1722"/>
                <a:gd name="T14" fmla="*/ 2301 w 2435"/>
                <a:gd name="T15" fmla="*/ 921 h 1722"/>
                <a:gd name="T16" fmla="*/ 2350 w 2435"/>
                <a:gd name="T17" fmla="*/ 1075 h 1722"/>
                <a:gd name="T18" fmla="*/ 2387 w 2435"/>
                <a:gd name="T19" fmla="*/ 1230 h 1722"/>
                <a:gd name="T20" fmla="*/ 2414 w 2435"/>
                <a:gd name="T21" fmla="*/ 1392 h 1722"/>
                <a:gd name="T22" fmla="*/ 2429 w 2435"/>
                <a:gd name="T23" fmla="*/ 1555 h 1722"/>
                <a:gd name="T24" fmla="*/ 2435 w 2435"/>
                <a:gd name="T25" fmla="*/ 1722 h 1722"/>
                <a:gd name="T26" fmla="*/ 0 w 2435"/>
                <a:gd name="T27" fmla="*/ 1722 h 1722"/>
                <a:gd name="T28" fmla="*/ 1722 w 2435"/>
                <a:gd name="T29" fmla="*/ 0 h 1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35" h="1722">
                  <a:moveTo>
                    <a:pt x="1722" y="0"/>
                  </a:moveTo>
                  <a:lnTo>
                    <a:pt x="1829" y="113"/>
                  </a:lnTo>
                  <a:lnTo>
                    <a:pt x="1928" y="233"/>
                  </a:lnTo>
                  <a:lnTo>
                    <a:pt x="2020" y="360"/>
                  </a:lnTo>
                  <a:lnTo>
                    <a:pt x="2103" y="492"/>
                  </a:lnTo>
                  <a:lnTo>
                    <a:pt x="2179" y="630"/>
                  </a:lnTo>
                  <a:lnTo>
                    <a:pt x="2245" y="774"/>
                  </a:lnTo>
                  <a:lnTo>
                    <a:pt x="2301" y="921"/>
                  </a:lnTo>
                  <a:lnTo>
                    <a:pt x="2350" y="1075"/>
                  </a:lnTo>
                  <a:lnTo>
                    <a:pt x="2387" y="1230"/>
                  </a:lnTo>
                  <a:lnTo>
                    <a:pt x="2414" y="1392"/>
                  </a:lnTo>
                  <a:lnTo>
                    <a:pt x="2429" y="1555"/>
                  </a:lnTo>
                  <a:lnTo>
                    <a:pt x="2435" y="1722"/>
                  </a:lnTo>
                  <a:lnTo>
                    <a:pt x="0" y="1722"/>
                  </a:lnTo>
                  <a:lnTo>
                    <a:pt x="1722" y="0"/>
                  </a:lnTo>
                  <a:close/>
                </a:path>
              </a:pathLst>
            </a:custGeom>
            <a:solidFill>
              <a:srgbClr val="8EC15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wordArtVert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7A7CDAB-BD18-0740-BCEB-AD7A83A172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47875" y="1975587"/>
              <a:ext cx="1366838" cy="1931988"/>
            </a:xfrm>
            <a:custGeom>
              <a:avLst/>
              <a:gdLst>
                <a:gd name="T0" fmla="*/ 0 w 1722"/>
                <a:gd name="T1" fmla="*/ 0 h 2435"/>
                <a:gd name="T2" fmla="*/ 169 w 1722"/>
                <a:gd name="T3" fmla="*/ 6 h 2435"/>
                <a:gd name="T4" fmla="*/ 332 w 1722"/>
                <a:gd name="T5" fmla="*/ 21 h 2435"/>
                <a:gd name="T6" fmla="*/ 491 w 1722"/>
                <a:gd name="T7" fmla="*/ 49 h 2435"/>
                <a:gd name="T8" fmla="*/ 649 w 1722"/>
                <a:gd name="T9" fmla="*/ 85 h 2435"/>
                <a:gd name="T10" fmla="*/ 802 w 1722"/>
                <a:gd name="T11" fmla="*/ 134 h 2435"/>
                <a:gd name="T12" fmla="*/ 950 w 1722"/>
                <a:gd name="T13" fmla="*/ 190 h 2435"/>
                <a:gd name="T14" fmla="*/ 1091 w 1722"/>
                <a:gd name="T15" fmla="*/ 257 h 2435"/>
                <a:gd name="T16" fmla="*/ 1231 w 1722"/>
                <a:gd name="T17" fmla="*/ 332 h 2435"/>
                <a:gd name="T18" fmla="*/ 1363 w 1722"/>
                <a:gd name="T19" fmla="*/ 416 h 2435"/>
                <a:gd name="T20" fmla="*/ 1489 w 1722"/>
                <a:gd name="T21" fmla="*/ 507 h 2435"/>
                <a:gd name="T22" fmla="*/ 1610 w 1722"/>
                <a:gd name="T23" fmla="*/ 606 h 2435"/>
                <a:gd name="T24" fmla="*/ 1722 w 1722"/>
                <a:gd name="T25" fmla="*/ 713 h 2435"/>
                <a:gd name="T26" fmla="*/ 0 w 1722"/>
                <a:gd name="T27" fmla="*/ 2435 h 2435"/>
                <a:gd name="T28" fmla="*/ 0 w 1722"/>
                <a:gd name="T29" fmla="*/ 0 h 2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22" h="2435">
                  <a:moveTo>
                    <a:pt x="0" y="0"/>
                  </a:moveTo>
                  <a:lnTo>
                    <a:pt x="169" y="6"/>
                  </a:lnTo>
                  <a:lnTo>
                    <a:pt x="332" y="21"/>
                  </a:lnTo>
                  <a:lnTo>
                    <a:pt x="491" y="49"/>
                  </a:lnTo>
                  <a:lnTo>
                    <a:pt x="649" y="85"/>
                  </a:lnTo>
                  <a:lnTo>
                    <a:pt x="802" y="134"/>
                  </a:lnTo>
                  <a:lnTo>
                    <a:pt x="950" y="190"/>
                  </a:lnTo>
                  <a:lnTo>
                    <a:pt x="1091" y="257"/>
                  </a:lnTo>
                  <a:lnTo>
                    <a:pt x="1231" y="332"/>
                  </a:lnTo>
                  <a:lnTo>
                    <a:pt x="1363" y="416"/>
                  </a:lnTo>
                  <a:lnTo>
                    <a:pt x="1489" y="507"/>
                  </a:lnTo>
                  <a:lnTo>
                    <a:pt x="1610" y="606"/>
                  </a:lnTo>
                  <a:lnTo>
                    <a:pt x="1722" y="713"/>
                  </a:lnTo>
                  <a:lnTo>
                    <a:pt x="0" y="2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E78BC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wordArtVert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29DE685-3259-404D-B934-5A2B797D75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47875" y="3907574"/>
              <a:ext cx="1366838" cy="1933575"/>
            </a:xfrm>
            <a:custGeom>
              <a:avLst/>
              <a:gdLst>
                <a:gd name="T0" fmla="*/ 0 w 1722"/>
                <a:gd name="T1" fmla="*/ 0 h 2435"/>
                <a:gd name="T2" fmla="*/ 1722 w 1722"/>
                <a:gd name="T3" fmla="*/ 1722 h 2435"/>
                <a:gd name="T4" fmla="*/ 1610 w 1722"/>
                <a:gd name="T5" fmla="*/ 1829 h 2435"/>
                <a:gd name="T6" fmla="*/ 1489 w 1722"/>
                <a:gd name="T7" fmla="*/ 1928 h 2435"/>
                <a:gd name="T8" fmla="*/ 1363 w 1722"/>
                <a:gd name="T9" fmla="*/ 2019 h 2435"/>
                <a:gd name="T10" fmla="*/ 1231 w 1722"/>
                <a:gd name="T11" fmla="*/ 2103 h 2435"/>
                <a:gd name="T12" fmla="*/ 1091 w 1722"/>
                <a:gd name="T13" fmla="*/ 2178 h 2435"/>
                <a:gd name="T14" fmla="*/ 950 w 1722"/>
                <a:gd name="T15" fmla="*/ 2245 h 2435"/>
                <a:gd name="T16" fmla="*/ 802 w 1722"/>
                <a:gd name="T17" fmla="*/ 2301 h 2435"/>
                <a:gd name="T18" fmla="*/ 649 w 1722"/>
                <a:gd name="T19" fmla="*/ 2349 h 2435"/>
                <a:gd name="T20" fmla="*/ 491 w 1722"/>
                <a:gd name="T21" fmla="*/ 2386 h 2435"/>
                <a:gd name="T22" fmla="*/ 332 w 1722"/>
                <a:gd name="T23" fmla="*/ 2414 h 2435"/>
                <a:gd name="T24" fmla="*/ 169 w 1722"/>
                <a:gd name="T25" fmla="*/ 2431 h 2435"/>
                <a:gd name="T26" fmla="*/ 0 w 1722"/>
                <a:gd name="T27" fmla="*/ 2435 h 2435"/>
                <a:gd name="T28" fmla="*/ 0 w 1722"/>
                <a:gd name="T29" fmla="*/ 0 h 2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22" h="2435">
                  <a:moveTo>
                    <a:pt x="0" y="0"/>
                  </a:moveTo>
                  <a:lnTo>
                    <a:pt x="1722" y="1722"/>
                  </a:lnTo>
                  <a:lnTo>
                    <a:pt x="1610" y="1829"/>
                  </a:lnTo>
                  <a:lnTo>
                    <a:pt x="1489" y="1928"/>
                  </a:lnTo>
                  <a:lnTo>
                    <a:pt x="1363" y="2019"/>
                  </a:lnTo>
                  <a:lnTo>
                    <a:pt x="1231" y="2103"/>
                  </a:lnTo>
                  <a:lnTo>
                    <a:pt x="1091" y="2178"/>
                  </a:lnTo>
                  <a:lnTo>
                    <a:pt x="950" y="2245"/>
                  </a:lnTo>
                  <a:lnTo>
                    <a:pt x="802" y="2301"/>
                  </a:lnTo>
                  <a:lnTo>
                    <a:pt x="649" y="2349"/>
                  </a:lnTo>
                  <a:lnTo>
                    <a:pt x="491" y="2386"/>
                  </a:lnTo>
                  <a:lnTo>
                    <a:pt x="332" y="2414"/>
                  </a:lnTo>
                  <a:lnTo>
                    <a:pt x="169" y="2431"/>
                  </a:lnTo>
                  <a:lnTo>
                    <a:pt x="0" y="2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C6C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wordArtVert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417BA63-3AB9-C54B-BCEA-AE6630E596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647875" y="3907574"/>
              <a:ext cx="1933575" cy="1366838"/>
            </a:xfrm>
            <a:custGeom>
              <a:avLst/>
              <a:gdLst>
                <a:gd name="T0" fmla="*/ 0 w 2435"/>
                <a:gd name="T1" fmla="*/ 0 h 1722"/>
                <a:gd name="T2" fmla="*/ 2435 w 2435"/>
                <a:gd name="T3" fmla="*/ 0 h 1722"/>
                <a:gd name="T4" fmla="*/ 2429 w 2435"/>
                <a:gd name="T5" fmla="*/ 167 h 1722"/>
                <a:gd name="T6" fmla="*/ 2414 w 2435"/>
                <a:gd name="T7" fmla="*/ 330 h 1722"/>
                <a:gd name="T8" fmla="*/ 2387 w 2435"/>
                <a:gd name="T9" fmla="*/ 492 h 1722"/>
                <a:gd name="T10" fmla="*/ 2350 w 2435"/>
                <a:gd name="T11" fmla="*/ 647 h 1722"/>
                <a:gd name="T12" fmla="*/ 2301 w 2435"/>
                <a:gd name="T13" fmla="*/ 801 h 1722"/>
                <a:gd name="T14" fmla="*/ 2245 w 2435"/>
                <a:gd name="T15" fmla="*/ 948 h 1722"/>
                <a:gd name="T16" fmla="*/ 2179 w 2435"/>
                <a:gd name="T17" fmla="*/ 1092 h 1722"/>
                <a:gd name="T18" fmla="*/ 2103 w 2435"/>
                <a:gd name="T19" fmla="*/ 1230 h 1722"/>
                <a:gd name="T20" fmla="*/ 2020 w 2435"/>
                <a:gd name="T21" fmla="*/ 1362 h 1722"/>
                <a:gd name="T22" fmla="*/ 1928 w 2435"/>
                <a:gd name="T23" fmla="*/ 1489 h 1722"/>
                <a:gd name="T24" fmla="*/ 1829 w 2435"/>
                <a:gd name="T25" fmla="*/ 1609 h 1722"/>
                <a:gd name="T26" fmla="*/ 1722 w 2435"/>
                <a:gd name="T27" fmla="*/ 1722 h 1722"/>
                <a:gd name="T28" fmla="*/ 0 w 2435"/>
                <a:gd name="T29" fmla="*/ 0 h 1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35" h="1722">
                  <a:moveTo>
                    <a:pt x="0" y="0"/>
                  </a:moveTo>
                  <a:lnTo>
                    <a:pt x="2435" y="0"/>
                  </a:lnTo>
                  <a:lnTo>
                    <a:pt x="2429" y="167"/>
                  </a:lnTo>
                  <a:lnTo>
                    <a:pt x="2414" y="330"/>
                  </a:lnTo>
                  <a:lnTo>
                    <a:pt x="2387" y="492"/>
                  </a:lnTo>
                  <a:lnTo>
                    <a:pt x="2350" y="647"/>
                  </a:lnTo>
                  <a:lnTo>
                    <a:pt x="2301" y="801"/>
                  </a:lnTo>
                  <a:lnTo>
                    <a:pt x="2245" y="948"/>
                  </a:lnTo>
                  <a:lnTo>
                    <a:pt x="2179" y="1092"/>
                  </a:lnTo>
                  <a:lnTo>
                    <a:pt x="2103" y="1230"/>
                  </a:lnTo>
                  <a:lnTo>
                    <a:pt x="2020" y="1362"/>
                  </a:lnTo>
                  <a:lnTo>
                    <a:pt x="1928" y="1489"/>
                  </a:lnTo>
                  <a:lnTo>
                    <a:pt x="1829" y="1609"/>
                  </a:lnTo>
                  <a:lnTo>
                    <a:pt x="1722" y="1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D6A5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wordArtVert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C83EADA-DF13-8349-8263-04C137FC67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84212" y="3907574"/>
              <a:ext cx="1363663" cy="1933575"/>
            </a:xfrm>
            <a:custGeom>
              <a:avLst/>
              <a:gdLst>
                <a:gd name="T0" fmla="*/ 1718 w 1718"/>
                <a:gd name="T1" fmla="*/ 0 h 2435"/>
                <a:gd name="T2" fmla="*/ 1718 w 1718"/>
                <a:gd name="T3" fmla="*/ 2435 h 2435"/>
                <a:gd name="T4" fmla="*/ 1553 w 1718"/>
                <a:gd name="T5" fmla="*/ 2431 h 2435"/>
                <a:gd name="T6" fmla="*/ 1390 w 1718"/>
                <a:gd name="T7" fmla="*/ 2414 h 2435"/>
                <a:gd name="T8" fmla="*/ 1229 w 1718"/>
                <a:gd name="T9" fmla="*/ 2386 h 2435"/>
                <a:gd name="T10" fmla="*/ 1073 w 1718"/>
                <a:gd name="T11" fmla="*/ 2349 h 2435"/>
                <a:gd name="T12" fmla="*/ 920 w 1718"/>
                <a:gd name="T13" fmla="*/ 2301 h 2435"/>
                <a:gd name="T14" fmla="*/ 772 w 1718"/>
                <a:gd name="T15" fmla="*/ 2245 h 2435"/>
                <a:gd name="T16" fmla="*/ 629 w 1718"/>
                <a:gd name="T17" fmla="*/ 2178 h 2435"/>
                <a:gd name="T18" fmla="*/ 491 w 1718"/>
                <a:gd name="T19" fmla="*/ 2103 h 2435"/>
                <a:gd name="T20" fmla="*/ 359 w 1718"/>
                <a:gd name="T21" fmla="*/ 2019 h 2435"/>
                <a:gd name="T22" fmla="*/ 233 w 1718"/>
                <a:gd name="T23" fmla="*/ 1928 h 2435"/>
                <a:gd name="T24" fmla="*/ 112 w 1718"/>
                <a:gd name="T25" fmla="*/ 1829 h 2435"/>
                <a:gd name="T26" fmla="*/ 0 w 1718"/>
                <a:gd name="T27" fmla="*/ 1722 h 2435"/>
                <a:gd name="T28" fmla="*/ 1718 w 1718"/>
                <a:gd name="T29" fmla="*/ 0 h 2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18" h="2435">
                  <a:moveTo>
                    <a:pt x="1718" y="0"/>
                  </a:moveTo>
                  <a:lnTo>
                    <a:pt x="1718" y="2435"/>
                  </a:lnTo>
                  <a:lnTo>
                    <a:pt x="1553" y="2431"/>
                  </a:lnTo>
                  <a:lnTo>
                    <a:pt x="1390" y="2414"/>
                  </a:lnTo>
                  <a:lnTo>
                    <a:pt x="1229" y="2386"/>
                  </a:lnTo>
                  <a:lnTo>
                    <a:pt x="1073" y="2349"/>
                  </a:lnTo>
                  <a:lnTo>
                    <a:pt x="920" y="2301"/>
                  </a:lnTo>
                  <a:lnTo>
                    <a:pt x="772" y="2245"/>
                  </a:lnTo>
                  <a:lnTo>
                    <a:pt x="629" y="2178"/>
                  </a:lnTo>
                  <a:lnTo>
                    <a:pt x="491" y="2103"/>
                  </a:lnTo>
                  <a:lnTo>
                    <a:pt x="359" y="2019"/>
                  </a:lnTo>
                  <a:lnTo>
                    <a:pt x="233" y="1928"/>
                  </a:lnTo>
                  <a:lnTo>
                    <a:pt x="112" y="1829"/>
                  </a:lnTo>
                  <a:lnTo>
                    <a:pt x="0" y="1722"/>
                  </a:lnTo>
                  <a:lnTo>
                    <a:pt x="1718" y="0"/>
                  </a:lnTo>
                  <a:close/>
                </a:path>
              </a:pathLst>
            </a:custGeom>
            <a:solidFill>
              <a:srgbClr val="50535A">
                <a:alpha val="95000"/>
              </a:srgb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wordArtVert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CAA028C-C21F-1746-90EF-02093276E1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84212" y="1975587"/>
              <a:ext cx="1363663" cy="1931988"/>
            </a:xfrm>
            <a:custGeom>
              <a:avLst/>
              <a:gdLst>
                <a:gd name="T0" fmla="*/ 1718 w 1718"/>
                <a:gd name="T1" fmla="*/ 0 h 2435"/>
                <a:gd name="T2" fmla="*/ 1718 w 1718"/>
                <a:gd name="T3" fmla="*/ 2435 h 2435"/>
                <a:gd name="T4" fmla="*/ 0 w 1718"/>
                <a:gd name="T5" fmla="*/ 713 h 2435"/>
                <a:gd name="T6" fmla="*/ 112 w 1718"/>
                <a:gd name="T7" fmla="*/ 606 h 2435"/>
                <a:gd name="T8" fmla="*/ 233 w 1718"/>
                <a:gd name="T9" fmla="*/ 507 h 2435"/>
                <a:gd name="T10" fmla="*/ 359 w 1718"/>
                <a:gd name="T11" fmla="*/ 416 h 2435"/>
                <a:gd name="T12" fmla="*/ 491 w 1718"/>
                <a:gd name="T13" fmla="*/ 332 h 2435"/>
                <a:gd name="T14" fmla="*/ 629 w 1718"/>
                <a:gd name="T15" fmla="*/ 257 h 2435"/>
                <a:gd name="T16" fmla="*/ 772 w 1718"/>
                <a:gd name="T17" fmla="*/ 190 h 2435"/>
                <a:gd name="T18" fmla="*/ 920 w 1718"/>
                <a:gd name="T19" fmla="*/ 134 h 2435"/>
                <a:gd name="T20" fmla="*/ 1073 w 1718"/>
                <a:gd name="T21" fmla="*/ 85 h 2435"/>
                <a:gd name="T22" fmla="*/ 1229 w 1718"/>
                <a:gd name="T23" fmla="*/ 49 h 2435"/>
                <a:gd name="T24" fmla="*/ 1390 w 1718"/>
                <a:gd name="T25" fmla="*/ 21 h 2435"/>
                <a:gd name="T26" fmla="*/ 1553 w 1718"/>
                <a:gd name="T27" fmla="*/ 6 h 2435"/>
                <a:gd name="T28" fmla="*/ 1718 w 1718"/>
                <a:gd name="T29" fmla="*/ 0 h 24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18" h="2435">
                  <a:moveTo>
                    <a:pt x="1718" y="0"/>
                  </a:moveTo>
                  <a:lnTo>
                    <a:pt x="1718" y="2435"/>
                  </a:lnTo>
                  <a:lnTo>
                    <a:pt x="0" y="713"/>
                  </a:lnTo>
                  <a:lnTo>
                    <a:pt x="112" y="606"/>
                  </a:lnTo>
                  <a:lnTo>
                    <a:pt x="233" y="507"/>
                  </a:lnTo>
                  <a:lnTo>
                    <a:pt x="359" y="416"/>
                  </a:lnTo>
                  <a:lnTo>
                    <a:pt x="491" y="332"/>
                  </a:lnTo>
                  <a:lnTo>
                    <a:pt x="629" y="257"/>
                  </a:lnTo>
                  <a:lnTo>
                    <a:pt x="772" y="190"/>
                  </a:lnTo>
                  <a:lnTo>
                    <a:pt x="920" y="134"/>
                  </a:lnTo>
                  <a:lnTo>
                    <a:pt x="1073" y="85"/>
                  </a:lnTo>
                  <a:lnTo>
                    <a:pt x="1229" y="49"/>
                  </a:lnTo>
                  <a:lnTo>
                    <a:pt x="1390" y="21"/>
                  </a:lnTo>
                  <a:lnTo>
                    <a:pt x="1553" y="6"/>
                  </a:lnTo>
                  <a:lnTo>
                    <a:pt x="1718" y="0"/>
                  </a:lnTo>
                  <a:close/>
                </a:path>
              </a:pathLst>
            </a:custGeom>
            <a:solidFill>
              <a:srgbClr val="004899">
                <a:alpha val="80000"/>
              </a:srgb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wordArtVert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E8572DD8-CCA4-D341-B536-5E3B127FD4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17475" y="3907574"/>
              <a:ext cx="1930400" cy="1366838"/>
            </a:xfrm>
            <a:custGeom>
              <a:avLst/>
              <a:gdLst>
                <a:gd name="T0" fmla="*/ 0 w 2431"/>
                <a:gd name="T1" fmla="*/ 0 h 1722"/>
                <a:gd name="T2" fmla="*/ 2431 w 2431"/>
                <a:gd name="T3" fmla="*/ 0 h 1722"/>
                <a:gd name="T4" fmla="*/ 2431 w 2431"/>
                <a:gd name="T5" fmla="*/ 0 h 1722"/>
                <a:gd name="T6" fmla="*/ 713 w 2431"/>
                <a:gd name="T7" fmla="*/ 1722 h 1722"/>
                <a:gd name="T8" fmla="*/ 606 w 2431"/>
                <a:gd name="T9" fmla="*/ 1609 h 1722"/>
                <a:gd name="T10" fmla="*/ 507 w 2431"/>
                <a:gd name="T11" fmla="*/ 1489 h 1722"/>
                <a:gd name="T12" fmla="*/ 415 w 2431"/>
                <a:gd name="T13" fmla="*/ 1362 h 1722"/>
                <a:gd name="T14" fmla="*/ 332 w 2431"/>
                <a:gd name="T15" fmla="*/ 1230 h 1722"/>
                <a:gd name="T16" fmla="*/ 256 w 2431"/>
                <a:gd name="T17" fmla="*/ 1092 h 1722"/>
                <a:gd name="T18" fmla="*/ 190 w 2431"/>
                <a:gd name="T19" fmla="*/ 948 h 1722"/>
                <a:gd name="T20" fmla="*/ 134 w 2431"/>
                <a:gd name="T21" fmla="*/ 801 h 1722"/>
                <a:gd name="T22" fmla="*/ 85 w 2431"/>
                <a:gd name="T23" fmla="*/ 647 h 1722"/>
                <a:gd name="T24" fmla="*/ 48 w 2431"/>
                <a:gd name="T25" fmla="*/ 492 h 1722"/>
                <a:gd name="T26" fmla="*/ 21 w 2431"/>
                <a:gd name="T27" fmla="*/ 330 h 1722"/>
                <a:gd name="T28" fmla="*/ 4 w 2431"/>
                <a:gd name="T29" fmla="*/ 167 h 1722"/>
                <a:gd name="T30" fmla="*/ 0 w 2431"/>
                <a:gd name="T31" fmla="*/ 0 h 1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31" h="1722">
                  <a:moveTo>
                    <a:pt x="0" y="0"/>
                  </a:moveTo>
                  <a:lnTo>
                    <a:pt x="2431" y="0"/>
                  </a:lnTo>
                  <a:lnTo>
                    <a:pt x="2431" y="0"/>
                  </a:lnTo>
                  <a:lnTo>
                    <a:pt x="713" y="1722"/>
                  </a:lnTo>
                  <a:lnTo>
                    <a:pt x="606" y="1609"/>
                  </a:lnTo>
                  <a:lnTo>
                    <a:pt x="507" y="1489"/>
                  </a:lnTo>
                  <a:lnTo>
                    <a:pt x="415" y="1362"/>
                  </a:lnTo>
                  <a:lnTo>
                    <a:pt x="332" y="1230"/>
                  </a:lnTo>
                  <a:lnTo>
                    <a:pt x="256" y="1092"/>
                  </a:lnTo>
                  <a:lnTo>
                    <a:pt x="190" y="948"/>
                  </a:lnTo>
                  <a:lnTo>
                    <a:pt x="134" y="801"/>
                  </a:lnTo>
                  <a:lnTo>
                    <a:pt x="85" y="647"/>
                  </a:lnTo>
                  <a:lnTo>
                    <a:pt x="48" y="492"/>
                  </a:lnTo>
                  <a:lnTo>
                    <a:pt x="21" y="330"/>
                  </a:lnTo>
                  <a:lnTo>
                    <a:pt x="4" y="1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2120">
                <a:alpha val="89804"/>
              </a:srgb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wordArtVert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FEEC7E5-B00B-6342-9DA5-F3552D75FF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717475" y="2542324"/>
              <a:ext cx="1930400" cy="1365250"/>
            </a:xfrm>
            <a:custGeom>
              <a:avLst/>
              <a:gdLst>
                <a:gd name="T0" fmla="*/ 713 w 2431"/>
                <a:gd name="T1" fmla="*/ 0 h 1722"/>
                <a:gd name="T2" fmla="*/ 2431 w 2431"/>
                <a:gd name="T3" fmla="*/ 1722 h 1722"/>
                <a:gd name="T4" fmla="*/ 0 w 2431"/>
                <a:gd name="T5" fmla="*/ 1722 h 1722"/>
                <a:gd name="T6" fmla="*/ 4 w 2431"/>
                <a:gd name="T7" fmla="*/ 1555 h 1722"/>
                <a:gd name="T8" fmla="*/ 21 w 2431"/>
                <a:gd name="T9" fmla="*/ 1392 h 1722"/>
                <a:gd name="T10" fmla="*/ 48 w 2431"/>
                <a:gd name="T11" fmla="*/ 1230 h 1722"/>
                <a:gd name="T12" fmla="*/ 85 w 2431"/>
                <a:gd name="T13" fmla="*/ 1075 h 1722"/>
                <a:gd name="T14" fmla="*/ 134 w 2431"/>
                <a:gd name="T15" fmla="*/ 921 h 1722"/>
                <a:gd name="T16" fmla="*/ 190 w 2431"/>
                <a:gd name="T17" fmla="*/ 774 h 1722"/>
                <a:gd name="T18" fmla="*/ 256 w 2431"/>
                <a:gd name="T19" fmla="*/ 630 h 1722"/>
                <a:gd name="T20" fmla="*/ 332 w 2431"/>
                <a:gd name="T21" fmla="*/ 492 h 1722"/>
                <a:gd name="T22" fmla="*/ 415 w 2431"/>
                <a:gd name="T23" fmla="*/ 360 h 1722"/>
                <a:gd name="T24" fmla="*/ 507 w 2431"/>
                <a:gd name="T25" fmla="*/ 233 h 1722"/>
                <a:gd name="T26" fmla="*/ 606 w 2431"/>
                <a:gd name="T27" fmla="*/ 113 h 1722"/>
                <a:gd name="T28" fmla="*/ 713 w 2431"/>
                <a:gd name="T29" fmla="*/ 0 h 1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31" h="1722">
                  <a:moveTo>
                    <a:pt x="713" y="0"/>
                  </a:moveTo>
                  <a:lnTo>
                    <a:pt x="2431" y="1722"/>
                  </a:lnTo>
                  <a:lnTo>
                    <a:pt x="0" y="1722"/>
                  </a:lnTo>
                  <a:lnTo>
                    <a:pt x="4" y="1555"/>
                  </a:lnTo>
                  <a:lnTo>
                    <a:pt x="21" y="1392"/>
                  </a:lnTo>
                  <a:lnTo>
                    <a:pt x="48" y="1230"/>
                  </a:lnTo>
                  <a:lnTo>
                    <a:pt x="85" y="1075"/>
                  </a:lnTo>
                  <a:lnTo>
                    <a:pt x="134" y="921"/>
                  </a:lnTo>
                  <a:lnTo>
                    <a:pt x="190" y="774"/>
                  </a:lnTo>
                  <a:lnTo>
                    <a:pt x="256" y="630"/>
                  </a:lnTo>
                  <a:lnTo>
                    <a:pt x="332" y="492"/>
                  </a:lnTo>
                  <a:lnTo>
                    <a:pt x="415" y="360"/>
                  </a:lnTo>
                  <a:lnTo>
                    <a:pt x="507" y="233"/>
                  </a:lnTo>
                  <a:lnTo>
                    <a:pt x="606" y="113"/>
                  </a:lnTo>
                  <a:lnTo>
                    <a:pt x="713" y="0"/>
                  </a:lnTo>
                  <a:close/>
                </a:path>
              </a:pathLst>
            </a:custGeom>
            <a:solidFill>
              <a:srgbClr val="18326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wordArtVert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75D10A1-05EB-A44A-AFE8-8F3FF6D3FA04}"/>
                </a:ext>
              </a:extLst>
            </p:cNvPr>
            <p:cNvGrpSpPr/>
            <p:nvPr userDrawn="1"/>
          </p:nvGrpSpPr>
          <p:grpSpPr>
            <a:xfrm>
              <a:off x="4297692" y="2560315"/>
              <a:ext cx="2701954" cy="2697694"/>
              <a:chOff x="4583113" y="2255303"/>
              <a:chExt cx="3021013" cy="301625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8F0410E-1BC6-904A-9FA7-43D965CFEDD1}"/>
                  </a:ext>
                </a:extLst>
              </p:cNvPr>
              <p:cNvSpPr/>
              <p:nvPr/>
            </p:nvSpPr>
            <p:spPr>
              <a:xfrm>
                <a:off x="4861826" y="2530841"/>
                <a:ext cx="2462000" cy="246200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wordArtVert" rtlCol="0" anchor="ctr"/>
              <a:lstStyle/>
              <a:p>
                <a:pPr algn="ctr"/>
                <a:endParaRPr lang="en-IN"/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D73820CF-5A07-5D4E-B630-57A56CD3CD4B}"/>
                  </a:ext>
                </a:extLst>
              </p:cNvPr>
              <p:cNvGrpSpPr/>
              <p:nvPr/>
            </p:nvGrpSpPr>
            <p:grpSpPr>
              <a:xfrm>
                <a:off x="4583113" y="2255303"/>
                <a:ext cx="3021013" cy="3016250"/>
                <a:chOff x="4583113" y="2341563"/>
                <a:chExt cx="3021013" cy="3016250"/>
              </a:xfrm>
            </p:grpSpPr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D293D3F7-8910-944F-AA16-F12B7F939C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4151" y="2341563"/>
                  <a:ext cx="700088" cy="701675"/>
                </a:xfrm>
                <a:custGeom>
                  <a:avLst/>
                  <a:gdLst>
                    <a:gd name="T0" fmla="*/ 443 w 884"/>
                    <a:gd name="T1" fmla="*/ 0 h 885"/>
                    <a:gd name="T2" fmla="*/ 515 w 884"/>
                    <a:gd name="T3" fmla="*/ 6 h 885"/>
                    <a:gd name="T4" fmla="*/ 583 w 884"/>
                    <a:gd name="T5" fmla="*/ 24 h 885"/>
                    <a:gd name="T6" fmla="*/ 645 w 884"/>
                    <a:gd name="T7" fmla="*/ 51 h 885"/>
                    <a:gd name="T8" fmla="*/ 703 w 884"/>
                    <a:gd name="T9" fmla="*/ 86 h 885"/>
                    <a:gd name="T10" fmla="*/ 756 w 884"/>
                    <a:gd name="T11" fmla="*/ 131 h 885"/>
                    <a:gd name="T12" fmla="*/ 798 w 884"/>
                    <a:gd name="T13" fmla="*/ 183 h 885"/>
                    <a:gd name="T14" fmla="*/ 835 w 884"/>
                    <a:gd name="T15" fmla="*/ 239 h 885"/>
                    <a:gd name="T16" fmla="*/ 863 w 884"/>
                    <a:gd name="T17" fmla="*/ 304 h 885"/>
                    <a:gd name="T18" fmla="*/ 878 w 884"/>
                    <a:gd name="T19" fmla="*/ 372 h 885"/>
                    <a:gd name="T20" fmla="*/ 884 w 884"/>
                    <a:gd name="T21" fmla="*/ 443 h 885"/>
                    <a:gd name="T22" fmla="*/ 878 w 884"/>
                    <a:gd name="T23" fmla="*/ 515 h 885"/>
                    <a:gd name="T24" fmla="*/ 863 w 884"/>
                    <a:gd name="T25" fmla="*/ 583 h 885"/>
                    <a:gd name="T26" fmla="*/ 835 w 884"/>
                    <a:gd name="T27" fmla="*/ 646 h 885"/>
                    <a:gd name="T28" fmla="*/ 798 w 884"/>
                    <a:gd name="T29" fmla="*/ 704 h 885"/>
                    <a:gd name="T30" fmla="*/ 756 w 884"/>
                    <a:gd name="T31" fmla="*/ 756 h 885"/>
                    <a:gd name="T32" fmla="*/ 703 w 884"/>
                    <a:gd name="T33" fmla="*/ 799 h 885"/>
                    <a:gd name="T34" fmla="*/ 645 w 884"/>
                    <a:gd name="T35" fmla="*/ 836 h 885"/>
                    <a:gd name="T36" fmla="*/ 583 w 884"/>
                    <a:gd name="T37" fmla="*/ 863 h 885"/>
                    <a:gd name="T38" fmla="*/ 515 w 884"/>
                    <a:gd name="T39" fmla="*/ 879 h 885"/>
                    <a:gd name="T40" fmla="*/ 443 w 884"/>
                    <a:gd name="T41" fmla="*/ 885 h 885"/>
                    <a:gd name="T42" fmla="*/ 371 w 884"/>
                    <a:gd name="T43" fmla="*/ 879 h 885"/>
                    <a:gd name="T44" fmla="*/ 303 w 884"/>
                    <a:gd name="T45" fmla="*/ 863 h 885"/>
                    <a:gd name="T46" fmla="*/ 239 w 884"/>
                    <a:gd name="T47" fmla="*/ 836 h 885"/>
                    <a:gd name="T48" fmla="*/ 181 w 884"/>
                    <a:gd name="T49" fmla="*/ 799 h 885"/>
                    <a:gd name="T50" fmla="*/ 130 w 884"/>
                    <a:gd name="T51" fmla="*/ 756 h 885"/>
                    <a:gd name="T52" fmla="*/ 86 w 884"/>
                    <a:gd name="T53" fmla="*/ 704 h 885"/>
                    <a:gd name="T54" fmla="*/ 51 w 884"/>
                    <a:gd name="T55" fmla="*/ 646 h 885"/>
                    <a:gd name="T56" fmla="*/ 24 w 884"/>
                    <a:gd name="T57" fmla="*/ 583 h 885"/>
                    <a:gd name="T58" fmla="*/ 6 w 884"/>
                    <a:gd name="T59" fmla="*/ 515 h 885"/>
                    <a:gd name="T60" fmla="*/ 0 w 884"/>
                    <a:gd name="T61" fmla="*/ 443 h 885"/>
                    <a:gd name="T62" fmla="*/ 6 w 884"/>
                    <a:gd name="T63" fmla="*/ 372 h 885"/>
                    <a:gd name="T64" fmla="*/ 24 w 884"/>
                    <a:gd name="T65" fmla="*/ 304 h 885"/>
                    <a:gd name="T66" fmla="*/ 51 w 884"/>
                    <a:gd name="T67" fmla="*/ 239 h 885"/>
                    <a:gd name="T68" fmla="*/ 86 w 884"/>
                    <a:gd name="T69" fmla="*/ 183 h 885"/>
                    <a:gd name="T70" fmla="*/ 130 w 884"/>
                    <a:gd name="T71" fmla="*/ 131 h 885"/>
                    <a:gd name="T72" fmla="*/ 181 w 884"/>
                    <a:gd name="T73" fmla="*/ 86 h 885"/>
                    <a:gd name="T74" fmla="*/ 239 w 884"/>
                    <a:gd name="T75" fmla="*/ 51 h 885"/>
                    <a:gd name="T76" fmla="*/ 303 w 884"/>
                    <a:gd name="T77" fmla="*/ 24 h 885"/>
                    <a:gd name="T78" fmla="*/ 371 w 884"/>
                    <a:gd name="T79" fmla="*/ 6 h 885"/>
                    <a:gd name="T80" fmla="*/ 443 w 884"/>
                    <a:gd name="T81" fmla="*/ 0 h 8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884" h="885">
                      <a:moveTo>
                        <a:pt x="443" y="0"/>
                      </a:moveTo>
                      <a:lnTo>
                        <a:pt x="515" y="6"/>
                      </a:lnTo>
                      <a:lnTo>
                        <a:pt x="583" y="24"/>
                      </a:lnTo>
                      <a:lnTo>
                        <a:pt x="645" y="51"/>
                      </a:lnTo>
                      <a:lnTo>
                        <a:pt x="703" y="86"/>
                      </a:lnTo>
                      <a:lnTo>
                        <a:pt x="756" y="131"/>
                      </a:lnTo>
                      <a:lnTo>
                        <a:pt x="798" y="183"/>
                      </a:lnTo>
                      <a:lnTo>
                        <a:pt x="835" y="239"/>
                      </a:lnTo>
                      <a:lnTo>
                        <a:pt x="863" y="304"/>
                      </a:lnTo>
                      <a:lnTo>
                        <a:pt x="878" y="372"/>
                      </a:lnTo>
                      <a:lnTo>
                        <a:pt x="884" y="443"/>
                      </a:lnTo>
                      <a:lnTo>
                        <a:pt x="878" y="515"/>
                      </a:lnTo>
                      <a:lnTo>
                        <a:pt x="863" y="583"/>
                      </a:lnTo>
                      <a:lnTo>
                        <a:pt x="835" y="646"/>
                      </a:lnTo>
                      <a:lnTo>
                        <a:pt x="798" y="704"/>
                      </a:lnTo>
                      <a:lnTo>
                        <a:pt x="756" y="756"/>
                      </a:lnTo>
                      <a:lnTo>
                        <a:pt x="703" y="799"/>
                      </a:lnTo>
                      <a:lnTo>
                        <a:pt x="645" y="836"/>
                      </a:lnTo>
                      <a:lnTo>
                        <a:pt x="583" y="863"/>
                      </a:lnTo>
                      <a:lnTo>
                        <a:pt x="515" y="879"/>
                      </a:lnTo>
                      <a:lnTo>
                        <a:pt x="443" y="885"/>
                      </a:lnTo>
                      <a:lnTo>
                        <a:pt x="371" y="879"/>
                      </a:lnTo>
                      <a:lnTo>
                        <a:pt x="303" y="863"/>
                      </a:lnTo>
                      <a:lnTo>
                        <a:pt x="239" y="836"/>
                      </a:lnTo>
                      <a:lnTo>
                        <a:pt x="181" y="799"/>
                      </a:lnTo>
                      <a:lnTo>
                        <a:pt x="130" y="756"/>
                      </a:lnTo>
                      <a:lnTo>
                        <a:pt x="86" y="704"/>
                      </a:lnTo>
                      <a:lnTo>
                        <a:pt x="51" y="646"/>
                      </a:lnTo>
                      <a:lnTo>
                        <a:pt x="24" y="583"/>
                      </a:lnTo>
                      <a:lnTo>
                        <a:pt x="6" y="515"/>
                      </a:lnTo>
                      <a:lnTo>
                        <a:pt x="0" y="443"/>
                      </a:lnTo>
                      <a:lnTo>
                        <a:pt x="6" y="372"/>
                      </a:lnTo>
                      <a:lnTo>
                        <a:pt x="24" y="304"/>
                      </a:lnTo>
                      <a:lnTo>
                        <a:pt x="51" y="239"/>
                      </a:lnTo>
                      <a:lnTo>
                        <a:pt x="86" y="183"/>
                      </a:lnTo>
                      <a:lnTo>
                        <a:pt x="130" y="131"/>
                      </a:lnTo>
                      <a:lnTo>
                        <a:pt x="181" y="86"/>
                      </a:lnTo>
                      <a:lnTo>
                        <a:pt x="239" y="51"/>
                      </a:lnTo>
                      <a:lnTo>
                        <a:pt x="303" y="24"/>
                      </a:lnTo>
                      <a:lnTo>
                        <a:pt x="371" y="6"/>
                      </a:lnTo>
                      <a:lnTo>
                        <a:pt x="443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wordArtVert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3B74AB8C-9208-A841-904B-95AF7881BF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19826" y="2341563"/>
                  <a:ext cx="698500" cy="700088"/>
                </a:xfrm>
                <a:custGeom>
                  <a:avLst/>
                  <a:gdLst>
                    <a:gd name="T0" fmla="*/ 472 w 882"/>
                    <a:gd name="T1" fmla="*/ 0 h 883"/>
                    <a:gd name="T2" fmla="*/ 532 w 882"/>
                    <a:gd name="T3" fmla="*/ 8 h 883"/>
                    <a:gd name="T4" fmla="*/ 593 w 882"/>
                    <a:gd name="T5" fmla="*/ 26 h 883"/>
                    <a:gd name="T6" fmla="*/ 651 w 882"/>
                    <a:gd name="T7" fmla="*/ 51 h 883"/>
                    <a:gd name="T8" fmla="*/ 703 w 882"/>
                    <a:gd name="T9" fmla="*/ 86 h 883"/>
                    <a:gd name="T10" fmla="*/ 754 w 882"/>
                    <a:gd name="T11" fmla="*/ 129 h 883"/>
                    <a:gd name="T12" fmla="*/ 796 w 882"/>
                    <a:gd name="T13" fmla="*/ 177 h 883"/>
                    <a:gd name="T14" fmla="*/ 831 w 882"/>
                    <a:gd name="T15" fmla="*/ 232 h 883"/>
                    <a:gd name="T16" fmla="*/ 857 w 882"/>
                    <a:gd name="T17" fmla="*/ 288 h 883"/>
                    <a:gd name="T18" fmla="*/ 874 w 882"/>
                    <a:gd name="T19" fmla="*/ 348 h 883"/>
                    <a:gd name="T20" fmla="*/ 882 w 882"/>
                    <a:gd name="T21" fmla="*/ 410 h 883"/>
                    <a:gd name="T22" fmla="*/ 882 w 882"/>
                    <a:gd name="T23" fmla="*/ 471 h 883"/>
                    <a:gd name="T24" fmla="*/ 874 w 882"/>
                    <a:gd name="T25" fmla="*/ 533 h 883"/>
                    <a:gd name="T26" fmla="*/ 857 w 882"/>
                    <a:gd name="T27" fmla="*/ 591 h 883"/>
                    <a:gd name="T28" fmla="*/ 831 w 882"/>
                    <a:gd name="T29" fmla="*/ 649 h 883"/>
                    <a:gd name="T30" fmla="*/ 796 w 882"/>
                    <a:gd name="T31" fmla="*/ 704 h 883"/>
                    <a:gd name="T32" fmla="*/ 754 w 882"/>
                    <a:gd name="T33" fmla="*/ 752 h 883"/>
                    <a:gd name="T34" fmla="*/ 705 w 882"/>
                    <a:gd name="T35" fmla="*/ 795 h 883"/>
                    <a:gd name="T36" fmla="*/ 651 w 882"/>
                    <a:gd name="T37" fmla="*/ 830 h 883"/>
                    <a:gd name="T38" fmla="*/ 594 w 882"/>
                    <a:gd name="T39" fmla="*/ 855 h 883"/>
                    <a:gd name="T40" fmla="*/ 534 w 882"/>
                    <a:gd name="T41" fmla="*/ 873 h 883"/>
                    <a:gd name="T42" fmla="*/ 474 w 882"/>
                    <a:gd name="T43" fmla="*/ 883 h 883"/>
                    <a:gd name="T44" fmla="*/ 412 w 882"/>
                    <a:gd name="T45" fmla="*/ 883 h 883"/>
                    <a:gd name="T46" fmla="*/ 350 w 882"/>
                    <a:gd name="T47" fmla="*/ 873 h 883"/>
                    <a:gd name="T48" fmla="*/ 292 w 882"/>
                    <a:gd name="T49" fmla="*/ 857 h 883"/>
                    <a:gd name="T50" fmla="*/ 233 w 882"/>
                    <a:gd name="T51" fmla="*/ 830 h 883"/>
                    <a:gd name="T52" fmla="*/ 179 w 882"/>
                    <a:gd name="T53" fmla="*/ 797 h 883"/>
                    <a:gd name="T54" fmla="*/ 130 w 882"/>
                    <a:gd name="T55" fmla="*/ 754 h 883"/>
                    <a:gd name="T56" fmla="*/ 88 w 882"/>
                    <a:gd name="T57" fmla="*/ 704 h 883"/>
                    <a:gd name="T58" fmla="*/ 53 w 882"/>
                    <a:gd name="T59" fmla="*/ 651 h 883"/>
                    <a:gd name="T60" fmla="*/ 27 w 882"/>
                    <a:gd name="T61" fmla="*/ 593 h 883"/>
                    <a:gd name="T62" fmla="*/ 10 w 882"/>
                    <a:gd name="T63" fmla="*/ 535 h 883"/>
                    <a:gd name="T64" fmla="*/ 0 w 882"/>
                    <a:gd name="T65" fmla="*/ 473 h 883"/>
                    <a:gd name="T66" fmla="*/ 0 w 882"/>
                    <a:gd name="T67" fmla="*/ 410 h 883"/>
                    <a:gd name="T68" fmla="*/ 10 w 882"/>
                    <a:gd name="T69" fmla="*/ 350 h 883"/>
                    <a:gd name="T70" fmla="*/ 27 w 882"/>
                    <a:gd name="T71" fmla="*/ 290 h 883"/>
                    <a:gd name="T72" fmla="*/ 53 w 882"/>
                    <a:gd name="T73" fmla="*/ 234 h 883"/>
                    <a:gd name="T74" fmla="*/ 86 w 882"/>
                    <a:gd name="T75" fmla="*/ 179 h 883"/>
                    <a:gd name="T76" fmla="*/ 128 w 882"/>
                    <a:gd name="T77" fmla="*/ 129 h 883"/>
                    <a:gd name="T78" fmla="*/ 179 w 882"/>
                    <a:gd name="T79" fmla="*/ 86 h 883"/>
                    <a:gd name="T80" fmla="*/ 231 w 882"/>
                    <a:gd name="T81" fmla="*/ 51 h 883"/>
                    <a:gd name="T82" fmla="*/ 290 w 882"/>
                    <a:gd name="T83" fmla="*/ 26 h 883"/>
                    <a:gd name="T84" fmla="*/ 350 w 882"/>
                    <a:gd name="T85" fmla="*/ 8 h 883"/>
                    <a:gd name="T86" fmla="*/ 410 w 882"/>
                    <a:gd name="T87" fmla="*/ 0 h 883"/>
                    <a:gd name="T88" fmla="*/ 472 w 882"/>
                    <a:gd name="T89" fmla="*/ 0 h 8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882" h="883">
                      <a:moveTo>
                        <a:pt x="472" y="0"/>
                      </a:moveTo>
                      <a:lnTo>
                        <a:pt x="532" y="8"/>
                      </a:lnTo>
                      <a:lnTo>
                        <a:pt x="593" y="26"/>
                      </a:lnTo>
                      <a:lnTo>
                        <a:pt x="651" y="51"/>
                      </a:lnTo>
                      <a:lnTo>
                        <a:pt x="703" y="86"/>
                      </a:lnTo>
                      <a:lnTo>
                        <a:pt x="754" y="129"/>
                      </a:lnTo>
                      <a:lnTo>
                        <a:pt x="796" y="177"/>
                      </a:lnTo>
                      <a:lnTo>
                        <a:pt x="831" y="232"/>
                      </a:lnTo>
                      <a:lnTo>
                        <a:pt x="857" y="288"/>
                      </a:lnTo>
                      <a:lnTo>
                        <a:pt x="874" y="348"/>
                      </a:lnTo>
                      <a:lnTo>
                        <a:pt x="882" y="410"/>
                      </a:lnTo>
                      <a:lnTo>
                        <a:pt x="882" y="471"/>
                      </a:lnTo>
                      <a:lnTo>
                        <a:pt x="874" y="533"/>
                      </a:lnTo>
                      <a:lnTo>
                        <a:pt x="857" y="591"/>
                      </a:lnTo>
                      <a:lnTo>
                        <a:pt x="831" y="649"/>
                      </a:lnTo>
                      <a:lnTo>
                        <a:pt x="796" y="704"/>
                      </a:lnTo>
                      <a:lnTo>
                        <a:pt x="754" y="752"/>
                      </a:lnTo>
                      <a:lnTo>
                        <a:pt x="705" y="795"/>
                      </a:lnTo>
                      <a:lnTo>
                        <a:pt x="651" y="830"/>
                      </a:lnTo>
                      <a:lnTo>
                        <a:pt x="594" y="855"/>
                      </a:lnTo>
                      <a:lnTo>
                        <a:pt x="534" y="873"/>
                      </a:lnTo>
                      <a:lnTo>
                        <a:pt x="474" y="883"/>
                      </a:lnTo>
                      <a:lnTo>
                        <a:pt x="412" y="883"/>
                      </a:lnTo>
                      <a:lnTo>
                        <a:pt x="350" y="873"/>
                      </a:lnTo>
                      <a:lnTo>
                        <a:pt x="292" y="857"/>
                      </a:lnTo>
                      <a:lnTo>
                        <a:pt x="233" y="830"/>
                      </a:lnTo>
                      <a:lnTo>
                        <a:pt x="179" y="797"/>
                      </a:lnTo>
                      <a:lnTo>
                        <a:pt x="130" y="754"/>
                      </a:lnTo>
                      <a:lnTo>
                        <a:pt x="88" y="704"/>
                      </a:lnTo>
                      <a:lnTo>
                        <a:pt x="53" y="651"/>
                      </a:lnTo>
                      <a:lnTo>
                        <a:pt x="27" y="593"/>
                      </a:lnTo>
                      <a:lnTo>
                        <a:pt x="10" y="535"/>
                      </a:lnTo>
                      <a:lnTo>
                        <a:pt x="0" y="473"/>
                      </a:lnTo>
                      <a:lnTo>
                        <a:pt x="0" y="410"/>
                      </a:lnTo>
                      <a:lnTo>
                        <a:pt x="10" y="350"/>
                      </a:lnTo>
                      <a:lnTo>
                        <a:pt x="27" y="290"/>
                      </a:lnTo>
                      <a:lnTo>
                        <a:pt x="53" y="234"/>
                      </a:lnTo>
                      <a:lnTo>
                        <a:pt x="86" y="179"/>
                      </a:lnTo>
                      <a:lnTo>
                        <a:pt x="128" y="129"/>
                      </a:lnTo>
                      <a:lnTo>
                        <a:pt x="179" y="86"/>
                      </a:lnTo>
                      <a:lnTo>
                        <a:pt x="231" y="51"/>
                      </a:lnTo>
                      <a:lnTo>
                        <a:pt x="290" y="26"/>
                      </a:lnTo>
                      <a:lnTo>
                        <a:pt x="350" y="8"/>
                      </a:lnTo>
                      <a:lnTo>
                        <a:pt x="410" y="0"/>
                      </a:lnTo>
                      <a:lnTo>
                        <a:pt x="472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wordArtVert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275938A3-8C0D-A44F-B792-C2683FC9B7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97688" y="3014663"/>
                  <a:ext cx="700088" cy="701675"/>
                </a:xfrm>
                <a:custGeom>
                  <a:avLst/>
                  <a:gdLst>
                    <a:gd name="T0" fmla="*/ 439 w 881"/>
                    <a:gd name="T1" fmla="*/ 0 h 884"/>
                    <a:gd name="T2" fmla="*/ 510 w 881"/>
                    <a:gd name="T3" fmla="*/ 5 h 884"/>
                    <a:gd name="T4" fmla="*/ 578 w 881"/>
                    <a:gd name="T5" fmla="*/ 21 h 884"/>
                    <a:gd name="T6" fmla="*/ 642 w 881"/>
                    <a:gd name="T7" fmla="*/ 48 h 884"/>
                    <a:gd name="T8" fmla="*/ 701 w 881"/>
                    <a:gd name="T9" fmla="*/ 83 h 884"/>
                    <a:gd name="T10" fmla="*/ 751 w 881"/>
                    <a:gd name="T11" fmla="*/ 128 h 884"/>
                    <a:gd name="T12" fmla="*/ 796 w 881"/>
                    <a:gd name="T13" fmla="*/ 178 h 884"/>
                    <a:gd name="T14" fmla="*/ 833 w 881"/>
                    <a:gd name="T15" fmla="*/ 237 h 884"/>
                    <a:gd name="T16" fmla="*/ 860 w 881"/>
                    <a:gd name="T17" fmla="*/ 301 h 884"/>
                    <a:gd name="T18" fmla="*/ 875 w 881"/>
                    <a:gd name="T19" fmla="*/ 369 h 884"/>
                    <a:gd name="T20" fmla="*/ 881 w 881"/>
                    <a:gd name="T21" fmla="*/ 441 h 884"/>
                    <a:gd name="T22" fmla="*/ 877 w 881"/>
                    <a:gd name="T23" fmla="*/ 511 h 884"/>
                    <a:gd name="T24" fmla="*/ 860 w 881"/>
                    <a:gd name="T25" fmla="*/ 579 h 884"/>
                    <a:gd name="T26" fmla="*/ 833 w 881"/>
                    <a:gd name="T27" fmla="*/ 643 h 884"/>
                    <a:gd name="T28" fmla="*/ 798 w 881"/>
                    <a:gd name="T29" fmla="*/ 701 h 884"/>
                    <a:gd name="T30" fmla="*/ 753 w 881"/>
                    <a:gd name="T31" fmla="*/ 754 h 884"/>
                    <a:gd name="T32" fmla="*/ 703 w 881"/>
                    <a:gd name="T33" fmla="*/ 796 h 884"/>
                    <a:gd name="T34" fmla="*/ 644 w 881"/>
                    <a:gd name="T35" fmla="*/ 833 h 884"/>
                    <a:gd name="T36" fmla="*/ 582 w 881"/>
                    <a:gd name="T37" fmla="*/ 861 h 884"/>
                    <a:gd name="T38" fmla="*/ 514 w 881"/>
                    <a:gd name="T39" fmla="*/ 878 h 884"/>
                    <a:gd name="T40" fmla="*/ 442 w 881"/>
                    <a:gd name="T41" fmla="*/ 884 h 884"/>
                    <a:gd name="T42" fmla="*/ 371 w 881"/>
                    <a:gd name="T43" fmla="*/ 878 h 884"/>
                    <a:gd name="T44" fmla="*/ 303 w 881"/>
                    <a:gd name="T45" fmla="*/ 861 h 884"/>
                    <a:gd name="T46" fmla="*/ 239 w 881"/>
                    <a:gd name="T47" fmla="*/ 835 h 884"/>
                    <a:gd name="T48" fmla="*/ 180 w 881"/>
                    <a:gd name="T49" fmla="*/ 798 h 884"/>
                    <a:gd name="T50" fmla="*/ 130 w 881"/>
                    <a:gd name="T51" fmla="*/ 756 h 884"/>
                    <a:gd name="T52" fmla="*/ 85 w 881"/>
                    <a:gd name="T53" fmla="*/ 703 h 884"/>
                    <a:gd name="T54" fmla="*/ 48 w 881"/>
                    <a:gd name="T55" fmla="*/ 647 h 884"/>
                    <a:gd name="T56" fmla="*/ 21 w 881"/>
                    <a:gd name="T57" fmla="*/ 583 h 884"/>
                    <a:gd name="T58" fmla="*/ 6 w 881"/>
                    <a:gd name="T59" fmla="*/ 515 h 884"/>
                    <a:gd name="T60" fmla="*/ 0 w 881"/>
                    <a:gd name="T61" fmla="*/ 443 h 884"/>
                    <a:gd name="T62" fmla="*/ 4 w 881"/>
                    <a:gd name="T63" fmla="*/ 371 h 884"/>
                    <a:gd name="T64" fmla="*/ 21 w 881"/>
                    <a:gd name="T65" fmla="*/ 303 h 884"/>
                    <a:gd name="T66" fmla="*/ 48 w 881"/>
                    <a:gd name="T67" fmla="*/ 239 h 884"/>
                    <a:gd name="T68" fmla="*/ 83 w 881"/>
                    <a:gd name="T69" fmla="*/ 182 h 884"/>
                    <a:gd name="T70" fmla="*/ 128 w 881"/>
                    <a:gd name="T71" fmla="*/ 130 h 884"/>
                    <a:gd name="T72" fmla="*/ 178 w 881"/>
                    <a:gd name="T73" fmla="*/ 85 h 884"/>
                    <a:gd name="T74" fmla="*/ 237 w 881"/>
                    <a:gd name="T75" fmla="*/ 50 h 884"/>
                    <a:gd name="T76" fmla="*/ 299 w 881"/>
                    <a:gd name="T77" fmla="*/ 23 h 884"/>
                    <a:gd name="T78" fmla="*/ 367 w 881"/>
                    <a:gd name="T79" fmla="*/ 5 h 884"/>
                    <a:gd name="T80" fmla="*/ 439 w 881"/>
                    <a:gd name="T81" fmla="*/ 0 h 8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881" h="884">
                      <a:moveTo>
                        <a:pt x="439" y="0"/>
                      </a:moveTo>
                      <a:lnTo>
                        <a:pt x="510" y="5"/>
                      </a:lnTo>
                      <a:lnTo>
                        <a:pt x="578" y="21"/>
                      </a:lnTo>
                      <a:lnTo>
                        <a:pt x="642" y="48"/>
                      </a:lnTo>
                      <a:lnTo>
                        <a:pt x="701" y="83"/>
                      </a:lnTo>
                      <a:lnTo>
                        <a:pt x="751" y="128"/>
                      </a:lnTo>
                      <a:lnTo>
                        <a:pt x="796" y="178"/>
                      </a:lnTo>
                      <a:lnTo>
                        <a:pt x="833" y="237"/>
                      </a:lnTo>
                      <a:lnTo>
                        <a:pt x="860" y="301"/>
                      </a:lnTo>
                      <a:lnTo>
                        <a:pt x="875" y="369"/>
                      </a:lnTo>
                      <a:lnTo>
                        <a:pt x="881" y="441"/>
                      </a:lnTo>
                      <a:lnTo>
                        <a:pt x="877" y="511"/>
                      </a:lnTo>
                      <a:lnTo>
                        <a:pt x="860" y="579"/>
                      </a:lnTo>
                      <a:lnTo>
                        <a:pt x="833" y="643"/>
                      </a:lnTo>
                      <a:lnTo>
                        <a:pt x="798" y="701"/>
                      </a:lnTo>
                      <a:lnTo>
                        <a:pt x="753" y="754"/>
                      </a:lnTo>
                      <a:lnTo>
                        <a:pt x="703" y="796"/>
                      </a:lnTo>
                      <a:lnTo>
                        <a:pt x="644" y="833"/>
                      </a:lnTo>
                      <a:lnTo>
                        <a:pt x="582" y="861"/>
                      </a:lnTo>
                      <a:lnTo>
                        <a:pt x="514" y="878"/>
                      </a:lnTo>
                      <a:lnTo>
                        <a:pt x="442" y="884"/>
                      </a:lnTo>
                      <a:lnTo>
                        <a:pt x="371" y="878"/>
                      </a:lnTo>
                      <a:lnTo>
                        <a:pt x="303" y="861"/>
                      </a:lnTo>
                      <a:lnTo>
                        <a:pt x="239" y="835"/>
                      </a:lnTo>
                      <a:lnTo>
                        <a:pt x="180" y="798"/>
                      </a:lnTo>
                      <a:lnTo>
                        <a:pt x="130" y="756"/>
                      </a:lnTo>
                      <a:lnTo>
                        <a:pt x="85" y="703"/>
                      </a:lnTo>
                      <a:lnTo>
                        <a:pt x="48" y="647"/>
                      </a:lnTo>
                      <a:lnTo>
                        <a:pt x="21" y="583"/>
                      </a:lnTo>
                      <a:lnTo>
                        <a:pt x="6" y="515"/>
                      </a:lnTo>
                      <a:lnTo>
                        <a:pt x="0" y="443"/>
                      </a:lnTo>
                      <a:lnTo>
                        <a:pt x="4" y="371"/>
                      </a:lnTo>
                      <a:lnTo>
                        <a:pt x="21" y="303"/>
                      </a:lnTo>
                      <a:lnTo>
                        <a:pt x="48" y="239"/>
                      </a:lnTo>
                      <a:lnTo>
                        <a:pt x="83" y="182"/>
                      </a:lnTo>
                      <a:lnTo>
                        <a:pt x="128" y="130"/>
                      </a:lnTo>
                      <a:lnTo>
                        <a:pt x="178" y="85"/>
                      </a:lnTo>
                      <a:lnTo>
                        <a:pt x="237" y="50"/>
                      </a:lnTo>
                      <a:lnTo>
                        <a:pt x="299" y="23"/>
                      </a:lnTo>
                      <a:lnTo>
                        <a:pt x="367" y="5"/>
                      </a:lnTo>
                      <a:lnTo>
                        <a:pt x="439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wordArtVert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68EA5496-BE48-3B4D-810B-63D601BFCF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05626" y="3962400"/>
                  <a:ext cx="698500" cy="701675"/>
                </a:xfrm>
                <a:custGeom>
                  <a:avLst/>
                  <a:gdLst>
                    <a:gd name="T0" fmla="*/ 466 w 882"/>
                    <a:gd name="T1" fmla="*/ 0 h 882"/>
                    <a:gd name="T2" fmla="*/ 529 w 882"/>
                    <a:gd name="T3" fmla="*/ 8 h 882"/>
                    <a:gd name="T4" fmla="*/ 589 w 882"/>
                    <a:gd name="T5" fmla="*/ 23 h 882"/>
                    <a:gd name="T6" fmla="*/ 645 w 882"/>
                    <a:gd name="T7" fmla="*/ 48 h 882"/>
                    <a:gd name="T8" fmla="*/ 699 w 882"/>
                    <a:gd name="T9" fmla="*/ 81 h 882"/>
                    <a:gd name="T10" fmla="*/ 750 w 882"/>
                    <a:gd name="T11" fmla="*/ 124 h 882"/>
                    <a:gd name="T12" fmla="*/ 795 w 882"/>
                    <a:gd name="T13" fmla="*/ 173 h 882"/>
                    <a:gd name="T14" fmla="*/ 828 w 882"/>
                    <a:gd name="T15" fmla="*/ 227 h 882"/>
                    <a:gd name="T16" fmla="*/ 855 w 882"/>
                    <a:gd name="T17" fmla="*/ 284 h 882"/>
                    <a:gd name="T18" fmla="*/ 872 w 882"/>
                    <a:gd name="T19" fmla="*/ 344 h 882"/>
                    <a:gd name="T20" fmla="*/ 882 w 882"/>
                    <a:gd name="T21" fmla="*/ 404 h 882"/>
                    <a:gd name="T22" fmla="*/ 882 w 882"/>
                    <a:gd name="T23" fmla="*/ 466 h 882"/>
                    <a:gd name="T24" fmla="*/ 874 w 882"/>
                    <a:gd name="T25" fmla="*/ 526 h 882"/>
                    <a:gd name="T26" fmla="*/ 859 w 882"/>
                    <a:gd name="T27" fmla="*/ 587 h 882"/>
                    <a:gd name="T28" fmla="*/ 833 w 882"/>
                    <a:gd name="T29" fmla="*/ 645 h 882"/>
                    <a:gd name="T30" fmla="*/ 800 w 882"/>
                    <a:gd name="T31" fmla="*/ 699 h 882"/>
                    <a:gd name="T32" fmla="*/ 758 w 882"/>
                    <a:gd name="T33" fmla="*/ 750 h 882"/>
                    <a:gd name="T34" fmla="*/ 709 w 882"/>
                    <a:gd name="T35" fmla="*/ 793 h 882"/>
                    <a:gd name="T36" fmla="*/ 655 w 882"/>
                    <a:gd name="T37" fmla="*/ 828 h 882"/>
                    <a:gd name="T38" fmla="*/ 598 w 882"/>
                    <a:gd name="T39" fmla="*/ 855 h 882"/>
                    <a:gd name="T40" fmla="*/ 538 w 882"/>
                    <a:gd name="T41" fmla="*/ 872 h 882"/>
                    <a:gd name="T42" fmla="*/ 478 w 882"/>
                    <a:gd name="T43" fmla="*/ 880 h 882"/>
                    <a:gd name="T44" fmla="*/ 416 w 882"/>
                    <a:gd name="T45" fmla="*/ 882 h 882"/>
                    <a:gd name="T46" fmla="*/ 356 w 882"/>
                    <a:gd name="T47" fmla="*/ 874 h 882"/>
                    <a:gd name="T48" fmla="*/ 296 w 882"/>
                    <a:gd name="T49" fmla="*/ 857 h 882"/>
                    <a:gd name="T50" fmla="*/ 237 w 882"/>
                    <a:gd name="T51" fmla="*/ 833 h 882"/>
                    <a:gd name="T52" fmla="*/ 183 w 882"/>
                    <a:gd name="T53" fmla="*/ 798 h 882"/>
                    <a:gd name="T54" fmla="*/ 132 w 882"/>
                    <a:gd name="T55" fmla="*/ 758 h 882"/>
                    <a:gd name="T56" fmla="*/ 90 w 882"/>
                    <a:gd name="T57" fmla="*/ 707 h 882"/>
                    <a:gd name="T58" fmla="*/ 55 w 882"/>
                    <a:gd name="T59" fmla="*/ 655 h 882"/>
                    <a:gd name="T60" fmla="*/ 30 w 882"/>
                    <a:gd name="T61" fmla="*/ 596 h 882"/>
                    <a:gd name="T62" fmla="*/ 10 w 882"/>
                    <a:gd name="T63" fmla="*/ 538 h 882"/>
                    <a:gd name="T64" fmla="*/ 2 w 882"/>
                    <a:gd name="T65" fmla="*/ 476 h 882"/>
                    <a:gd name="T66" fmla="*/ 0 w 882"/>
                    <a:gd name="T67" fmla="*/ 416 h 882"/>
                    <a:gd name="T68" fmla="*/ 8 w 882"/>
                    <a:gd name="T69" fmla="*/ 353 h 882"/>
                    <a:gd name="T70" fmla="*/ 26 w 882"/>
                    <a:gd name="T71" fmla="*/ 293 h 882"/>
                    <a:gd name="T72" fmla="*/ 51 w 882"/>
                    <a:gd name="T73" fmla="*/ 237 h 882"/>
                    <a:gd name="T74" fmla="*/ 84 w 882"/>
                    <a:gd name="T75" fmla="*/ 182 h 882"/>
                    <a:gd name="T76" fmla="*/ 127 w 882"/>
                    <a:gd name="T77" fmla="*/ 132 h 882"/>
                    <a:gd name="T78" fmla="*/ 175 w 882"/>
                    <a:gd name="T79" fmla="*/ 89 h 882"/>
                    <a:gd name="T80" fmla="*/ 228 w 882"/>
                    <a:gd name="T81" fmla="*/ 54 h 882"/>
                    <a:gd name="T82" fmla="*/ 286 w 882"/>
                    <a:gd name="T83" fmla="*/ 27 h 882"/>
                    <a:gd name="T84" fmla="*/ 344 w 882"/>
                    <a:gd name="T85" fmla="*/ 9 h 882"/>
                    <a:gd name="T86" fmla="*/ 406 w 882"/>
                    <a:gd name="T87" fmla="*/ 0 h 882"/>
                    <a:gd name="T88" fmla="*/ 466 w 882"/>
                    <a:gd name="T89" fmla="*/ 0 h 8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882" h="882">
                      <a:moveTo>
                        <a:pt x="466" y="0"/>
                      </a:moveTo>
                      <a:lnTo>
                        <a:pt x="529" y="8"/>
                      </a:lnTo>
                      <a:lnTo>
                        <a:pt x="589" y="23"/>
                      </a:lnTo>
                      <a:lnTo>
                        <a:pt x="645" y="48"/>
                      </a:lnTo>
                      <a:lnTo>
                        <a:pt x="699" y="81"/>
                      </a:lnTo>
                      <a:lnTo>
                        <a:pt x="750" y="124"/>
                      </a:lnTo>
                      <a:lnTo>
                        <a:pt x="795" y="173"/>
                      </a:lnTo>
                      <a:lnTo>
                        <a:pt x="828" y="227"/>
                      </a:lnTo>
                      <a:lnTo>
                        <a:pt x="855" y="284"/>
                      </a:lnTo>
                      <a:lnTo>
                        <a:pt x="872" y="344"/>
                      </a:lnTo>
                      <a:lnTo>
                        <a:pt x="882" y="404"/>
                      </a:lnTo>
                      <a:lnTo>
                        <a:pt x="882" y="466"/>
                      </a:lnTo>
                      <a:lnTo>
                        <a:pt x="874" y="526"/>
                      </a:lnTo>
                      <a:lnTo>
                        <a:pt x="859" y="587"/>
                      </a:lnTo>
                      <a:lnTo>
                        <a:pt x="833" y="645"/>
                      </a:lnTo>
                      <a:lnTo>
                        <a:pt x="800" y="699"/>
                      </a:lnTo>
                      <a:lnTo>
                        <a:pt x="758" y="750"/>
                      </a:lnTo>
                      <a:lnTo>
                        <a:pt x="709" y="793"/>
                      </a:lnTo>
                      <a:lnTo>
                        <a:pt x="655" y="828"/>
                      </a:lnTo>
                      <a:lnTo>
                        <a:pt x="598" y="855"/>
                      </a:lnTo>
                      <a:lnTo>
                        <a:pt x="538" y="872"/>
                      </a:lnTo>
                      <a:lnTo>
                        <a:pt x="478" y="880"/>
                      </a:lnTo>
                      <a:lnTo>
                        <a:pt x="416" y="882"/>
                      </a:lnTo>
                      <a:lnTo>
                        <a:pt x="356" y="874"/>
                      </a:lnTo>
                      <a:lnTo>
                        <a:pt x="296" y="857"/>
                      </a:lnTo>
                      <a:lnTo>
                        <a:pt x="237" y="833"/>
                      </a:lnTo>
                      <a:lnTo>
                        <a:pt x="183" y="798"/>
                      </a:lnTo>
                      <a:lnTo>
                        <a:pt x="132" y="758"/>
                      </a:lnTo>
                      <a:lnTo>
                        <a:pt x="90" y="707"/>
                      </a:lnTo>
                      <a:lnTo>
                        <a:pt x="55" y="655"/>
                      </a:lnTo>
                      <a:lnTo>
                        <a:pt x="30" y="596"/>
                      </a:lnTo>
                      <a:lnTo>
                        <a:pt x="10" y="538"/>
                      </a:lnTo>
                      <a:lnTo>
                        <a:pt x="2" y="476"/>
                      </a:lnTo>
                      <a:lnTo>
                        <a:pt x="0" y="416"/>
                      </a:lnTo>
                      <a:lnTo>
                        <a:pt x="8" y="353"/>
                      </a:lnTo>
                      <a:lnTo>
                        <a:pt x="26" y="293"/>
                      </a:lnTo>
                      <a:lnTo>
                        <a:pt x="51" y="237"/>
                      </a:lnTo>
                      <a:lnTo>
                        <a:pt x="84" y="182"/>
                      </a:lnTo>
                      <a:lnTo>
                        <a:pt x="127" y="132"/>
                      </a:lnTo>
                      <a:lnTo>
                        <a:pt x="175" y="89"/>
                      </a:lnTo>
                      <a:lnTo>
                        <a:pt x="228" y="54"/>
                      </a:lnTo>
                      <a:lnTo>
                        <a:pt x="286" y="27"/>
                      </a:lnTo>
                      <a:lnTo>
                        <a:pt x="344" y="9"/>
                      </a:lnTo>
                      <a:lnTo>
                        <a:pt x="406" y="0"/>
                      </a:lnTo>
                      <a:lnTo>
                        <a:pt x="466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wordArtVert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F903E20D-F2D0-0540-8F50-46DC27408A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16651" y="4656138"/>
                  <a:ext cx="700088" cy="701675"/>
                </a:xfrm>
                <a:custGeom>
                  <a:avLst/>
                  <a:gdLst>
                    <a:gd name="T0" fmla="*/ 445 w 884"/>
                    <a:gd name="T1" fmla="*/ 0 h 885"/>
                    <a:gd name="T2" fmla="*/ 517 w 884"/>
                    <a:gd name="T3" fmla="*/ 8 h 885"/>
                    <a:gd name="T4" fmla="*/ 585 w 884"/>
                    <a:gd name="T5" fmla="*/ 24 h 885"/>
                    <a:gd name="T6" fmla="*/ 647 w 884"/>
                    <a:gd name="T7" fmla="*/ 51 h 885"/>
                    <a:gd name="T8" fmla="*/ 705 w 884"/>
                    <a:gd name="T9" fmla="*/ 88 h 885"/>
                    <a:gd name="T10" fmla="*/ 758 w 884"/>
                    <a:gd name="T11" fmla="*/ 132 h 885"/>
                    <a:gd name="T12" fmla="*/ 800 w 884"/>
                    <a:gd name="T13" fmla="*/ 185 h 885"/>
                    <a:gd name="T14" fmla="*/ 837 w 884"/>
                    <a:gd name="T15" fmla="*/ 243 h 885"/>
                    <a:gd name="T16" fmla="*/ 863 w 884"/>
                    <a:gd name="T17" fmla="*/ 305 h 885"/>
                    <a:gd name="T18" fmla="*/ 880 w 884"/>
                    <a:gd name="T19" fmla="*/ 373 h 885"/>
                    <a:gd name="T20" fmla="*/ 884 w 884"/>
                    <a:gd name="T21" fmla="*/ 445 h 885"/>
                    <a:gd name="T22" fmla="*/ 878 w 884"/>
                    <a:gd name="T23" fmla="*/ 517 h 885"/>
                    <a:gd name="T24" fmla="*/ 861 w 884"/>
                    <a:gd name="T25" fmla="*/ 585 h 885"/>
                    <a:gd name="T26" fmla="*/ 833 w 884"/>
                    <a:gd name="T27" fmla="*/ 649 h 885"/>
                    <a:gd name="T28" fmla="*/ 798 w 884"/>
                    <a:gd name="T29" fmla="*/ 706 h 885"/>
                    <a:gd name="T30" fmla="*/ 754 w 884"/>
                    <a:gd name="T31" fmla="*/ 758 h 885"/>
                    <a:gd name="T32" fmla="*/ 701 w 884"/>
                    <a:gd name="T33" fmla="*/ 801 h 885"/>
                    <a:gd name="T34" fmla="*/ 643 w 884"/>
                    <a:gd name="T35" fmla="*/ 838 h 885"/>
                    <a:gd name="T36" fmla="*/ 581 w 884"/>
                    <a:gd name="T37" fmla="*/ 863 h 885"/>
                    <a:gd name="T38" fmla="*/ 513 w 884"/>
                    <a:gd name="T39" fmla="*/ 881 h 885"/>
                    <a:gd name="T40" fmla="*/ 441 w 884"/>
                    <a:gd name="T41" fmla="*/ 885 h 885"/>
                    <a:gd name="T42" fmla="*/ 369 w 884"/>
                    <a:gd name="T43" fmla="*/ 879 h 885"/>
                    <a:gd name="T44" fmla="*/ 301 w 884"/>
                    <a:gd name="T45" fmla="*/ 861 h 885"/>
                    <a:gd name="T46" fmla="*/ 237 w 884"/>
                    <a:gd name="T47" fmla="*/ 834 h 885"/>
                    <a:gd name="T48" fmla="*/ 181 w 884"/>
                    <a:gd name="T49" fmla="*/ 799 h 885"/>
                    <a:gd name="T50" fmla="*/ 129 w 884"/>
                    <a:gd name="T51" fmla="*/ 754 h 885"/>
                    <a:gd name="T52" fmla="*/ 86 w 884"/>
                    <a:gd name="T53" fmla="*/ 702 h 885"/>
                    <a:gd name="T54" fmla="*/ 49 w 884"/>
                    <a:gd name="T55" fmla="*/ 644 h 885"/>
                    <a:gd name="T56" fmla="*/ 24 w 884"/>
                    <a:gd name="T57" fmla="*/ 581 h 885"/>
                    <a:gd name="T58" fmla="*/ 6 w 884"/>
                    <a:gd name="T59" fmla="*/ 513 h 885"/>
                    <a:gd name="T60" fmla="*/ 0 w 884"/>
                    <a:gd name="T61" fmla="*/ 441 h 885"/>
                    <a:gd name="T62" fmla="*/ 8 w 884"/>
                    <a:gd name="T63" fmla="*/ 370 h 885"/>
                    <a:gd name="T64" fmla="*/ 24 w 884"/>
                    <a:gd name="T65" fmla="*/ 302 h 885"/>
                    <a:gd name="T66" fmla="*/ 51 w 884"/>
                    <a:gd name="T67" fmla="*/ 237 h 885"/>
                    <a:gd name="T68" fmla="*/ 88 w 884"/>
                    <a:gd name="T69" fmla="*/ 181 h 885"/>
                    <a:gd name="T70" fmla="*/ 132 w 884"/>
                    <a:gd name="T71" fmla="*/ 129 h 885"/>
                    <a:gd name="T72" fmla="*/ 185 w 884"/>
                    <a:gd name="T73" fmla="*/ 86 h 885"/>
                    <a:gd name="T74" fmla="*/ 241 w 884"/>
                    <a:gd name="T75" fmla="*/ 49 h 885"/>
                    <a:gd name="T76" fmla="*/ 305 w 884"/>
                    <a:gd name="T77" fmla="*/ 24 h 885"/>
                    <a:gd name="T78" fmla="*/ 373 w 884"/>
                    <a:gd name="T79" fmla="*/ 6 h 885"/>
                    <a:gd name="T80" fmla="*/ 445 w 884"/>
                    <a:gd name="T81" fmla="*/ 0 h 8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884" h="885">
                      <a:moveTo>
                        <a:pt x="445" y="0"/>
                      </a:moveTo>
                      <a:lnTo>
                        <a:pt x="517" y="8"/>
                      </a:lnTo>
                      <a:lnTo>
                        <a:pt x="585" y="24"/>
                      </a:lnTo>
                      <a:lnTo>
                        <a:pt x="647" y="51"/>
                      </a:lnTo>
                      <a:lnTo>
                        <a:pt x="705" y="88"/>
                      </a:lnTo>
                      <a:lnTo>
                        <a:pt x="758" y="132"/>
                      </a:lnTo>
                      <a:lnTo>
                        <a:pt x="800" y="185"/>
                      </a:lnTo>
                      <a:lnTo>
                        <a:pt x="837" y="243"/>
                      </a:lnTo>
                      <a:lnTo>
                        <a:pt x="863" y="305"/>
                      </a:lnTo>
                      <a:lnTo>
                        <a:pt x="880" y="373"/>
                      </a:lnTo>
                      <a:lnTo>
                        <a:pt x="884" y="445"/>
                      </a:lnTo>
                      <a:lnTo>
                        <a:pt x="878" y="517"/>
                      </a:lnTo>
                      <a:lnTo>
                        <a:pt x="861" y="585"/>
                      </a:lnTo>
                      <a:lnTo>
                        <a:pt x="833" y="649"/>
                      </a:lnTo>
                      <a:lnTo>
                        <a:pt x="798" y="706"/>
                      </a:lnTo>
                      <a:lnTo>
                        <a:pt x="754" y="758"/>
                      </a:lnTo>
                      <a:lnTo>
                        <a:pt x="701" y="801"/>
                      </a:lnTo>
                      <a:lnTo>
                        <a:pt x="643" y="838"/>
                      </a:lnTo>
                      <a:lnTo>
                        <a:pt x="581" y="863"/>
                      </a:lnTo>
                      <a:lnTo>
                        <a:pt x="513" y="881"/>
                      </a:lnTo>
                      <a:lnTo>
                        <a:pt x="441" y="885"/>
                      </a:lnTo>
                      <a:lnTo>
                        <a:pt x="369" y="879"/>
                      </a:lnTo>
                      <a:lnTo>
                        <a:pt x="301" y="861"/>
                      </a:lnTo>
                      <a:lnTo>
                        <a:pt x="237" y="834"/>
                      </a:lnTo>
                      <a:lnTo>
                        <a:pt x="181" y="799"/>
                      </a:lnTo>
                      <a:lnTo>
                        <a:pt x="129" y="754"/>
                      </a:lnTo>
                      <a:lnTo>
                        <a:pt x="86" y="702"/>
                      </a:lnTo>
                      <a:lnTo>
                        <a:pt x="49" y="644"/>
                      </a:lnTo>
                      <a:lnTo>
                        <a:pt x="24" y="581"/>
                      </a:lnTo>
                      <a:lnTo>
                        <a:pt x="6" y="513"/>
                      </a:lnTo>
                      <a:lnTo>
                        <a:pt x="0" y="441"/>
                      </a:lnTo>
                      <a:lnTo>
                        <a:pt x="8" y="370"/>
                      </a:lnTo>
                      <a:lnTo>
                        <a:pt x="24" y="302"/>
                      </a:lnTo>
                      <a:lnTo>
                        <a:pt x="51" y="237"/>
                      </a:lnTo>
                      <a:lnTo>
                        <a:pt x="88" y="181"/>
                      </a:lnTo>
                      <a:lnTo>
                        <a:pt x="132" y="129"/>
                      </a:lnTo>
                      <a:lnTo>
                        <a:pt x="185" y="86"/>
                      </a:lnTo>
                      <a:lnTo>
                        <a:pt x="241" y="49"/>
                      </a:lnTo>
                      <a:lnTo>
                        <a:pt x="305" y="24"/>
                      </a:lnTo>
                      <a:lnTo>
                        <a:pt x="373" y="6"/>
                      </a:lnTo>
                      <a:lnTo>
                        <a:pt x="445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wordArtVert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IN" dirty="0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9C7FDB21-E52C-5441-9FA9-F2BD1103EE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7326" y="4656138"/>
                  <a:ext cx="698500" cy="700088"/>
                </a:xfrm>
                <a:custGeom>
                  <a:avLst/>
                  <a:gdLst>
                    <a:gd name="T0" fmla="*/ 410 w 882"/>
                    <a:gd name="T1" fmla="*/ 0 h 883"/>
                    <a:gd name="T2" fmla="*/ 472 w 882"/>
                    <a:gd name="T3" fmla="*/ 0 h 883"/>
                    <a:gd name="T4" fmla="*/ 532 w 882"/>
                    <a:gd name="T5" fmla="*/ 8 h 883"/>
                    <a:gd name="T6" fmla="*/ 592 w 882"/>
                    <a:gd name="T7" fmla="*/ 26 h 883"/>
                    <a:gd name="T8" fmla="*/ 651 w 882"/>
                    <a:gd name="T9" fmla="*/ 51 h 883"/>
                    <a:gd name="T10" fmla="*/ 703 w 882"/>
                    <a:gd name="T11" fmla="*/ 86 h 883"/>
                    <a:gd name="T12" fmla="*/ 754 w 882"/>
                    <a:gd name="T13" fmla="*/ 129 h 883"/>
                    <a:gd name="T14" fmla="*/ 796 w 882"/>
                    <a:gd name="T15" fmla="*/ 177 h 883"/>
                    <a:gd name="T16" fmla="*/ 829 w 882"/>
                    <a:gd name="T17" fmla="*/ 232 h 883"/>
                    <a:gd name="T18" fmla="*/ 857 w 882"/>
                    <a:gd name="T19" fmla="*/ 290 h 883"/>
                    <a:gd name="T20" fmla="*/ 872 w 882"/>
                    <a:gd name="T21" fmla="*/ 348 h 883"/>
                    <a:gd name="T22" fmla="*/ 882 w 882"/>
                    <a:gd name="T23" fmla="*/ 410 h 883"/>
                    <a:gd name="T24" fmla="*/ 882 w 882"/>
                    <a:gd name="T25" fmla="*/ 473 h 883"/>
                    <a:gd name="T26" fmla="*/ 872 w 882"/>
                    <a:gd name="T27" fmla="*/ 533 h 883"/>
                    <a:gd name="T28" fmla="*/ 857 w 882"/>
                    <a:gd name="T29" fmla="*/ 593 h 883"/>
                    <a:gd name="T30" fmla="*/ 829 w 882"/>
                    <a:gd name="T31" fmla="*/ 649 h 883"/>
                    <a:gd name="T32" fmla="*/ 796 w 882"/>
                    <a:gd name="T33" fmla="*/ 704 h 883"/>
                    <a:gd name="T34" fmla="*/ 754 w 882"/>
                    <a:gd name="T35" fmla="*/ 754 h 883"/>
                    <a:gd name="T36" fmla="*/ 703 w 882"/>
                    <a:gd name="T37" fmla="*/ 797 h 883"/>
                    <a:gd name="T38" fmla="*/ 649 w 882"/>
                    <a:gd name="T39" fmla="*/ 830 h 883"/>
                    <a:gd name="T40" fmla="*/ 592 w 882"/>
                    <a:gd name="T41" fmla="*/ 855 h 883"/>
                    <a:gd name="T42" fmla="*/ 532 w 882"/>
                    <a:gd name="T43" fmla="*/ 873 h 883"/>
                    <a:gd name="T44" fmla="*/ 472 w 882"/>
                    <a:gd name="T45" fmla="*/ 883 h 883"/>
                    <a:gd name="T46" fmla="*/ 410 w 882"/>
                    <a:gd name="T47" fmla="*/ 883 h 883"/>
                    <a:gd name="T48" fmla="*/ 350 w 882"/>
                    <a:gd name="T49" fmla="*/ 873 h 883"/>
                    <a:gd name="T50" fmla="*/ 290 w 882"/>
                    <a:gd name="T51" fmla="*/ 855 h 883"/>
                    <a:gd name="T52" fmla="*/ 231 w 882"/>
                    <a:gd name="T53" fmla="*/ 830 h 883"/>
                    <a:gd name="T54" fmla="*/ 179 w 882"/>
                    <a:gd name="T55" fmla="*/ 797 h 883"/>
                    <a:gd name="T56" fmla="*/ 128 w 882"/>
                    <a:gd name="T57" fmla="*/ 754 h 883"/>
                    <a:gd name="T58" fmla="*/ 86 w 882"/>
                    <a:gd name="T59" fmla="*/ 704 h 883"/>
                    <a:gd name="T60" fmla="*/ 51 w 882"/>
                    <a:gd name="T61" fmla="*/ 649 h 883"/>
                    <a:gd name="T62" fmla="*/ 25 w 882"/>
                    <a:gd name="T63" fmla="*/ 593 h 883"/>
                    <a:gd name="T64" fmla="*/ 8 w 882"/>
                    <a:gd name="T65" fmla="*/ 533 h 883"/>
                    <a:gd name="T66" fmla="*/ 0 w 882"/>
                    <a:gd name="T67" fmla="*/ 473 h 883"/>
                    <a:gd name="T68" fmla="*/ 0 w 882"/>
                    <a:gd name="T69" fmla="*/ 410 h 883"/>
                    <a:gd name="T70" fmla="*/ 8 w 882"/>
                    <a:gd name="T71" fmla="*/ 348 h 883"/>
                    <a:gd name="T72" fmla="*/ 25 w 882"/>
                    <a:gd name="T73" fmla="*/ 290 h 883"/>
                    <a:gd name="T74" fmla="*/ 51 w 882"/>
                    <a:gd name="T75" fmla="*/ 232 h 883"/>
                    <a:gd name="T76" fmla="*/ 86 w 882"/>
                    <a:gd name="T77" fmla="*/ 177 h 883"/>
                    <a:gd name="T78" fmla="*/ 128 w 882"/>
                    <a:gd name="T79" fmla="*/ 129 h 883"/>
                    <a:gd name="T80" fmla="*/ 179 w 882"/>
                    <a:gd name="T81" fmla="*/ 86 h 883"/>
                    <a:gd name="T82" fmla="*/ 231 w 882"/>
                    <a:gd name="T83" fmla="*/ 51 h 883"/>
                    <a:gd name="T84" fmla="*/ 290 w 882"/>
                    <a:gd name="T85" fmla="*/ 26 h 883"/>
                    <a:gd name="T86" fmla="*/ 350 w 882"/>
                    <a:gd name="T87" fmla="*/ 8 h 883"/>
                    <a:gd name="T88" fmla="*/ 410 w 882"/>
                    <a:gd name="T89" fmla="*/ 0 h 8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882" h="883">
                      <a:moveTo>
                        <a:pt x="410" y="0"/>
                      </a:moveTo>
                      <a:lnTo>
                        <a:pt x="472" y="0"/>
                      </a:lnTo>
                      <a:lnTo>
                        <a:pt x="532" y="8"/>
                      </a:lnTo>
                      <a:lnTo>
                        <a:pt x="592" y="26"/>
                      </a:lnTo>
                      <a:lnTo>
                        <a:pt x="651" y="51"/>
                      </a:lnTo>
                      <a:lnTo>
                        <a:pt x="703" y="86"/>
                      </a:lnTo>
                      <a:lnTo>
                        <a:pt x="754" y="129"/>
                      </a:lnTo>
                      <a:lnTo>
                        <a:pt x="796" y="177"/>
                      </a:lnTo>
                      <a:lnTo>
                        <a:pt x="829" y="232"/>
                      </a:lnTo>
                      <a:lnTo>
                        <a:pt x="857" y="290"/>
                      </a:lnTo>
                      <a:lnTo>
                        <a:pt x="872" y="348"/>
                      </a:lnTo>
                      <a:lnTo>
                        <a:pt x="882" y="410"/>
                      </a:lnTo>
                      <a:lnTo>
                        <a:pt x="882" y="473"/>
                      </a:lnTo>
                      <a:lnTo>
                        <a:pt x="872" y="533"/>
                      </a:lnTo>
                      <a:lnTo>
                        <a:pt x="857" y="593"/>
                      </a:lnTo>
                      <a:lnTo>
                        <a:pt x="829" y="649"/>
                      </a:lnTo>
                      <a:lnTo>
                        <a:pt x="796" y="704"/>
                      </a:lnTo>
                      <a:lnTo>
                        <a:pt x="754" y="754"/>
                      </a:lnTo>
                      <a:lnTo>
                        <a:pt x="703" y="797"/>
                      </a:lnTo>
                      <a:lnTo>
                        <a:pt x="649" y="830"/>
                      </a:lnTo>
                      <a:lnTo>
                        <a:pt x="592" y="855"/>
                      </a:lnTo>
                      <a:lnTo>
                        <a:pt x="532" y="873"/>
                      </a:lnTo>
                      <a:lnTo>
                        <a:pt x="472" y="883"/>
                      </a:lnTo>
                      <a:lnTo>
                        <a:pt x="410" y="883"/>
                      </a:lnTo>
                      <a:lnTo>
                        <a:pt x="350" y="873"/>
                      </a:lnTo>
                      <a:lnTo>
                        <a:pt x="290" y="855"/>
                      </a:lnTo>
                      <a:lnTo>
                        <a:pt x="231" y="830"/>
                      </a:lnTo>
                      <a:lnTo>
                        <a:pt x="179" y="797"/>
                      </a:lnTo>
                      <a:lnTo>
                        <a:pt x="128" y="754"/>
                      </a:lnTo>
                      <a:lnTo>
                        <a:pt x="86" y="704"/>
                      </a:lnTo>
                      <a:lnTo>
                        <a:pt x="51" y="649"/>
                      </a:lnTo>
                      <a:lnTo>
                        <a:pt x="25" y="593"/>
                      </a:lnTo>
                      <a:lnTo>
                        <a:pt x="8" y="533"/>
                      </a:lnTo>
                      <a:lnTo>
                        <a:pt x="0" y="473"/>
                      </a:lnTo>
                      <a:lnTo>
                        <a:pt x="0" y="410"/>
                      </a:lnTo>
                      <a:lnTo>
                        <a:pt x="8" y="348"/>
                      </a:lnTo>
                      <a:lnTo>
                        <a:pt x="25" y="290"/>
                      </a:lnTo>
                      <a:lnTo>
                        <a:pt x="51" y="232"/>
                      </a:lnTo>
                      <a:lnTo>
                        <a:pt x="86" y="177"/>
                      </a:lnTo>
                      <a:lnTo>
                        <a:pt x="128" y="129"/>
                      </a:lnTo>
                      <a:lnTo>
                        <a:pt x="179" y="86"/>
                      </a:lnTo>
                      <a:lnTo>
                        <a:pt x="231" y="51"/>
                      </a:lnTo>
                      <a:lnTo>
                        <a:pt x="290" y="26"/>
                      </a:lnTo>
                      <a:lnTo>
                        <a:pt x="350" y="8"/>
                      </a:lnTo>
                      <a:lnTo>
                        <a:pt x="410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wordArtVert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BB0DF612-9A77-1448-8CA1-49799DA84D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6288" y="3973513"/>
                  <a:ext cx="701675" cy="700088"/>
                </a:xfrm>
                <a:custGeom>
                  <a:avLst/>
                  <a:gdLst>
                    <a:gd name="T0" fmla="*/ 443 w 883"/>
                    <a:gd name="T1" fmla="*/ 0 h 883"/>
                    <a:gd name="T2" fmla="*/ 514 w 883"/>
                    <a:gd name="T3" fmla="*/ 6 h 883"/>
                    <a:gd name="T4" fmla="*/ 582 w 883"/>
                    <a:gd name="T5" fmla="*/ 22 h 883"/>
                    <a:gd name="T6" fmla="*/ 647 w 883"/>
                    <a:gd name="T7" fmla="*/ 49 h 883"/>
                    <a:gd name="T8" fmla="*/ 705 w 883"/>
                    <a:gd name="T9" fmla="*/ 86 h 883"/>
                    <a:gd name="T10" fmla="*/ 755 w 883"/>
                    <a:gd name="T11" fmla="*/ 131 h 883"/>
                    <a:gd name="T12" fmla="*/ 800 w 883"/>
                    <a:gd name="T13" fmla="*/ 181 h 883"/>
                    <a:gd name="T14" fmla="*/ 835 w 883"/>
                    <a:gd name="T15" fmla="*/ 239 h 883"/>
                    <a:gd name="T16" fmla="*/ 862 w 883"/>
                    <a:gd name="T17" fmla="*/ 304 h 883"/>
                    <a:gd name="T18" fmla="*/ 878 w 883"/>
                    <a:gd name="T19" fmla="*/ 372 h 883"/>
                    <a:gd name="T20" fmla="*/ 883 w 883"/>
                    <a:gd name="T21" fmla="*/ 443 h 883"/>
                    <a:gd name="T22" fmla="*/ 878 w 883"/>
                    <a:gd name="T23" fmla="*/ 515 h 883"/>
                    <a:gd name="T24" fmla="*/ 860 w 883"/>
                    <a:gd name="T25" fmla="*/ 583 h 883"/>
                    <a:gd name="T26" fmla="*/ 833 w 883"/>
                    <a:gd name="T27" fmla="*/ 646 h 883"/>
                    <a:gd name="T28" fmla="*/ 796 w 883"/>
                    <a:gd name="T29" fmla="*/ 704 h 883"/>
                    <a:gd name="T30" fmla="*/ 753 w 883"/>
                    <a:gd name="T31" fmla="*/ 756 h 883"/>
                    <a:gd name="T32" fmla="*/ 701 w 883"/>
                    <a:gd name="T33" fmla="*/ 799 h 883"/>
                    <a:gd name="T34" fmla="*/ 643 w 883"/>
                    <a:gd name="T35" fmla="*/ 836 h 883"/>
                    <a:gd name="T36" fmla="*/ 579 w 883"/>
                    <a:gd name="T37" fmla="*/ 861 h 883"/>
                    <a:gd name="T38" fmla="*/ 511 w 883"/>
                    <a:gd name="T39" fmla="*/ 879 h 883"/>
                    <a:gd name="T40" fmla="*/ 439 w 883"/>
                    <a:gd name="T41" fmla="*/ 883 h 883"/>
                    <a:gd name="T42" fmla="*/ 369 w 883"/>
                    <a:gd name="T43" fmla="*/ 877 h 883"/>
                    <a:gd name="T44" fmla="*/ 301 w 883"/>
                    <a:gd name="T45" fmla="*/ 861 h 883"/>
                    <a:gd name="T46" fmla="*/ 237 w 883"/>
                    <a:gd name="T47" fmla="*/ 834 h 883"/>
                    <a:gd name="T48" fmla="*/ 179 w 883"/>
                    <a:gd name="T49" fmla="*/ 797 h 883"/>
                    <a:gd name="T50" fmla="*/ 128 w 883"/>
                    <a:gd name="T51" fmla="*/ 752 h 883"/>
                    <a:gd name="T52" fmla="*/ 83 w 883"/>
                    <a:gd name="T53" fmla="*/ 702 h 883"/>
                    <a:gd name="T54" fmla="*/ 48 w 883"/>
                    <a:gd name="T55" fmla="*/ 644 h 883"/>
                    <a:gd name="T56" fmla="*/ 21 w 883"/>
                    <a:gd name="T57" fmla="*/ 579 h 883"/>
                    <a:gd name="T58" fmla="*/ 6 w 883"/>
                    <a:gd name="T59" fmla="*/ 511 h 883"/>
                    <a:gd name="T60" fmla="*/ 0 w 883"/>
                    <a:gd name="T61" fmla="*/ 440 h 883"/>
                    <a:gd name="T62" fmla="*/ 6 w 883"/>
                    <a:gd name="T63" fmla="*/ 368 h 883"/>
                    <a:gd name="T64" fmla="*/ 23 w 883"/>
                    <a:gd name="T65" fmla="*/ 300 h 883"/>
                    <a:gd name="T66" fmla="*/ 50 w 883"/>
                    <a:gd name="T67" fmla="*/ 237 h 883"/>
                    <a:gd name="T68" fmla="*/ 85 w 883"/>
                    <a:gd name="T69" fmla="*/ 179 h 883"/>
                    <a:gd name="T70" fmla="*/ 130 w 883"/>
                    <a:gd name="T71" fmla="*/ 129 h 883"/>
                    <a:gd name="T72" fmla="*/ 182 w 883"/>
                    <a:gd name="T73" fmla="*/ 84 h 883"/>
                    <a:gd name="T74" fmla="*/ 241 w 883"/>
                    <a:gd name="T75" fmla="*/ 49 h 883"/>
                    <a:gd name="T76" fmla="*/ 303 w 883"/>
                    <a:gd name="T77" fmla="*/ 22 h 883"/>
                    <a:gd name="T78" fmla="*/ 371 w 883"/>
                    <a:gd name="T79" fmla="*/ 4 h 883"/>
                    <a:gd name="T80" fmla="*/ 443 w 883"/>
                    <a:gd name="T81" fmla="*/ 0 h 8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883" h="883">
                      <a:moveTo>
                        <a:pt x="443" y="0"/>
                      </a:moveTo>
                      <a:lnTo>
                        <a:pt x="514" y="6"/>
                      </a:lnTo>
                      <a:lnTo>
                        <a:pt x="582" y="22"/>
                      </a:lnTo>
                      <a:lnTo>
                        <a:pt x="647" y="49"/>
                      </a:lnTo>
                      <a:lnTo>
                        <a:pt x="705" y="86"/>
                      </a:lnTo>
                      <a:lnTo>
                        <a:pt x="755" y="131"/>
                      </a:lnTo>
                      <a:lnTo>
                        <a:pt x="800" y="181"/>
                      </a:lnTo>
                      <a:lnTo>
                        <a:pt x="835" y="239"/>
                      </a:lnTo>
                      <a:lnTo>
                        <a:pt x="862" y="304"/>
                      </a:lnTo>
                      <a:lnTo>
                        <a:pt x="878" y="372"/>
                      </a:lnTo>
                      <a:lnTo>
                        <a:pt x="883" y="443"/>
                      </a:lnTo>
                      <a:lnTo>
                        <a:pt x="878" y="515"/>
                      </a:lnTo>
                      <a:lnTo>
                        <a:pt x="860" y="583"/>
                      </a:lnTo>
                      <a:lnTo>
                        <a:pt x="833" y="646"/>
                      </a:lnTo>
                      <a:lnTo>
                        <a:pt x="796" y="704"/>
                      </a:lnTo>
                      <a:lnTo>
                        <a:pt x="753" y="756"/>
                      </a:lnTo>
                      <a:lnTo>
                        <a:pt x="701" y="799"/>
                      </a:lnTo>
                      <a:lnTo>
                        <a:pt x="643" y="836"/>
                      </a:lnTo>
                      <a:lnTo>
                        <a:pt x="579" y="861"/>
                      </a:lnTo>
                      <a:lnTo>
                        <a:pt x="511" y="879"/>
                      </a:lnTo>
                      <a:lnTo>
                        <a:pt x="439" y="883"/>
                      </a:lnTo>
                      <a:lnTo>
                        <a:pt x="369" y="877"/>
                      </a:lnTo>
                      <a:lnTo>
                        <a:pt x="301" y="861"/>
                      </a:lnTo>
                      <a:lnTo>
                        <a:pt x="237" y="834"/>
                      </a:lnTo>
                      <a:lnTo>
                        <a:pt x="179" y="797"/>
                      </a:lnTo>
                      <a:lnTo>
                        <a:pt x="128" y="752"/>
                      </a:lnTo>
                      <a:lnTo>
                        <a:pt x="83" y="702"/>
                      </a:lnTo>
                      <a:lnTo>
                        <a:pt x="48" y="644"/>
                      </a:lnTo>
                      <a:lnTo>
                        <a:pt x="21" y="579"/>
                      </a:lnTo>
                      <a:lnTo>
                        <a:pt x="6" y="511"/>
                      </a:lnTo>
                      <a:lnTo>
                        <a:pt x="0" y="440"/>
                      </a:lnTo>
                      <a:lnTo>
                        <a:pt x="6" y="368"/>
                      </a:lnTo>
                      <a:lnTo>
                        <a:pt x="23" y="300"/>
                      </a:lnTo>
                      <a:lnTo>
                        <a:pt x="50" y="237"/>
                      </a:lnTo>
                      <a:lnTo>
                        <a:pt x="85" y="179"/>
                      </a:lnTo>
                      <a:lnTo>
                        <a:pt x="130" y="129"/>
                      </a:lnTo>
                      <a:lnTo>
                        <a:pt x="182" y="84"/>
                      </a:lnTo>
                      <a:lnTo>
                        <a:pt x="241" y="49"/>
                      </a:lnTo>
                      <a:lnTo>
                        <a:pt x="303" y="22"/>
                      </a:lnTo>
                      <a:lnTo>
                        <a:pt x="371" y="4"/>
                      </a:lnTo>
                      <a:lnTo>
                        <a:pt x="443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wordArtVert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IN" dirty="0"/>
                </a:p>
              </p:txBody>
            </p:sp>
            <p:sp>
              <p:nvSpPr>
                <p:cNvPr id="30" name="Freeform 29">
                  <a:extLst>
                    <a:ext uri="{FF2B5EF4-FFF2-40B4-BE49-F238E27FC236}">
                      <a16:creationId xmlns:a16="http://schemas.microsoft.com/office/drawing/2014/main" id="{84CF33BE-990C-8F4D-8592-5930821903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583113" y="3033713"/>
                  <a:ext cx="698500" cy="703263"/>
                </a:xfrm>
                <a:custGeom>
                  <a:avLst/>
                  <a:gdLst>
                    <a:gd name="T0" fmla="*/ 466 w 882"/>
                    <a:gd name="T1" fmla="*/ 0 h 884"/>
                    <a:gd name="T2" fmla="*/ 528 w 882"/>
                    <a:gd name="T3" fmla="*/ 8 h 884"/>
                    <a:gd name="T4" fmla="*/ 588 w 882"/>
                    <a:gd name="T5" fmla="*/ 25 h 884"/>
                    <a:gd name="T6" fmla="*/ 645 w 882"/>
                    <a:gd name="T7" fmla="*/ 50 h 884"/>
                    <a:gd name="T8" fmla="*/ 699 w 882"/>
                    <a:gd name="T9" fmla="*/ 83 h 884"/>
                    <a:gd name="T10" fmla="*/ 750 w 882"/>
                    <a:gd name="T11" fmla="*/ 126 h 884"/>
                    <a:gd name="T12" fmla="*/ 794 w 882"/>
                    <a:gd name="T13" fmla="*/ 175 h 884"/>
                    <a:gd name="T14" fmla="*/ 829 w 882"/>
                    <a:gd name="T15" fmla="*/ 227 h 884"/>
                    <a:gd name="T16" fmla="*/ 854 w 882"/>
                    <a:gd name="T17" fmla="*/ 286 h 884"/>
                    <a:gd name="T18" fmla="*/ 872 w 882"/>
                    <a:gd name="T19" fmla="*/ 344 h 884"/>
                    <a:gd name="T20" fmla="*/ 882 w 882"/>
                    <a:gd name="T21" fmla="*/ 406 h 884"/>
                    <a:gd name="T22" fmla="*/ 882 w 882"/>
                    <a:gd name="T23" fmla="*/ 468 h 884"/>
                    <a:gd name="T24" fmla="*/ 874 w 882"/>
                    <a:gd name="T25" fmla="*/ 528 h 884"/>
                    <a:gd name="T26" fmla="*/ 858 w 882"/>
                    <a:gd name="T27" fmla="*/ 589 h 884"/>
                    <a:gd name="T28" fmla="*/ 833 w 882"/>
                    <a:gd name="T29" fmla="*/ 647 h 884"/>
                    <a:gd name="T30" fmla="*/ 800 w 882"/>
                    <a:gd name="T31" fmla="*/ 701 h 884"/>
                    <a:gd name="T32" fmla="*/ 757 w 882"/>
                    <a:gd name="T33" fmla="*/ 750 h 884"/>
                    <a:gd name="T34" fmla="*/ 709 w 882"/>
                    <a:gd name="T35" fmla="*/ 795 h 884"/>
                    <a:gd name="T36" fmla="*/ 654 w 882"/>
                    <a:gd name="T37" fmla="*/ 830 h 884"/>
                    <a:gd name="T38" fmla="*/ 598 w 882"/>
                    <a:gd name="T39" fmla="*/ 855 h 884"/>
                    <a:gd name="T40" fmla="*/ 538 w 882"/>
                    <a:gd name="T41" fmla="*/ 872 h 884"/>
                    <a:gd name="T42" fmla="*/ 478 w 882"/>
                    <a:gd name="T43" fmla="*/ 882 h 884"/>
                    <a:gd name="T44" fmla="*/ 416 w 882"/>
                    <a:gd name="T45" fmla="*/ 884 h 884"/>
                    <a:gd name="T46" fmla="*/ 355 w 882"/>
                    <a:gd name="T47" fmla="*/ 876 h 884"/>
                    <a:gd name="T48" fmla="*/ 295 w 882"/>
                    <a:gd name="T49" fmla="*/ 859 h 884"/>
                    <a:gd name="T50" fmla="*/ 237 w 882"/>
                    <a:gd name="T51" fmla="*/ 834 h 884"/>
                    <a:gd name="T52" fmla="*/ 183 w 882"/>
                    <a:gd name="T53" fmla="*/ 801 h 884"/>
                    <a:gd name="T54" fmla="*/ 134 w 882"/>
                    <a:gd name="T55" fmla="*/ 758 h 884"/>
                    <a:gd name="T56" fmla="*/ 89 w 882"/>
                    <a:gd name="T57" fmla="*/ 709 h 884"/>
                    <a:gd name="T58" fmla="*/ 54 w 882"/>
                    <a:gd name="T59" fmla="*/ 657 h 884"/>
                    <a:gd name="T60" fmla="*/ 29 w 882"/>
                    <a:gd name="T61" fmla="*/ 598 h 884"/>
                    <a:gd name="T62" fmla="*/ 10 w 882"/>
                    <a:gd name="T63" fmla="*/ 540 h 884"/>
                    <a:gd name="T64" fmla="*/ 2 w 882"/>
                    <a:gd name="T65" fmla="*/ 478 h 884"/>
                    <a:gd name="T66" fmla="*/ 0 w 882"/>
                    <a:gd name="T67" fmla="*/ 416 h 884"/>
                    <a:gd name="T68" fmla="*/ 8 w 882"/>
                    <a:gd name="T69" fmla="*/ 356 h 884"/>
                    <a:gd name="T70" fmla="*/ 25 w 882"/>
                    <a:gd name="T71" fmla="*/ 295 h 884"/>
                    <a:gd name="T72" fmla="*/ 51 w 882"/>
                    <a:gd name="T73" fmla="*/ 237 h 884"/>
                    <a:gd name="T74" fmla="*/ 84 w 882"/>
                    <a:gd name="T75" fmla="*/ 183 h 884"/>
                    <a:gd name="T76" fmla="*/ 126 w 882"/>
                    <a:gd name="T77" fmla="*/ 134 h 884"/>
                    <a:gd name="T78" fmla="*/ 175 w 882"/>
                    <a:gd name="T79" fmla="*/ 89 h 884"/>
                    <a:gd name="T80" fmla="*/ 227 w 882"/>
                    <a:gd name="T81" fmla="*/ 54 h 884"/>
                    <a:gd name="T82" fmla="*/ 286 w 882"/>
                    <a:gd name="T83" fmla="*/ 29 h 884"/>
                    <a:gd name="T84" fmla="*/ 344 w 882"/>
                    <a:gd name="T85" fmla="*/ 12 h 884"/>
                    <a:gd name="T86" fmla="*/ 406 w 882"/>
                    <a:gd name="T87" fmla="*/ 2 h 884"/>
                    <a:gd name="T88" fmla="*/ 466 w 882"/>
                    <a:gd name="T89" fmla="*/ 0 h 8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882" h="884">
                      <a:moveTo>
                        <a:pt x="466" y="0"/>
                      </a:moveTo>
                      <a:lnTo>
                        <a:pt x="528" y="8"/>
                      </a:lnTo>
                      <a:lnTo>
                        <a:pt x="588" y="25"/>
                      </a:lnTo>
                      <a:lnTo>
                        <a:pt x="645" y="50"/>
                      </a:lnTo>
                      <a:lnTo>
                        <a:pt x="699" y="83"/>
                      </a:lnTo>
                      <a:lnTo>
                        <a:pt x="750" y="126"/>
                      </a:lnTo>
                      <a:lnTo>
                        <a:pt x="794" y="175"/>
                      </a:lnTo>
                      <a:lnTo>
                        <a:pt x="829" y="227"/>
                      </a:lnTo>
                      <a:lnTo>
                        <a:pt x="854" y="286"/>
                      </a:lnTo>
                      <a:lnTo>
                        <a:pt x="872" y="344"/>
                      </a:lnTo>
                      <a:lnTo>
                        <a:pt x="882" y="406"/>
                      </a:lnTo>
                      <a:lnTo>
                        <a:pt x="882" y="468"/>
                      </a:lnTo>
                      <a:lnTo>
                        <a:pt x="874" y="528"/>
                      </a:lnTo>
                      <a:lnTo>
                        <a:pt x="858" y="589"/>
                      </a:lnTo>
                      <a:lnTo>
                        <a:pt x="833" y="647"/>
                      </a:lnTo>
                      <a:lnTo>
                        <a:pt x="800" y="701"/>
                      </a:lnTo>
                      <a:lnTo>
                        <a:pt x="757" y="750"/>
                      </a:lnTo>
                      <a:lnTo>
                        <a:pt x="709" y="795"/>
                      </a:lnTo>
                      <a:lnTo>
                        <a:pt x="654" y="830"/>
                      </a:lnTo>
                      <a:lnTo>
                        <a:pt x="598" y="855"/>
                      </a:lnTo>
                      <a:lnTo>
                        <a:pt x="538" y="872"/>
                      </a:lnTo>
                      <a:lnTo>
                        <a:pt x="478" y="882"/>
                      </a:lnTo>
                      <a:lnTo>
                        <a:pt x="416" y="884"/>
                      </a:lnTo>
                      <a:lnTo>
                        <a:pt x="355" y="876"/>
                      </a:lnTo>
                      <a:lnTo>
                        <a:pt x="295" y="859"/>
                      </a:lnTo>
                      <a:lnTo>
                        <a:pt x="237" y="834"/>
                      </a:lnTo>
                      <a:lnTo>
                        <a:pt x="183" y="801"/>
                      </a:lnTo>
                      <a:lnTo>
                        <a:pt x="134" y="758"/>
                      </a:lnTo>
                      <a:lnTo>
                        <a:pt x="89" y="709"/>
                      </a:lnTo>
                      <a:lnTo>
                        <a:pt x="54" y="657"/>
                      </a:lnTo>
                      <a:lnTo>
                        <a:pt x="29" y="598"/>
                      </a:lnTo>
                      <a:lnTo>
                        <a:pt x="10" y="540"/>
                      </a:lnTo>
                      <a:lnTo>
                        <a:pt x="2" y="478"/>
                      </a:lnTo>
                      <a:lnTo>
                        <a:pt x="0" y="416"/>
                      </a:lnTo>
                      <a:lnTo>
                        <a:pt x="8" y="356"/>
                      </a:lnTo>
                      <a:lnTo>
                        <a:pt x="25" y="295"/>
                      </a:lnTo>
                      <a:lnTo>
                        <a:pt x="51" y="237"/>
                      </a:lnTo>
                      <a:lnTo>
                        <a:pt x="84" y="183"/>
                      </a:lnTo>
                      <a:lnTo>
                        <a:pt x="126" y="134"/>
                      </a:lnTo>
                      <a:lnTo>
                        <a:pt x="175" y="89"/>
                      </a:lnTo>
                      <a:lnTo>
                        <a:pt x="227" y="54"/>
                      </a:lnTo>
                      <a:lnTo>
                        <a:pt x="286" y="29"/>
                      </a:lnTo>
                      <a:lnTo>
                        <a:pt x="344" y="12"/>
                      </a:lnTo>
                      <a:lnTo>
                        <a:pt x="406" y="2"/>
                      </a:lnTo>
                      <a:lnTo>
                        <a:pt x="466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wordArtVert" wrap="square" lIns="91440" tIns="45720" rIns="91440" bIns="45720" numCol="1" anchor="ctr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</p:grp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D7CF92A-F4F2-46A3-B580-F795F657D193}"/>
                </a:ext>
              </a:extLst>
            </p:cNvPr>
            <p:cNvSpPr txBox="1"/>
            <p:nvPr userDrawn="1"/>
          </p:nvSpPr>
          <p:spPr>
            <a:xfrm>
              <a:off x="6123540" y="1443555"/>
              <a:ext cx="870355" cy="722134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wordArtVert" wrap="square" rtlCol="0" anchor="ctr">
              <a:spAutoFit/>
            </a:bodyPr>
            <a:lstStyle/>
            <a:p>
              <a:r>
                <a:rPr lang="en-US" sz="4000" b="1" dirty="0">
                  <a:solidFill>
                    <a:srgbClr val="0E78B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ZA" sz="4000" b="1" dirty="0">
                <a:solidFill>
                  <a:srgbClr val="0E78B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D3F87AB-4F5D-493A-988C-0266A0DDB579}"/>
                </a:ext>
              </a:extLst>
            </p:cNvPr>
            <p:cNvSpPr txBox="1"/>
            <p:nvPr userDrawn="1"/>
          </p:nvSpPr>
          <p:spPr>
            <a:xfrm>
              <a:off x="4339591" y="1483241"/>
              <a:ext cx="870355" cy="722134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wordArtVert" wrap="square" rtlCol="0" anchor="ctr">
              <a:spAutoFit/>
            </a:bodyPr>
            <a:lstStyle/>
            <a:p>
              <a:r>
                <a:rPr lang="en-US" sz="4000" b="1" dirty="0">
                  <a:solidFill>
                    <a:srgbClr val="0E78B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  <a:endParaRPr lang="en-ZA" sz="4000" b="1" dirty="0">
                <a:solidFill>
                  <a:srgbClr val="0E78B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389CF95E-9015-46C2-AAFE-333242AA011B}"/>
                </a:ext>
              </a:extLst>
            </p:cNvPr>
            <p:cNvSpPr txBox="1"/>
            <p:nvPr userDrawn="1"/>
          </p:nvSpPr>
          <p:spPr>
            <a:xfrm>
              <a:off x="3055727" y="2703858"/>
              <a:ext cx="870355" cy="722134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wordArtVert" wrap="square" rtlCol="0" anchor="ctr">
              <a:spAutoFit/>
            </a:bodyPr>
            <a:lstStyle/>
            <a:p>
              <a:r>
                <a:rPr lang="en-US" sz="4000" b="1" dirty="0">
                  <a:solidFill>
                    <a:srgbClr val="0E78B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en-ZA" sz="4000" b="1" dirty="0">
                <a:solidFill>
                  <a:srgbClr val="0E78B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B03F663-DD17-4D0F-BC23-C5D26D2A0EDB}"/>
                </a:ext>
              </a:extLst>
            </p:cNvPr>
            <p:cNvSpPr txBox="1"/>
            <p:nvPr userDrawn="1"/>
          </p:nvSpPr>
          <p:spPr>
            <a:xfrm rot="189567">
              <a:off x="3111027" y="4466244"/>
              <a:ext cx="870355" cy="722134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wordArtVert" wrap="square" rtlCol="0" anchor="ctr">
              <a:spAutoFit/>
            </a:bodyPr>
            <a:lstStyle/>
            <a:p>
              <a:r>
                <a:rPr lang="en-US" sz="4000" b="1" dirty="0">
                  <a:solidFill>
                    <a:srgbClr val="8EC1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en-ZA" sz="4000" b="1" dirty="0">
                <a:solidFill>
                  <a:srgbClr val="8EC1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320CA19-8959-4FA6-96BF-5F14840C3E9E}"/>
                </a:ext>
              </a:extLst>
            </p:cNvPr>
            <p:cNvSpPr txBox="1"/>
            <p:nvPr userDrawn="1"/>
          </p:nvSpPr>
          <p:spPr>
            <a:xfrm>
              <a:off x="4215363" y="5683405"/>
              <a:ext cx="870355" cy="722134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wordArtVert" wrap="square" rtlCol="0" anchor="ctr">
              <a:spAutoFit/>
            </a:bodyPr>
            <a:lstStyle/>
            <a:p>
              <a:r>
                <a:rPr lang="en-US" sz="4000" b="1" dirty="0">
                  <a:solidFill>
                    <a:srgbClr val="8EC1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ZA" sz="4000" b="1" dirty="0">
                <a:solidFill>
                  <a:srgbClr val="8EC1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1BD9606-22B4-42DE-B0E0-9FA4C8ADD3D9}"/>
                </a:ext>
              </a:extLst>
            </p:cNvPr>
            <p:cNvSpPr txBox="1"/>
            <p:nvPr userDrawn="1"/>
          </p:nvSpPr>
          <p:spPr>
            <a:xfrm>
              <a:off x="6094267" y="5677855"/>
              <a:ext cx="870355" cy="722134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wordArtVert" wrap="square" rtlCol="0" anchor="ctr">
              <a:spAutoFit/>
            </a:bodyPr>
            <a:lstStyle/>
            <a:p>
              <a:r>
                <a:rPr lang="en-US" sz="4000" b="1" dirty="0">
                  <a:solidFill>
                    <a:srgbClr val="8EC1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ZA" sz="4000" b="1" dirty="0">
                <a:solidFill>
                  <a:srgbClr val="8EC1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1AF9E97-BE91-49D3-8BCC-51F0F2F980E7}"/>
                </a:ext>
              </a:extLst>
            </p:cNvPr>
            <p:cNvSpPr txBox="1"/>
            <p:nvPr userDrawn="1"/>
          </p:nvSpPr>
          <p:spPr>
            <a:xfrm>
              <a:off x="7422586" y="4353070"/>
              <a:ext cx="870355" cy="722134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wordArtVert" wrap="square" rtlCol="0" anchor="ctr">
              <a:spAutoFit/>
            </a:bodyPr>
            <a:lstStyle/>
            <a:p>
              <a:r>
                <a:rPr lang="en-US" sz="4000" b="1" dirty="0">
                  <a:solidFill>
                    <a:srgbClr val="8EC15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ZA" sz="4000" b="1" dirty="0">
                <a:solidFill>
                  <a:srgbClr val="8EC15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5952405F-2E5E-4F71-AAAE-5DE98AC31888}"/>
                </a:ext>
              </a:extLst>
            </p:cNvPr>
            <p:cNvSpPr txBox="1"/>
            <p:nvPr userDrawn="1"/>
          </p:nvSpPr>
          <p:spPr>
            <a:xfrm>
              <a:off x="7266422" y="2514352"/>
              <a:ext cx="870355" cy="722134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</p:spPr>
          <p:txBody>
            <a:bodyPr vert="wordArtVert" wrap="square" rtlCol="0" anchor="ctr">
              <a:spAutoFit/>
            </a:bodyPr>
            <a:lstStyle/>
            <a:p>
              <a:r>
                <a:rPr lang="en-US" sz="4000" b="1" dirty="0">
                  <a:solidFill>
                    <a:srgbClr val="0E78B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ZA" sz="4000" b="1" dirty="0">
                <a:solidFill>
                  <a:srgbClr val="0E78B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8" name="Text Placeholder 4">
            <a:extLst>
              <a:ext uri="{FF2B5EF4-FFF2-40B4-BE49-F238E27FC236}">
                <a16:creationId xmlns:a16="http://schemas.microsoft.com/office/drawing/2014/main" id="{FD2F7A0B-E0FC-4F56-A17B-FECF2B66501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6676" y="2955800"/>
            <a:ext cx="2133918" cy="480131"/>
          </a:xfrm>
          <a:noFill/>
          <a:effectLst/>
        </p:spPr>
        <p:txBody>
          <a:bodyPr wrap="square">
            <a:normAutofit/>
          </a:bodyPr>
          <a:lstStyle>
            <a:lvl1pPr marL="0" indent="0" algn="ctr">
              <a:buNone/>
              <a:defRPr sz="1400">
                <a:solidFill>
                  <a:srgbClr val="0E78B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 </a:t>
            </a:r>
            <a:endParaRPr lang="en-ZA" dirty="0"/>
          </a:p>
        </p:txBody>
      </p:sp>
      <p:sp>
        <p:nvSpPr>
          <p:cNvPr id="179" name="Text Placeholder 4">
            <a:extLst>
              <a:ext uri="{FF2B5EF4-FFF2-40B4-BE49-F238E27FC236}">
                <a16:creationId xmlns:a16="http://schemas.microsoft.com/office/drawing/2014/main" id="{42B758D0-9B50-4F09-A61F-73A5ECEC78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13418" y="4758239"/>
            <a:ext cx="2133918" cy="480131"/>
          </a:xfrm>
          <a:noFill/>
          <a:effectLst/>
        </p:spPr>
        <p:txBody>
          <a:bodyPr wrap="square">
            <a:normAutofit/>
          </a:bodyPr>
          <a:lstStyle>
            <a:lvl1pPr marL="0" indent="0" algn="ctr">
              <a:buNone/>
              <a:defRPr sz="1400">
                <a:solidFill>
                  <a:srgbClr val="8EC15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 </a:t>
            </a:r>
            <a:endParaRPr lang="en-ZA" dirty="0"/>
          </a:p>
        </p:txBody>
      </p:sp>
      <p:sp>
        <p:nvSpPr>
          <p:cNvPr id="181" name="Text Placeholder 4">
            <a:extLst>
              <a:ext uri="{FF2B5EF4-FFF2-40B4-BE49-F238E27FC236}">
                <a16:creationId xmlns:a16="http://schemas.microsoft.com/office/drawing/2014/main" id="{1003314F-B805-48FE-844A-0C27B063CB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22431" y="6067864"/>
            <a:ext cx="2133918" cy="480131"/>
          </a:xfrm>
          <a:noFill/>
          <a:effectLst/>
        </p:spPr>
        <p:txBody>
          <a:bodyPr wrap="square">
            <a:normAutofit/>
          </a:bodyPr>
          <a:lstStyle>
            <a:lvl1pPr marL="0" indent="0" algn="ctr">
              <a:buNone/>
              <a:defRPr sz="1400">
                <a:solidFill>
                  <a:srgbClr val="8EC15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 </a:t>
            </a:r>
            <a:endParaRPr lang="en-ZA" dirty="0"/>
          </a:p>
        </p:txBody>
      </p:sp>
      <p:sp>
        <p:nvSpPr>
          <p:cNvPr id="188" name="Text Placeholder 4">
            <a:extLst>
              <a:ext uri="{FF2B5EF4-FFF2-40B4-BE49-F238E27FC236}">
                <a16:creationId xmlns:a16="http://schemas.microsoft.com/office/drawing/2014/main" id="{6152659C-36EF-4078-9B35-D6AFD1E962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672749" y="6067864"/>
            <a:ext cx="2133918" cy="480131"/>
          </a:xfrm>
          <a:noFill/>
          <a:effectLst/>
        </p:spPr>
        <p:txBody>
          <a:bodyPr wrap="square">
            <a:normAutofit/>
          </a:bodyPr>
          <a:lstStyle>
            <a:lvl1pPr marL="0" indent="0" algn="ctr">
              <a:buNone/>
              <a:defRPr sz="1400">
                <a:solidFill>
                  <a:srgbClr val="8EC15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 </a:t>
            </a:r>
            <a:endParaRPr lang="en-ZA" dirty="0"/>
          </a:p>
        </p:txBody>
      </p:sp>
      <p:sp>
        <p:nvSpPr>
          <p:cNvPr id="189" name="Text Placeholder 4">
            <a:extLst>
              <a:ext uri="{FF2B5EF4-FFF2-40B4-BE49-F238E27FC236}">
                <a16:creationId xmlns:a16="http://schemas.microsoft.com/office/drawing/2014/main" id="{A0AA0792-1E3F-41EC-8BFF-F977A78F72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05790" y="4884427"/>
            <a:ext cx="2133918" cy="480131"/>
          </a:xfrm>
          <a:noFill/>
          <a:effectLst/>
        </p:spPr>
        <p:txBody>
          <a:bodyPr wrap="square">
            <a:normAutofit/>
          </a:bodyPr>
          <a:lstStyle>
            <a:lvl1pPr marL="0" indent="0" algn="ctr">
              <a:buNone/>
              <a:defRPr sz="1400">
                <a:solidFill>
                  <a:srgbClr val="8EC15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 </a:t>
            </a:r>
            <a:endParaRPr lang="en-ZA" dirty="0"/>
          </a:p>
        </p:txBody>
      </p:sp>
      <p:sp>
        <p:nvSpPr>
          <p:cNvPr id="190" name="Text Placeholder 4">
            <a:extLst>
              <a:ext uri="{FF2B5EF4-FFF2-40B4-BE49-F238E27FC236}">
                <a16:creationId xmlns:a16="http://schemas.microsoft.com/office/drawing/2014/main" id="{C617C2A6-C1EB-4B23-9747-3F995D03EB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34892" y="3146845"/>
            <a:ext cx="2133918" cy="480131"/>
          </a:xfrm>
          <a:noFill/>
          <a:effectLst/>
        </p:spPr>
        <p:txBody>
          <a:bodyPr wrap="square">
            <a:normAutofit/>
          </a:bodyPr>
          <a:lstStyle>
            <a:lvl1pPr marL="0" indent="0" algn="ctr">
              <a:buNone/>
              <a:defRPr sz="1400">
                <a:solidFill>
                  <a:srgbClr val="0E78B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 </a:t>
            </a:r>
            <a:endParaRPr lang="en-ZA" dirty="0"/>
          </a:p>
        </p:txBody>
      </p:sp>
      <p:sp>
        <p:nvSpPr>
          <p:cNvPr id="197" name="Picture Placeholder 196">
            <a:extLst>
              <a:ext uri="{FF2B5EF4-FFF2-40B4-BE49-F238E27FC236}">
                <a16:creationId xmlns:a16="http://schemas.microsoft.com/office/drawing/2014/main" id="{912D1968-AB15-482C-8F55-ED2324A1071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141189" y="4922191"/>
            <a:ext cx="368300" cy="368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98" name="Picture Placeholder 196">
            <a:extLst>
              <a:ext uri="{FF2B5EF4-FFF2-40B4-BE49-F238E27FC236}">
                <a16:creationId xmlns:a16="http://schemas.microsoft.com/office/drawing/2014/main" id="{A7DE50AE-3AE4-4BB5-A649-41C533EEDBD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741513" y="4299941"/>
            <a:ext cx="368300" cy="368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199" name="Picture Placeholder 196">
            <a:extLst>
              <a:ext uri="{FF2B5EF4-FFF2-40B4-BE49-F238E27FC236}">
                <a16:creationId xmlns:a16="http://schemas.microsoft.com/office/drawing/2014/main" id="{40D6BE0C-0EAC-42F6-B932-FC80C9F76C7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759920" y="3476955"/>
            <a:ext cx="368300" cy="368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200" name="Picture Placeholder 196">
            <a:extLst>
              <a:ext uri="{FF2B5EF4-FFF2-40B4-BE49-F238E27FC236}">
                <a16:creationId xmlns:a16="http://schemas.microsoft.com/office/drawing/2014/main" id="{772C8DBA-A095-4E76-A11F-B49202D4ABD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147075" y="2889958"/>
            <a:ext cx="368300" cy="368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201" name="Picture Placeholder 196">
            <a:extLst>
              <a:ext uri="{FF2B5EF4-FFF2-40B4-BE49-F238E27FC236}">
                <a16:creationId xmlns:a16="http://schemas.microsoft.com/office/drawing/2014/main" id="{5F73AF86-9B2C-4710-8098-5CF63AB1BB20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5318562" y="2889148"/>
            <a:ext cx="368300" cy="368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202" name="Picture Placeholder 196">
            <a:extLst>
              <a:ext uri="{FF2B5EF4-FFF2-40B4-BE49-F238E27FC236}">
                <a16:creationId xmlns:a16="http://schemas.microsoft.com/office/drawing/2014/main" id="{B273EAE8-7C24-45B9-B122-18D5AAE032D6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715744" y="3499124"/>
            <a:ext cx="368300" cy="368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203" name="Picture Placeholder 196">
            <a:extLst>
              <a:ext uri="{FF2B5EF4-FFF2-40B4-BE49-F238E27FC236}">
                <a16:creationId xmlns:a16="http://schemas.microsoft.com/office/drawing/2014/main" id="{1E927306-B777-4738-9AB2-3A25E4A1956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704448" y="4326643"/>
            <a:ext cx="368300" cy="368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204" name="Picture Placeholder 196">
            <a:extLst>
              <a:ext uri="{FF2B5EF4-FFF2-40B4-BE49-F238E27FC236}">
                <a16:creationId xmlns:a16="http://schemas.microsoft.com/office/drawing/2014/main" id="{119EA173-8DE1-45A9-A2C3-EDAEB5857415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5309608" y="4916694"/>
            <a:ext cx="368300" cy="3683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45BE56CB-1D77-4285-B006-4FB4E84CA3C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884716" y="1906131"/>
            <a:ext cx="2133918" cy="480131"/>
          </a:xfrm>
          <a:noFill/>
          <a:effectLst/>
        </p:spPr>
        <p:txBody>
          <a:bodyPr wrap="square">
            <a:normAutofit/>
          </a:bodyPr>
          <a:lstStyle>
            <a:lvl1pPr marL="0" indent="0" algn="ctr">
              <a:buNone/>
              <a:defRPr sz="1400">
                <a:solidFill>
                  <a:srgbClr val="0E78B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 </a:t>
            </a:r>
            <a:endParaRPr lang="en-ZA" dirty="0"/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B985BA16-2DAB-4027-9486-8FD76863858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803868" y="1909024"/>
            <a:ext cx="2133918" cy="480131"/>
          </a:xfrm>
          <a:noFill/>
          <a:effectLst/>
        </p:spPr>
        <p:txBody>
          <a:bodyPr wrap="square">
            <a:normAutofit/>
          </a:bodyPr>
          <a:lstStyle>
            <a:lvl1pPr marL="0" indent="0" algn="ctr">
              <a:buNone/>
              <a:defRPr sz="1400">
                <a:solidFill>
                  <a:srgbClr val="0E78B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 </a:t>
            </a:r>
            <a:endParaRPr lang="en-ZA" dirty="0"/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8BDF01B9-AF31-4600-9B6F-F39EDCB60DE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884716" y="1612897"/>
            <a:ext cx="2133918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183264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11828159-3481-4726-93FF-B40980AE11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066676" y="2658325"/>
            <a:ext cx="2133918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183264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53" name="Text Placeholder 4">
            <a:extLst>
              <a:ext uri="{FF2B5EF4-FFF2-40B4-BE49-F238E27FC236}">
                <a16:creationId xmlns:a16="http://schemas.microsoft.com/office/drawing/2014/main" id="{3CBF2D73-4317-409C-8FAB-BA1B78701B7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19076" y="4457730"/>
            <a:ext cx="2133918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183264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125012B0-45CD-4BBB-9B5E-F5E1E53147F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22431" y="5776132"/>
            <a:ext cx="2133918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183264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55" name="Text Placeholder 4">
            <a:extLst>
              <a:ext uri="{FF2B5EF4-FFF2-40B4-BE49-F238E27FC236}">
                <a16:creationId xmlns:a16="http://schemas.microsoft.com/office/drawing/2014/main" id="{A4446FAB-EADF-4BE2-8600-F23CDC9E481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66525" y="5773139"/>
            <a:ext cx="2133918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183264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A68DA458-86F3-4AE6-B149-4BC3BEAEAF1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798222" y="1610335"/>
            <a:ext cx="2133918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183264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CC22F826-13F9-46B9-B44B-72E418B3434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608034" y="4583607"/>
            <a:ext cx="2133918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183264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D9B096FA-E9D4-47CF-957A-69DF01796A1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550278" y="2854221"/>
            <a:ext cx="2133918" cy="293144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2000" b="1">
                <a:solidFill>
                  <a:srgbClr val="183264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Placeholder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961861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tep_Template_V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Picture 208">
            <a:extLst>
              <a:ext uri="{FF2B5EF4-FFF2-40B4-BE49-F238E27FC236}">
                <a16:creationId xmlns:a16="http://schemas.microsoft.com/office/drawing/2014/main" id="{68571907-5A3F-224B-8012-09A493FD65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21" y="0"/>
            <a:ext cx="12192000" cy="6858000"/>
          </a:xfrm>
          <a:prstGeom prst="rect">
            <a:avLst/>
          </a:prstGeom>
        </p:spPr>
      </p:pic>
      <p:sp>
        <p:nvSpPr>
          <p:cNvPr id="121" name="Freeform: Shape 18">
            <a:extLst>
              <a:ext uri="{FF2B5EF4-FFF2-40B4-BE49-F238E27FC236}">
                <a16:creationId xmlns:a16="http://schemas.microsoft.com/office/drawing/2014/main" id="{2E806966-F7BC-B847-A294-D0367484171A}"/>
              </a:ext>
            </a:extLst>
          </p:cNvPr>
          <p:cNvSpPr/>
          <p:nvPr userDrawn="1"/>
        </p:nvSpPr>
        <p:spPr>
          <a:xfrm flipV="1">
            <a:off x="6495023" y="3305601"/>
            <a:ext cx="1007485" cy="568178"/>
          </a:xfrm>
          <a:custGeom>
            <a:avLst/>
            <a:gdLst>
              <a:gd name="connsiteX0" fmla="*/ 0 w 1771650"/>
              <a:gd name="connsiteY0" fmla="*/ 609600 h 785813"/>
              <a:gd name="connsiteX1" fmla="*/ 180975 w 1771650"/>
              <a:gd name="connsiteY1" fmla="*/ 590550 h 785813"/>
              <a:gd name="connsiteX2" fmla="*/ 209550 w 1771650"/>
              <a:gd name="connsiteY2" fmla="*/ 409575 h 785813"/>
              <a:gd name="connsiteX3" fmla="*/ 1052513 w 1771650"/>
              <a:gd name="connsiteY3" fmla="*/ 481013 h 785813"/>
              <a:gd name="connsiteX4" fmla="*/ 1557338 w 1771650"/>
              <a:gd name="connsiteY4" fmla="*/ 0 h 785813"/>
              <a:gd name="connsiteX5" fmla="*/ 1747838 w 1771650"/>
              <a:gd name="connsiteY5" fmla="*/ 38100 h 785813"/>
              <a:gd name="connsiteX6" fmla="*/ 1771650 w 1771650"/>
              <a:gd name="connsiteY6" fmla="*/ 214313 h 785813"/>
              <a:gd name="connsiteX7" fmla="*/ 1133475 w 1771650"/>
              <a:gd name="connsiteY7" fmla="*/ 785813 h 785813"/>
              <a:gd name="connsiteX8" fmla="*/ 0 w 1771650"/>
              <a:gd name="connsiteY8" fmla="*/ 609600 h 785813"/>
              <a:gd name="connsiteX0" fmla="*/ 0 w 1771650"/>
              <a:gd name="connsiteY0" fmla="*/ 609600 h 798548"/>
              <a:gd name="connsiteX1" fmla="*/ 180975 w 1771650"/>
              <a:gd name="connsiteY1" fmla="*/ 590550 h 798548"/>
              <a:gd name="connsiteX2" fmla="*/ 209550 w 1771650"/>
              <a:gd name="connsiteY2" fmla="*/ 409575 h 798548"/>
              <a:gd name="connsiteX3" fmla="*/ 1052513 w 1771650"/>
              <a:gd name="connsiteY3" fmla="*/ 481013 h 798548"/>
              <a:gd name="connsiteX4" fmla="*/ 1557338 w 1771650"/>
              <a:gd name="connsiteY4" fmla="*/ 0 h 798548"/>
              <a:gd name="connsiteX5" fmla="*/ 1747838 w 1771650"/>
              <a:gd name="connsiteY5" fmla="*/ 38100 h 798548"/>
              <a:gd name="connsiteX6" fmla="*/ 1771650 w 1771650"/>
              <a:gd name="connsiteY6" fmla="*/ 214313 h 798548"/>
              <a:gd name="connsiteX7" fmla="*/ 1133475 w 1771650"/>
              <a:gd name="connsiteY7" fmla="*/ 785813 h 798548"/>
              <a:gd name="connsiteX8" fmla="*/ 0 w 1771650"/>
              <a:gd name="connsiteY8" fmla="*/ 609600 h 798548"/>
              <a:gd name="connsiteX0" fmla="*/ 0 w 1771650"/>
              <a:gd name="connsiteY0" fmla="*/ 609600 h 847384"/>
              <a:gd name="connsiteX1" fmla="*/ 180975 w 1771650"/>
              <a:gd name="connsiteY1" fmla="*/ 590550 h 847384"/>
              <a:gd name="connsiteX2" fmla="*/ 209550 w 1771650"/>
              <a:gd name="connsiteY2" fmla="*/ 409575 h 847384"/>
              <a:gd name="connsiteX3" fmla="*/ 1052513 w 1771650"/>
              <a:gd name="connsiteY3" fmla="*/ 481013 h 847384"/>
              <a:gd name="connsiteX4" fmla="*/ 1557338 w 1771650"/>
              <a:gd name="connsiteY4" fmla="*/ 0 h 847384"/>
              <a:gd name="connsiteX5" fmla="*/ 1747838 w 1771650"/>
              <a:gd name="connsiteY5" fmla="*/ 38100 h 847384"/>
              <a:gd name="connsiteX6" fmla="*/ 1771650 w 1771650"/>
              <a:gd name="connsiteY6" fmla="*/ 214313 h 847384"/>
              <a:gd name="connsiteX7" fmla="*/ 1133475 w 1771650"/>
              <a:gd name="connsiteY7" fmla="*/ 785813 h 847384"/>
              <a:gd name="connsiteX8" fmla="*/ 0 w 1771650"/>
              <a:gd name="connsiteY8" fmla="*/ 609600 h 847384"/>
              <a:gd name="connsiteX0" fmla="*/ 0 w 1771650"/>
              <a:gd name="connsiteY0" fmla="*/ 609600 h 849717"/>
              <a:gd name="connsiteX1" fmla="*/ 180975 w 1771650"/>
              <a:gd name="connsiteY1" fmla="*/ 590550 h 849717"/>
              <a:gd name="connsiteX2" fmla="*/ 209550 w 1771650"/>
              <a:gd name="connsiteY2" fmla="*/ 409575 h 849717"/>
              <a:gd name="connsiteX3" fmla="*/ 1052513 w 1771650"/>
              <a:gd name="connsiteY3" fmla="*/ 481013 h 849717"/>
              <a:gd name="connsiteX4" fmla="*/ 1557338 w 1771650"/>
              <a:gd name="connsiteY4" fmla="*/ 0 h 849717"/>
              <a:gd name="connsiteX5" fmla="*/ 1747838 w 1771650"/>
              <a:gd name="connsiteY5" fmla="*/ 38100 h 849717"/>
              <a:gd name="connsiteX6" fmla="*/ 1771650 w 1771650"/>
              <a:gd name="connsiteY6" fmla="*/ 214313 h 849717"/>
              <a:gd name="connsiteX7" fmla="*/ 1133475 w 1771650"/>
              <a:gd name="connsiteY7" fmla="*/ 785813 h 849717"/>
              <a:gd name="connsiteX8" fmla="*/ 0 w 1771650"/>
              <a:gd name="connsiteY8" fmla="*/ 609600 h 849717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6262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8644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1650" h="862582">
                <a:moveTo>
                  <a:pt x="0" y="609600"/>
                </a:moveTo>
                <a:lnTo>
                  <a:pt x="188118" y="578644"/>
                </a:lnTo>
                <a:lnTo>
                  <a:pt x="209550" y="409575"/>
                </a:lnTo>
                <a:cubicBezTo>
                  <a:pt x="485775" y="612775"/>
                  <a:pt x="846932" y="570706"/>
                  <a:pt x="1052513" y="481013"/>
                </a:cubicBezTo>
                <a:cubicBezTo>
                  <a:pt x="1258094" y="391320"/>
                  <a:pt x="1470026" y="92869"/>
                  <a:pt x="1557338" y="0"/>
                </a:cubicBezTo>
                <a:lnTo>
                  <a:pt x="1747838" y="38100"/>
                </a:lnTo>
                <a:lnTo>
                  <a:pt x="1771650" y="214313"/>
                </a:lnTo>
                <a:cubicBezTo>
                  <a:pt x="1614486" y="400844"/>
                  <a:pt x="1373980" y="688976"/>
                  <a:pt x="1133475" y="785813"/>
                </a:cubicBezTo>
                <a:cubicBezTo>
                  <a:pt x="892970" y="882650"/>
                  <a:pt x="368300" y="944563"/>
                  <a:pt x="0" y="609600"/>
                </a:cubicBezTo>
                <a:close/>
              </a:path>
            </a:pathLst>
          </a:custGeom>
          <a:solidFill>
            <a:srgbClr val="ED6A5E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6" name="Freeform: Shape 13">
            <a:extLst>
              <a:ext uri="{FF2B5EF4-FFF2-40B4-BE49-F238E27FC236}">
                <a16:creationId xmlns:a16="http://schemas.microsoft.com/office/drawing/2014/main" id="{1EDE8436-996F-7648-9637-94B9390AC777}"/>
              </a:ext>
            </a:extLst>
          </p:cNvPr>
          <p:cNvSpPr/>
          <p:nvPr userDrawn="1"/>
        </p:nvSpPr>
        <p:spPr>
          <a:xfrm>
            <a:off x="1981201" y="3498005"/>
            <a:ext cx="1007485" cy="568178"/>
          </a:xfrm>
          <a:custGeom>
            <a:avLst/>
            <a:gdLst>
              <a:gd name="connsiteX0" fmla="*/ 0 w 1771650"/>
              <a:gd name="connsiteY0" fmla="*/ 609600 h 785813"/>
              <a:gd name="connsiteX1" fmla="*/ 180975 w 1771650"/>
              <a:gd name="connsiteY1" fmla="*/ 590550 h 785813"/>
              <a:gd name="connsiteX2" fmla="*/ 209550 w 1771650"/>
              <a:gd name="connsiteY2" fmla="*/ 409575 h 785813"/>
              <a:gd name="connsiteX3" fmla="*/ 1052513 w 1771650"/>
              <a:gd name="connsiteY3" fmla="*/ 481013 h 785813"/>
              <a:gd name="connsiteX4" fmla="*/ 1557338 w 1771650"/>
              <a:gd name="connsiteY4" fmla="*/ 0 h 785813"/>
              <a:gd name="connsiteX5" fmla="*/ 1747838 w 1771650"/>
              <a:gd name="connsiteY5" fmla="*/ 38100 h 785813"/>
              <a:gd name="connsiteX6" fmla="*/ 1771650 w 1771650"/>
              <a:gd name="connsiteY6" fmla="*/ 214313 h 785813"/>
              <a:gd name="connsiteX7" fmla="*/ 1133475 w 1771650"/>
              <a:gd name="connsiteY7" fmla="*/ 785813 h 785813"/>
              <a:gd name="connsiteX8" fmla="*/ 0 w 1771650"/>
              <a:gd name="connsiteY8" fmla="*/ 609600 h 785813"/>
              <a:gd name="connsiteX0" fmla="*/ 0 w 1771650"/>
              <a:gd name="connsiteY0" fmla="*/ 609600 h 798548"/>
              <a:gd name="connsiteX1" fmla="*/ 180975 w 1771650"/>
              <a:gd name="connsiteY1" fmla="*/ 590550 h 798548"/>
              <a:gd name="connsiteX2" fmla="*/ 209550 w 1771650"/>
              <a:gd name="connsiteY2" fmla="*/ 409575 h 798548"/>
              <a:gd name="connsiteX3" fmla="*/ 1052513 w 1771650"/>
              <a:gd name="connsiteY3" fmla="*/ 481013 h 798548"/>
              <a:gd name="connsiteX4" fmla="*/ 1557338 w 1771650"/>
              <a:gd name="connsiteY4" fmla="*/ 0 h 798548"/>
              <a:gd name="connsiteX5" fmla="*/ 1747838 w 1771650"/>
              <a:gd name="connsiteY5" fmla="*/ 38100 h 798548"/>
              <a:gd name="connsiteX6" fmla="*/ 1771650 w 1771650"/>
              <a:gd name="connsiteY6" fmla="*/ 214313 h 798548"/>
              <a:gd name="connsiteX7" fmla="*/ 1133475 w 1771650"/>
              <a:gd name="connsiteY7" fmla="*/ 785813 h 798548"/>
              <a:gd name="connsiteX8" fmla="*/ 0 w 1771650"/>
              <a:gd name="connsiteY8" fmla="*/ 609600 h 798548"/>
              <a:gd name="connsiteX0" fmla="*/ 0 w 1771650"/>
              <a:gd name="connsiteY0" fmla="*/ 609600 h 847384"/>
              <a:gd name="connsiteX1" fmla="*/ 180975 w 1771650"/>
              <a:gd name="connsiteY1" fmla="*/ 590550 h 847384"/>
              <a:gd name="connsiteX2" fmla="*/ 209550 w 1771650"/>
              <a:gd name="connsiteY2" fmla="*/ 409575 h 847384"/>
              <a:gd name="connsiteX3" fmla="*/ 1052513 w 1771650"/>
              <a:gd name="connsiteY3" fmla="*/ 481013 h 847384"/>
              <a:gd name="connsiteX4" fmla="*/ 1557338 w 1771650"/>
              <a:gd name="connsiteY4" fmla="*/ 0 h 847384"/>
              <a:gd name="connsiteX5" fmla="*/ 1747838 w 1771650"/>
              <a:gd name="connsiteY5" fmla="*/ 38100 h 847384"/>
              <a:gd name="connsiteX6" fmla="*/ 1771650 w 1771650"/>
              <a:gd name="connsiteY6" fmla="*/ 214313 h 847384"/>
              <a:gd name="connsiteX7" fmla="*/ 1133475 w 1771650"/>
              <a:gd name="connsiteY7" fmla="*/ 785813 h 847384"/>
              <a:gd name="connsiteX8" fmla="*/ 0 w 1771650"/>
              <a:gd name="connsiteY8" fmla="*/ 609600 h 847384"/>
              <a:gd name="connsiteX0" fmla="*/ 0 w 1771650"/>
              <a:gd name="connsiteY0" fmla="*/ 609600 h 849717"/>
              <a:gd name="connsiteX1" fmla="*/ 180975 w 1771650"/>
              <a:gd name="connsiteY1" fmla="*/ 590550 h 849717"/>
              <a:gd name="connsiteX2" fmla="*/ 209550 w 1771650"/>
              <a:gd name="connsiteY2" fmla="*/ 409575 h 849717"/>
              <a:gd name="connsiteX3" fmla="*/ 1052513 w 1771650"/>
              <a:gd name="connsiteY3" fmla="*/ 481013 h 849717"/>
              <a:gd name="connsiteX4" fmla="*/ 1557338 w 1771650"/>
              <a:gd name="connsiteY4" fmla="*/ 0 h 849717"/>
              <a:gd name="connsiteX5" fmla="*/ 1747838 w 1771650"/>
              <a:gd name="connsiteY5" fmla="*/ 38100 h 849717"/>
              <a:gd name="connsiteX6" fmla="*/ 1771650 w 1771650"/>
              <a:gd name="connsiteY6" fmla="*/ 214313 h 849717"/>
              <a:gd name="connsiteX7" fmla="*/ 1133475 w 1771650"/>
              <a:gd name="connsiteY7" fmla="*/ 785813 h 849717"/>
              <a:gd name="connsiteX8" fmla="*/ 0 w 1771650"/>
              <a:gd name="connsiteY8" fmla="*/ 609600 h 849717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6262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8644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1650" h="862582">
                <a:moveTo>
                  <a:pt x="0" y="609600"/>
                </a:moveTo>
                <a:lnTo>
                  <a:pt x="188118" y="578644"/>
                </a:lnTo>
                <a:lnTo>
                  <a:pt x="209550" y="409575"/>
                </a:lnTo>
                <a:cubicBezTo>
                  <a:pt x="485775" y="612775"/>
                  <a:pt x="846932" y="570706"/>
                  <a:pt x="1052513" y="481013"/>
                </a:cubicBezTo>
                <a:cubicBezTo>
                  <a:pt x="1258094" y="391320"/>
                  <a:pt x="1470026" y="92869"/>
                  <a:pt x="1557338" y="0"/>
                </a:cubicBezTo>
                <a:lnTo>
                  <a:pt x="1747838" y="38100"/>
                </a:lnTo>
                <a:lnTo>
                  <a:pt x="1771650" y="214313"/>
                </a:lnTo>
                <a:cubicBezTo>
                  <a:pt x="1614486" y="400844"/>
                  <a:pt x="1373980" y="688976"/>
                  <a:pt x="1133475" y="785813"/>
                </a:cubicBezTo>
                <a:cubicBezTo>
                  <a:pt x="892970" y="882650"/>
                  <a:pt x="368300" y="944563"/>
                  <a:pt x="0" y="609600"/>
                </a:cubicBezTo>
                <a:close/>
              </a:path>
            </a:pathLst>
          </a:custGeom>
          <a:solidFill>
            <a:srgbClr val="004899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7" name="Freeform: Shape 14">
            <a:extLst>
              <a:ext uri="{FF2B5EF4-FFF2-40B4-BE49-F238E27FC236}">
                <a16:creationId xmlns:a16="http://schemas.microsoft.com/office/drawing/2014/main" id="{A47517F1-735E-1042-AD26-A8FA2BA7BBD4}"/>
              </a:ext>
            </a:extLst>
          </p:cNvPr>
          <p:cNvSpPr/>
          <p:nvPr userDrawn="1"/>
        </p:nvSpPr>
        <p:spPr>
          <a:xfrm flipV="1">
            <a:off x="2883965" y="3305601"/>
            <a:ext cx="1007485" cy="568178"/>
          </a:xfrm>
          <a:custGeom>
            <a:avLst/>
            <a:gdLst>
              <a:gd name="connsiteX0" fmla="*/ 0 w 1771650"/>
              <a:gd name="connsiteY0" fmla="*/ 609600 h 785813"/>
              <a:gd name="connsiteX1" fmla="*/ 180975 w 1771650"/>
              <a:gd name="connsiteY1" fmla="*/ 590550 h 785813"/>
              <a:gd name="connsiteX2" fmla="*/ 209550 w 1771650"/>
              <a:gd name="connsiteY2" fmla="*/ 409575 h 785813"/>
              <a:gd name="connsiteX3" fmla="*/ 1052513 w 1771650"/>
              <a:gd name="connsiteY3" fmla="*/ 481013 h 785813"/>
              <a:gd name="connsiteX4" fmla="*/ 1557338 w 1771650"/>
              <a:gd name="connsiteY4" fmla="*/ 0 h 785813"/>
              <a:gd name="connsiteX5" fmla="*/ 1747838 w 1771650"/>
              <a:gd name="connsiteY5" fmla="*/ 38100 h 785813"/>
              <a:gd name="connsiteX6" fmla="*/ 1771650 w 1771650"/>
              <a:gd name="connsiteY6" fmla="*/ 214313 h 785813"/>
              <a:gd name="connsiteX7" fmla="*/ 1133475 w 1771650"/>
              <a:gd name="connsiteY7" fmla="*/ 785813 h 785813"/>
              <a:gd name="connsiteX8" fmla="*/ 0 w 1771650"/>
              <a:gd name="connsiteY8" fmla="*/ 609600 h 785813"/>
              <a:gd name="connsiteX0" fmla="*/ 0 w 1771650"/>
              <a:gd name="connsiteY0" fmla="*/ 609600 h 798548"/>
              <a:gd name="connsiteX1" fmla="*/ 180975 w 1771650"/>
              <a:gd name="connsiteY1" fmla="*/ 590550 h 798548"/>
              <a:gd name="connsiteX2" fmla="*/ 209550 w 1771650"/>
              <a:gd name="connsiteY2" fmla="*/ 409575 h 798548"/>
              <a:gd name="connsiteX3" fmla="*/ 1052513 w 1771650"/>
              <a:gd name="connsiteY3" fmla="*/ 481013 h 798548"/>
              <a:gd name="connsiteX4" fmla="*/ 1557338 w 1771650"/>
              <a:gd name="connsiteY4" fmla="*/ 0 h 798548"/>
              <a:gd name="connsiteX5" fmla="*/ 1747838 w 1771650"/>
              <a:gd name="connsiteY5" fmla="*/ 38100 h 798548"/>
              <a:gd name="connsiteX6" fmla="*/ 1771650 w 1771650"/>
              <a:gd name="connsiteY6" fmla="*/ 214313 h 798548"/>
              <a:gd name="connsiteX7" fmla="*/ 1133475 w 1771650"/>
              <a:gd name="connsiteY7" fmla="*/ 785813 h 798548"/>
              <a:gd name="connsiteX8" fmla="*/ 0 w 1771650"/>
              <a:gd name="connsiteY8" fmla="*/ 609600 h 798548"/>
              <a:gd name="connsiteX0" fmla="*/ 0 w 1771650"/>
              <a:gd name="connsiteY0" fmla="*/ 609600 h 847384"/>
              <a:gd name="connsiteX1" fmla="*/ 180975 w 1771650"/>
              <a:gd name="connsiteY1" fmla="*/ 590550 h 847384"/>
              <a:gd name="connsiteX2" fmla="*/ 209550 w 1771650"/>
              <a:gd name="connsiteY2" fmla="*/ 409575 h 847384"/>
              <a:gd name="connsiteX3" fmla="*/ 1052513 w 1771650"/>
              <a:gd name="connsiteY3" fmla="*/ 481013 h 847384"/>
              <a:gd name="connsiteX4" fmla="*/ 1557338 w 1771650"/>
              <a:gd name="connsiteY4" fmla="*/ 0 h 847384"/>
              <a:gd name="connsiteX5" fmla="*/ 1747838 w 1771650"/>
              <a:gd name="connsiteY5" fmla="*/ 38100 h 847384"/>
              <a:gd name="connsiteX6" fmla="*/ 1771650 w 1771650"/>
              <a:gd name="connsiteY6" fmla="*/ 214313 h 847384"/>
              <a:gd name="connsiteX7" fmla="*/ 1133475 w 1771650"/>
              <a:gd name="connsiteY7" fmla="*/ 785813 h 847384"/>
              <a:gd name="connsiteX8" fmla="*/ 0 w 1771650"/>
              <a:gd name="connsiteY8" fmla="*/ 609600 h 847384"/>
              <a:gd name="connsiteX0" fmla="*/ 0 w 1771650"/>
              <a:gd name="connsiteY0" fmla="*/ 609600 h 849717"/>
              <a:gd name="connsiteX1" fmla="*/ 180975 w 1771650"/>
              <a:gd name="connsiteY1" fmla="*/ 590550 h 849717"/>
              <a:gd name="connsiteX2" fmla="*/ 209550 w 1771650"/>
              <a:gd name="connsiteY2" fmla="*/ 409575 h 849717"/>
              <a:gd name="connsiteX3" fmla="*/ 1052513 w 1771650"/>
              <a:gd name="connsiteY3" fmla="*/ 481013 h 849717"/>
              <a:gd name="connsiteX4" fmla="*/ 1557338 w 1771650"/>
              <a:gd name="connsiteY4" fmla="*/ 0 h 849717"/>
              <a:gd name="connsiteX5" fmla="*/ 1747838 w 1771650"/>
              <a:gd name="connsiteY5" fmla="*/ 38100 h 849717"/>
              <a:gd name="connsiteX6" fmla="*/ 1771650 w 1771650"/>
              <a:gd name="connsiteY6" fmla="*/ 214313 h 849717"/>
              <a:gd name="connsiteX7" fmla="*/ 1133475 w 1771650"/>
              <a:gd name="connsiteY7" fmla="*/ 785813 h 849717"/>
              <a:gd name="connsiteX8" fmla="*/ 0 w 1771650"/>
              <a:gd name="connsiteY8" fmla="*/ 609600 h 849717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6262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8644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1650" h="862582">
                <a:moveTo>
                  <a:pt x="0" y="609600"/>
                </a:moveTo>
                <a:lnTo>
                  <a:pt x="188118" y="578644"/>
                </a:lnTo>
                <a:lnTo>
                  <a:pt x="209550" y="409575"/>
                </a:lnTo>
                <a:cubicBezTo>
                  <a:pt x="485775" y="612775"/>
                  <a:pt x="846932" y="570706"/>
                  <a:pt x="1052513" y="481013"/>
                </a:cubicBezTo>
                <a:cubicBezTo>
                  <a:pt x="1258094" y="391320"/>
                  <a:pt x="1470026" y="92869"/>
                  <a:pt x="1557338" y="0"/>
                </a:cubicBezTo>
                <a:lnTo>
                  <a:pt x="1747838" y="38100"/>
                </a:lnTo>
                <a:lnTo>
                  <a:pt x="1771650" y="214313"/>
                </a:lnTo>
                <a:cubicBezTo>
                  <a:pt x="1614486" y="400844"/>
                  <a:pt x="1373980" y="688976"/>
                  <a:pt x="1133475" y="785813"/>
                </a:cubicBezTo>
                <a:cubicBezTo>
                  <a:pt x="892970" y="882650"/>
                  <a:pt x="368300" y="944563"/>
                  <a:pt x="0" y="609600"/>
                </a:cubicBezTo>
                <a:close/>
              </a:path>
            </a:pathLst>
          </a:custGeom>
          <a:solidFill>
            <a:srgbClr val="0E78BC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8" name="Freeform: Shape 15">
            <a:extLst>
              <a:ext uri="{FF2B5EF4-FFF2-40B4-BE49-F238E27FC236}">
                <a16:creationId xmlns:a16="http://schemas.microsoft.com/office/drawing/2014/main" id="{3AE84C4B-1CC1-A642-8261-E26A7C11103B}"/>
              </a:ext>
            </a:extLst>
          </p:cNvPr>
          <p:cNvSpPr/>
          <p:nvPr userDrawn="1"/>
        </p:nvSpPr>
        <p:spPr>
          <a:xfrm>
            <a:off x="3786730" y="3498005"/>
            <a:ext cx="1007485" cy="568178"/>
          </a:xfrm>
          <a:custGeom>
            <a:avLst/>
            <a:gdLst>
              <a:gd name="connsiteX0" fmla="*/ 0 w 1771650"/>
              <a:gd name="connsiteY0" fmla="*/ 609600 h 785813"/>
              <a:gd name="connsiteX1" fmla="*/ 180975 w 1771650"/>
              <a:gd name="connsiteY1" fmla="*/ 590550 h 785813"/>
              <a:gd name="connsiteX2" fmla="*/ 209550 w 1771650"/>
              <a:gd name="connsiteY2" fmla="*/ 409575 h 785813"/>
              <a:gd name="connsiteX3" fmla="*/ 1052513 w 1771650"/>
              <a:gd name="connsiteY3" fmla="*/ 481013 h 785813"/>
              <a:gd name="connsiteX4" fmla="*/ 1557338 w 1771650"/>
              <a:gd name="connsiteY4" fmla="*/ 0 h 785813"/>
              <a:gd name="connsiteX5" fmla="*/ 1747838 w 1771650"/>
              <a:gd name="connsiteY5" fmla="*/ 38100 h 785813"/>
              <a:gd name="connsiteX6" fmla="*/ 1771650 w 1771650"/>
              <a:gd name="connsiteY6" fmla="*/ 214313 h 785813"/>
              <a:gd name="connsiteX7" fmla="*/ 1133475 w 1771650"/>
              <a:gd name="connsiteY7" fmla="*/ 785813 h 785813"/>
              <a:gd name="connsiteX8" fmla="*/ 0 w 1771650"/>
              <a:gd name="connsiteY8" fmla="*/ 609600 h 785813"/>
              <a:gd name="connsiteX0" fmla="*/ 0 w 1771650"/>
              <a:gd name="connsiteY0" fmla="*/ 609600 h 798548"/>
              <a:gd name="connsiteX1" fmla="*/ 180975 w 1771650"/>
              <a:gd name="connsiteY1" fmla="*/ 590550 h 798548"/>
              <a:gd name="connsiteX2" fmla="*/ 209550 w 1771650"/>
              <a:gd name="connsiteY2" fmla="*/ 409575 h 798548"/>
              <a:gd name="connsiteX3" fmla="*/ 1052513 w 1771650"/>
              <a:gd name="connsiteY3" fmla="*/ 481013 h 798548"/>
              <a:gd name="connsiteX4" fmla="*/ 1557338 w 1771650"/>
              <a:gd name="connsiteY4" fmla="*/ 0 h 798548"/>
              <a:gd name="connsiteX5" fmla="*/ 1747838 w 1771650"/>
              <a:gd name="connsiteY5" fmla="*/ 38100 h 798548"/>
              <a:gd name="connsiteX6" fmla="*/ 1771650 w 1771650"/>
              <a:gd name="connsiteY6" fmla="*/ 214313 h 798548"/>
              <a:gd name="connsiteX7" fmla="*/ 1133475 w 1771650"/>
              <a:gd name="connsiteY7" fmla="*/ 785813 h 798548"/>
              <a:gd name="connsiteX8" fmla="*/ 0 w 1771650"/>
              <a:gd name="connsiteY8" fmla="*/ 609600 h 798548"/>
              <a:gd name="connsiteX0" fmla="*/ 0 w 1771650"/>
              <a:gd name="connsiteY0" fmla="*/ 609600 h 847384"/>
              <a:gd name="connsiteX1" fmla="*/ 180975 w 1771650"/>
              <a:gd name="connsiteY1" fmla="*/ 590550 h 847384"/>
              <a:gd name="connsiteX2" fmla="*/ 209550 w 1771650"/>
              <a:gd name="connsiteY2" fmla="*/ 409575 h 847384"/>
              <a:gd name="connsiteX3" fmla="*/ 1052513 w 1771650"/>
              <a:gd name="connsiteY3" fmla="*/ 481013 h 847384"/>
              <a:gd name="connsiteX4" fmla="*/ 1557338 w 1771650"/>
              <a:gd name="connsiteY4" fmla="*/ 0 h 847384"/>
              <a:gd name="connsiteX5" fmla="*/ 1747838 w 1771650"/>
              <a:gd name="connsiteY5" fmla="*/ 38100 h 847384"/>
              <a:gd name="connsiteX6" fmla="*/ 1771650 w 1771650"/>
              <a:gd name="connsiteY6" fmla="*/ 214313 h 847384"/>
              <a:gd name="connsiteX7" fmla="*/ 1133475 w 1771650"/>
              <a:gd name="connsiteY7" fmla="*/ 785813 h 847384"/>
              <a:gd name="connsiteX8" fmla="*/ 0 w 1771650"/>
              <a:gd name="connsiteY8" fmla="*/ 609600 h 847384"/>
              <a:gd name="connsiteX0" fmla="*/ 0 w 1771650"/>
              <a:gd name="connsiteY0" fmla="*/ 609600 h 849717"/>
              <a:gd name="connsiteX1" fmla="*/ 180975 w 1771650"/>
              <a:gd name="connsiteY1" fmla="*/ 590550 h 849717"/>
              <a:gd name="connsiteX2" fmla="*/ 209550 w 1771650"/>
              <a:gd name="connsiteY2" fmla="*/ 409575 h 849717"/>
              <a:gd name="connsiteX3" fmla="*/ 1052513 w 1771650"/>
              <a:gd name="connsiteY3" fmla="*/ 481013 h 849717"/>
              <a:gd name="connsiteX4" fmla="*/ 1557338 w 1771650"/>
              <a:gd name="connsiteY4" fmla="*/ 0 h 849717"/>
              <a:gd name="connsiteX5" fmla="*/ 1747838 w 1771650"/>
              <a:gd name="connsiteY5" fmla="*/ 38100 h 849717"/>
              <a:gd name="connsiteX6" fmla="*/ 1771650 w 1771650"/>
              <a:gd name="connsiteY6" fmla="*/ 214313 h 849717"/>
              <a:gd name="connsiteX7" fmla="*/ 1133475 w 1771650"/>
              <a:gd name="connsiteY7" fmla="*/ 785813 h 849717"/>
              <a:gd name="connsiteX8" fmla="*/ 0 w 1771650"/>
              <a:gd name="connsiteY8" fmla="*/ 609600 h 849717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6262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8644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1650" h="862582">
                <a:moveTo>
                  <a:pt x="0" y="609600"/>
                </a:moveTo>
                <a:lnTo>
                  <a:pt x="188118" y="578644"/>
                </a:lnTo>
                <a:lnTo>
                  <a:pt x="209550" y="409575"/>
                </a:lnTo>
                <a:cubicBezTo>
                  <a:pt x="485775" y="612775"/>
                  <a:pt x="846932" y="570706"/>
                  <a:pt x="1052513" y="481013"/>
                </a:cubicBezTo>
                <a:cubicBezTo>
                  <a:pt x="1258094" y="391320"/>
                  <a:pt x="1470026" y="92869"/>
                  <a:pt x="1557338" y="0"/>
                </a:cubicBezTo>
                <a:lnTo>
                  <a:pt x="1747838" y="38100"/>
                </a:lnTo>
                <a:lnTo>
                  <a:pt x="1771650" y="214313"/>
                </a:lnTo>
                <a:cubicBezTo>
                  <a:pt x="1614486" y="400844"/>
                  <a:pt x="1373980" y="688976"/>
                  <a:pt x="1133475" y="785813"/>
                </a:cubicBezTo>
                <a:cubicBezTo>
                  <a:pt x="892970" y="882650"/>
                  <a:pt x="368300" y="944563"/>
                  <a:pt x="0" y="609600"/>
                </a:cubicBezTo>
                <a:close/>
              </a:path>
            </a:pathLst>
          </a:custGeom>
          <a:solidFill>
            <a:srgbClr val="FAB54D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9" name="Freeform: Shape 16">
            <a:extLst>
              <a:ext uri="{FF2B5EF4-FFF2-40B4-BE49-F238E27FC236}">
                <a16:creationId xmlns:a16="http://schemas.microsoft.com/office/drawing/2014/main" id="{AFE1B74D-3B19-0540-9EF7-47FF429E14DB}"/>
              </a:ext>
            </a:extLst>
          </p:cNvPr>
          <p:cNvSpPr/>
          <p:nvPr userDrawn="1"/>
        </p:nvSpPr>
        <p:spPr>
          <a:xfrm flipV="1">
            <a:off x="4689494" y="3305601"/>
            <a:ext cx="1007485" cy="568178"/>
          </a:xfrm>
          <a:custGeom>
            <a:avLst/>
            <a:gdLst>
              <a:gd name="connsiteX0" fmla="*/ 0 w 1771650"/>
              <a:gd name="connsiteY0" fmla="*/ 609600 h 785813"/>
              <a:gd name="connsiteX1" fmla="*/ 180975 w 1771650"/>
              <a:gd name="connsiteY1" fmla="*/ 590550 h 785813"/>
              <a:gd name="connsiteX2" fmla="*/ 209550 w 1771650"/>
              <a:gd name="connsiteY2" fmla="*/ 409575 h 785813"/>
              <a:gd name="connsiteX3" fmla="*/ 1052513 w 1771650"/>
              <a:gd name="connsiteY3" fmla="*/ 481013 h 785813"/>
              <a:gd name="connsiteX4" fmla="*/ 1557338 w 1771650"/>
              <a:gd name="connsiteY4" fmla="*/ 0 h 785813"/>
              <a:gd name="connsiteX5" fmla="*/ 1747838 w 1771650"/>
              <a:gd name="connsiteY5" fmla="*/ 38100 h 785813"/>
              <a:gd name="connsiteX6" fmla="*/ 1771650 w 1771650"/>
              <a:gd name="connsiteY6" fmla="*/ 214313 h 785813"/>
              <a:gd name="connsiteX7" fmla="*/ 1133475 w 1771650"/>
              <a:gd name="connsiteY7" fmla="*/ 785813 h 785813"/>
              <a:gd name="connsiteX8" fmla="*/ 0 w 1771650"/>
              <a:gd name="connsiteY8" fmla="*/ 609600 h 785813"/>
              <a:gd name="connsiteX0" fmla="*/ 0 w 1771650"/>
              <a:gd name="connsiteY0" fmla="*/ 609600 h 798548"/>
              <a:gd name="connsiteX1" fmla="*/ 180975 w 1771650"/>
              <a:gd name="connsiteY1" fmla="*/ 590550 h 798548"/>
              <a:gd name="connsiteX2" fmla="*/ 209550 w 1771650"/>
              <a:gd name="connsiteY2" fmla="*/ 409575 h 798548"/>
              <a:gd name="connsiteX3" fmla="*/ 1052513 w 1771650"/>
              <a:gd name="connsiteY3" fmla="*/ 481013 h 798548"/>
              <a:gd name="connsiteX4" fmla="*/ 1557338 w 1771650"/>
              <a:gd name="connsiteY4" fmla="*/ 0 h 798548"/>
              <a:gd name="connsiteX5" fmla="*/ 1747838 w 1771650"/>
              <a:gd name="connsiteY5" fmla="*/ 38100 h 798548"/>
              <a:gd name="connsiteX6" fmla="*/ 1771650 w 1771650"/>
              <a:gd name="connsiteY6" fmla="*/ 214313 h 798548"/>
              <a:gd name="connsiteX7" fmla="*/ 1133475 w 1771650"/>
              <a:gd name="connsiteY7" fmla="*/ 785813 h 798548"/>
              <a:gd name="connsiteX8" fmla="*/ 0 w 1771650"/>
              <a:gd name="connsiteY8" fmla="*/ 609600 h 798548"/>
              <a:gd name="connsiteX0" fmla="*/ 0 w 1771650"/>
              <a:gd name="connsiteY0" fmla="*/ 609600 h 847384"/>
              <a:gd name="connsiteX1" fmla="*/ 180975 w 1771650"/>
              <a:gd name="connsiteY1" fmla="*/ 590550 h 847384"/>
              <a:gd name="connsiteX2" fmla="*/ 209550 w 1771650"/>
              <a:gd name="connsiteY2" fmla="*/ 409575 h 847384"/>
              <a:gd name="connsiteX3" fmla="*/ 1052513 w 1771650"/>
              <a:gd name="connsiteY3" fmla="*/ 481013 h 847384"/>
              <a:gd name="connsiteX4" fmla="*/ 1557338 w 1771650"/>
              <a:gd name="connsiteY4" fmla="*/ 0 h 847384"/>
              <a:gd name="connsiteX5" fmla="*/ 1747838 w 1771650"/>
              <a:gd name="connsiteY5" fmla="*/ 38100 h 847384"/>
              <a:gd name="connsiteX6" fmla="*/ 1771650 w 1771650"/>
              <a:gd name="connsiteY6" fmla="*/ 214313 h 847384"/>
              <a:gd name="connsiteX7" fmla="*/ 1133475 w 1771650"/>
              <a:gd name="connsiteY7" fmla="*/ 785813 h 847384"/>
              <a:gd name="connsiteX8" fmla="*/ 0 w 1771650"/>
              <a:gd name="connsiteY8" fmla="*/ 609600 h 847384"/>
              <a:gd name="connsiteX0" fmla="*/ 0 w 1771650"/>
              <a:gd name="connsiteY0" fmla="*/ 609600 h 849717"/>
              <a:gd name="connsiteX1" fmla="*/ 180975 w 1771650"/>
              <a:gd name="connsiteY1" fmla="*/ 590550 h 849717"/>
              <a:gd name="connsiteX2" fmla="*/ 209550 w 1771650"/>
              <a:gd name="connsiteY2" fmla="*/ 409575 h 849717"/>
              <a:gd name="connsiteX3" fmla="*/ 1052513 w 1771650"/>
              <a:gd name="connsiteY3" fmla="*/ 481013 h 849717"/>
              <a:gd name="connsiteX4" fmla="*/ 1557338 w 1771650"/>
              <a:gd name="connsiteY4" fmla="*/ 0 h 849717"/>
              <a:gd name="connsiteX5" fmla="*/ 1747838 w 1771650"/>
              <a:gd name="connsiteY5" fmla="*/ 38100 h 849717"/>
              <a:gd name="connsiteX6" fmla="*/ 1771650 w 1771650"/>
              <a:gd name="connsiteY6" fmla="*/ 214313 h 849717"/>
              <a:gd name="connsiteX7" fmla="*/ 1133475 w 1771650"/>
              <a:gd name="connsiteY7" fmla="*/ 785813 h 849717"/>
              <a:gd name="connsiteX8" fmla="*/ 0 w 1771650"/>
              <a:gd name="connsiteY8" fmla="*/ 609600 h 849717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6262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8644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1650" h="862582">
                <a:moveTo>
                  <a:pt x="0" y="609600"/>
                </a:moveTo>
                <a:lnTo>
                  <a:pt x="188118" y="578644"/>
                </a:lnTo>
                <a:lnTo>
                  <a:pt x="209550" y="409575"/>
                </a:lnTo>
                <a:cubicBezTo>
                  <a:pt x="485775" y="612775"/>
                  <a:pt x="846932" y="570706"/>
                  <a:pt x="1052513" y="481013"/>
                </a:cubicBezTo>
                <a:cubicBezTo>
                  <a:pt x="1258094" y="391320"/>
                  <a:pt x="1470026" y="92869"/>
                  <a:pt x="1557338" y="0"/>
                </a:cubicBezTo>
                <a:lnTo>
                  <a:pt x="1747838" y="38100"/>
                </a:lnTo>
                <a:lnTo>
                  <a:pt x="1771650" y="214313"/>
                </a:lnTo>
                <a:cubicBezTo>
                  <a:pt x="1614486" y="400844"/>
                  <a:pt x="1373980" y="688976"/>
                  <a:pt x="1133475" y="785813"/>
                </a:cubicBezTo>
                <a:cubicBezTo>
                  <a:pt x="892970" y="882650"/>
                  <a:pt x="368300" y="944563"/>
                  <a:pt x="0" y="609600"/>
                </a:cubicBezTo>
                <a:close/>
              </a:path>
            </a:pathLst>
          </a:custGeom>
          <a:solidFill>
            <a:srgbClr val="232120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0" name="Freeform: Shape 17">
            <a:extLst>
              <a:ext uri="{FF2B5EF4-FFF2-40B4-BE49-F238E27FC236}">
                <a16:creationId xmlns:a16="http://schemas.microsoft.com/office/drawing/2014/main" id="{29C957A7-C1D0-564C-A9D8-B7F1D3715567}"/>
              </a:ext>
            </a:extLst>
          </p:cNvPr>
          <p:cNvSpPr/>
          <p:nvPr userDrawn="1"/>
        </p:nvSpPr>
        <p:spPr>
          <a:xfrm>
            <a:off x="5592259" y="3498005"/>
            <a:ext cx="1007485" cy="568178"/>
          </a:xfrm>
          <a:custGeom>
            <a:avLst/>
            <a:gdLst>
              <a:gd name="connsiteX0" fmla="*/ 0 w 1771650"/>
              <a:gd name="connsiteY0" fmla="*/ 609600 h 785813"/>
              <a:gd name="connsiteX1" fmla="*/ 180975 w 1771650"/>
              <a:gd name="connsiteY1" fmla="*/ 590550 h 785813"/>
              <a:gd name="connsiteX2" fmla="*/ 209550 w 1771650"/>
              <a:gd name="connsiteY2" fmla="*/ 409575 h 785813"/>
              <a:gd name="connsiteX3" fmla="*/ 1052513 w 1771650"/>
              <a:gd name="connsiteY3" fmla="*/ 481013 h 785813"/>
              <a:gd name="connsiteX4" fmla="*/ 1557338 w 1771650"/>
              <a:gd name="connsiteY4" fmla="*/ 0 h 785813"/>
              <a:gd name="connsiteX5" fmla="*/ 1747838 w 1771650"/>
              <a:gd name="connsiteY5" fmla="*/ 38100 h 785813"/>
              <a:gd name="connsiteX6" fmla="*/ 1771650 w 1771650"/>
              <a:gd name="connsiteY6" fmla="*/ 214313 h 785813"/>
              <a:gd name="connsiteX7" fmla="*/ 1133475 w 1771650"/>
              <a:gd name="connsiteY7" fmla="*/ 785813 h 785813"/>
              <a:gd name="connsiteX8" fmla="*/ 0 w 1771650"/>
              <a:gd name="connsiteY8" fmla="*/ 609600 h 785813"/>
              <a:gd name="connsiteX0" fmla="*/ 0 w 1771650"/>
              <a:gd name="connsiteY0" fmla="*/ 609600 h 798548"/>
              <a:gd name="connsiteX1" fmla="*/ 180975 w 1771650"/>
              <a:gd name="connsiteY1" fmla="*/ 590550 h 798548"/>
              <a:gd name="connsiteX2" fmla="*/ 209550 w 1771650"/>
              <a:gd name="connsiteY2" fmla="*/ 409575 h 798548"/>
              <a:gd name="connsiteX3" fmla="*/ 1052513 w 1771650"/>
              <a:gd name="connsiteY3" fmla="*/ 481013 h 798548"/>
              <a:gd name="connsiteX4" fmla="*/ 1557338 w 1771650"/>
              <a:gd name="connsiteY4" fmla="*/ 0 h 798548"/>
              <a:gd name="connsiteX5" fmla="*/ 1747838 w 1771650"/>
              <a:gd name="connsiteY5" fmla="*/ 38100 h 798548"/>
              <a:gd name="connsiteX6" fmla="*/ 1771650 w 1771650"/>
              <a:gd name="connsiteY6" fmla="*/ 214313 h 798548"/>
              <a:gd name="connsiteX7" fmla="*/ 1133475 w 1771650"/>
              <a:gd name="connsiteY7" fmla="*/ 785813 h 798548"/>
              <a:gd name="connsiteX8" fmla="*/ 0 w 1771650"/>
              <a:gd name="connsiteY8" fmla="*/ 609600 h 798548"/>
              <a:gd name="connsiteX0" fmla="*/ 0 w 1771650"/>
              <a:gd name="connsiteY0" fmla="*/ 609600 h 847384"/>
              <a:gd name="connsiteX1" fmla="*/ 180975 w 1771650"/>
              <a:gd name="connsiteY1" fmla="*/ 590550 h 847384"/>
              <a:gd name="connsiteX2" fmla="*/ 209550 w 1771650"/>
              <a:gd name="connsiteY2" fmla="*/ 409575 h 847384"/>
              <a:gd name="connsiteX3" fmla="*/ 1052513 w 1771650"/>
              <a:gd name="connsiteY3" fmla="*/ 481013 h 847384"/>
              <a:gd name="connsiteX4" fmla="*/ 1557338 w 1771650"/>
              <a:gd name="connsiteY4" fmla="*/ 0 h 847384"/>
              <a:gd name="connsiteX5" fmla="*/ 1747838 w 1771650"/>
              <a:gd name="connsiteY5" fmla="*/ 38100 h 847384"/>
              <a:gd name="connsiteX6" fmla="*/ 1771650 w 1771650"/>
              <a:gd name="connsiteY6" fmla="*/ 214313 h 847384"/>
              <a:gd name="connsiteX7" fmla="*/ 1133475 w 1771650"/>
              <a:gd name="connsiteY7" fmla="*/ 785813 h 847384"/>
              <a:gd name="connsiteX8" fmla="*/ 0 w 1771650"/>
              <a:gd name="connsiteY8" fmla="*/ 609600 h 847384"/>
              <a:gd name="connsiteX0" fmla="*/ 0 w 1771650"/>
              <a:gd name="connsiteY0" fmla="*/ 609600 h 849717"/>
              <a:gd name="connsiteX1" fmla="*/ 180975 w 1771650"/>
              <a:gd name="connsiteY1" fmla="*/ 590550 h 849717"/>
              <a:gd name="connsiteX2" fmla="*/ 209550 w 1771650"/>
              <a:gd name="connsiteY2" fmla="*/ 409575 h 849717"/>
              <a:gd name="connsiteX3" fmla="*/ 1052513 w 1771650"/>
              <a:gd name="connsiteY3" fmla="*/ 481013 h 849717"/>
              <a:gd name="connsiteX4" fmla="*/ 1557338 w 1771650"/>
              <a:gd name="connsiteY4" fmla="*/ 0 h 849717"/>
              <a:gd name="connsiteX5" fmla="*/ 1747838 w 1771650"/>
              <a:gd name="connsiteY5" fmla="*/ 38100 h 849717"/>
              <a:gd name="connsiteX6" fmla="*/ 1771650 w 1771650"/>
              <a:gd name="connsiteY6" fmla="*/ 214313 h 849717"/>
              <a:gd name="connsiteX7" fmla="*/ 1133475 w 1771650"/>
              <a:gd name="connsiteY7" fmla="*/ 785813 h 849717"/>
              <a:gd name="connsiteX8" fmla="*/ 0 w 1771650"/>
              <a:gd name="connsiteY8" fmla="*/ 609600 h 849717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6262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8644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1650" h="862582">
                <a:moveTo>
                  <a:pt x="0" y="609600"/>
                </a:moveTo>
                <a:lnTo>
                  <a:pt x="188118" y="578644"/>
                </a:lnTo>
                <a:lnTo>
                  <a:pt x="209550" y="409575"/>
                </a:lnTo>
                <a:cubicBezTo>
                  <a:pt x="485775" y="612775"/>
                  <a:pt x="846932" y="570706"/>
                  <a:pt x="1052513" y="481013"/>
                </a:cubicBezTo>
                <a:cubicBezTo>
                  <a:pt x="1258094" y="391320"/>
                  <a:pt x="1470026" y="92869"/>
                  <a:pt x="1557338" y="0"/>
                </a:cubicBezTo>
                <a:lnTo>
                  <a:pt x="1747838" y="38100"/>
                </a:lnTo>
                <a:lnTo>
                  <a:pt x="1771650" y="214313"/>
                </a:lnTo>
                <a:cubicBezTo>
                  <a:pt x="1614486" y="400844"/>
                  <a:pt x="1373980" y="688976"/>
                  <a:pt x="1133475" y="785813"/>
                </a:cubicBezTo>
                <a:cubicBezTo>
                  <a:pt x="892970" y="882650"/>
                  <a:pt x="368300" y="944563"/>
                  <a:pt x="0" y="609600"/>
                </a:cubicBezTo>
                <a:close/>
              </a:path>
            </a:pathLst>
          </a:custGeom>
          <a:solidFill>
            <a:srgbClr val="50535A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98" tIns="34299" rIns="68598" bIns="3429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22" name="Freeform: Shape 19">
            <a:extLst>
              <a:ext uri="{FF2B5EF4-FFF2-40B4-BE49-F238E27FC236}">
                <a16:creationId xmlns:a16="http://schemas.microsoft.com/office/drawing/2014/main" id="{A8713FAC-887F-CE43-B759-EC7D12C66FA9}"/>
              </a:ext>
            </a:extLst>
          </p:cNvPr>
          <p:cNvSpPr/>
          <p:nvPr userDrawn="1"/>
        </p:nvSpPr>
        <p:spPr>
          <a:xfrm>
            <a:off x="7397788" y="3498005"/>
            <a:ext cx="1007485" cy="568178"/>
          </a:xfrm>
          <a:custGeom>
            <a:avLst/>
            <a:gdLst>
              <a:gd name="connsiteX0" fmla="*/ 0 w 1771650"/>
              <a:gd name="connsiteY0" fmla="*/ 609600 h 785813"/>
              <a:gd name="connsiteX1" fmla="*/ 180975 w 1771650"/>
              <a:gd name="connsiteY1" fmla="*/ 590550 h 785813"/>
              <a:gd name="connsiteX2" fmla="*/ 209550 w 1771650"/>
              <a:gd name="connsiteY2" fmla="*/ 409575 h 785813"/>
              <a:gd name="connsiteX3" fmla="*/ 1052513 w 1771650"/>
              <a:gd name="connsiteY3" fmla="*/ 481013 h 785813"/>
              <a:gd name="connsiteX4" fmla="*/ 1557338 w 1771650"/>
              <a:gd name="connsiteY4" fmla="*/ 0 h 785813"/>
              <a:gd name="connsiteX5" fmla="*/ 1747838 w 1771650"/>
              <a:gd name="connsiteY5" fmla="*/ 38100 h 785813"/>
              <a:gd name="connsiteX6" fmla="*/ 1771650 w 1771650"/>
              <a:gd name="connsiteY6" fmla="*/ 214313 h 785813"/>
              <a:gd name="connsiteX7" fmla="*/ 1133475 w 1771650"/>
              <a:gd name="connsiteY7" fmla="*/ 785813 h 785813"/>
              <a:gd name="connsiteX8" fmla="*/ 0 w 1771650"/>
              <a:gd name="connsiteY8" fmla="*/ 609600 h 785813"/>
              <a:gd name="connsiteX0" fmla="*/ 0 w 1771650"/>
              <a:gd name="connsiteY0" fmla="*/ 609600 h 798548"/>
              <a:gd name="connsiteX1" fmla="*/ 180975 w 1771650"/>
              <a:gd name="connsiteY1" fmla="*/ 590550 h 798548"/>
              <a:gd name="connsiteX2" fmla="*/ 209550 w 1771650"/>
              <a:gd name="connsiteY2" fmla="*/ 409575 h 798548"/>
              <a:gd name="connsiteX3" fmla="*/ 1052513 w 1771650"/>
              <a:gd name="connsiteY3" fmla="*/ 481013 h 798548"/>
              <a:gd name="connsiteX4" fmla="*/ 1557338 w 1771650"/>
              <a:gd name="connsiteY4" fmla="*/ 0 h 798548"/>
              <a:gd name="connsiteX5" fmla="*/ 1747838 w 1771650"/>
              <a:gd name="connsiteY5" fmla="*/ 38100 h 798548"/>
              <a:gd name="connsiteX6" fmla="*/ 1771650 w 1771650"/>
              <a:gd name="connsiteY6" fmla="*/ 214313 h 798548"/>
              <a:gd name="connsiteX7" fmla="*/ 1133475 w 1771650"/>
              <a:gd name="connsiteY7" fmla="*/ 785813 h 798548"/>
              <a:gd name="connsiteX8" fmla="*/ 0 w 1771650"/>
              <a:gd name="connsiteY8" fmla="*/ 609600 h 798548"/>
              <a:gd name="connsiteX0" fmla="*/ 0 w 1771650"/>
              <a:gd name="connsiteY0" fmla="*/ 609600 h 847384"/>
              <a:gd name="connsiteX1" fmla="*/ 180975 w 1771650"/>
              <a:gd name="connsiteY1" fmla="*/ 590550 h 847384"/>
              <a:gd name="connsiteX2" fmla="*/ 209550 w 1771650"/>
              <a:gd name="connsiteY2" fmla="*/ 409575 h 847384"/>
              <a:gd name="connsiteX3" fmla="*/ 1052513 w 1771650"/>
              <a:gd name="connsiteY3" fmla="*/ 481013 h 847384"/>
              <a:gd name="connsiteX4" fmla="*/ 1557338 w 1771650"/>
              <a:gd name="connsiteY4" fmla="*/ 0 h 847384"/>
              <a:gd name="connsiteX5" fmla="*/ 1747838 w 1771650"/>
              <a:gd name="connsiteY5" fmla="*/ 38100 h 847384"/>
              <a:gd name="connsiteX6" fmla="*/ 1771650 w 1771650"/>
              <a:gd name="connsiteY6" fmla="*/ 214313 h 847384"/>
              <a:gd name="connsiteX7" fmla="*/ 1133475 w 1771650"/>
              <a:gd name="connsiteY7" fmla="*/ 785813 h 847384"/>
              <a:gd name="connsiteX8" fmla="*/ 0 w 1771650"/>
              <a:gd name="connsiteY8" fmla="*/ 609600 h 847384"/>
              <a:gd name="connsiteX0" fmla="*/ 0 w 1771650"/>
              <a:gd name="connsiteY0" fmla="*/ 609600 h 849717"/>
              <a:gd name="connsiteX1" fmla="*/ 180975 w 1771650"/>
              <a:gd name="connsiteY1" fmla="*/ 590550 h 849717"/>
              <a:gd name="connsiteX2" fmla="*/ 209550 w 1771650"/>
              <a:gd name="connsiteY2" fmla="*/ 409575 h 849717"/>
              <a:gd name="connsiteX3" fmla="*/ 1052513 w 1771650"/>
              <a:gd name="connsiteY3" fmla="*/ 481013 h 849717"/>
              <a:gd name="connsiteX4" fmla="*/ 1557338 w 1771650"/>
              <a:gd name="connsiteY4" fmla="*/ 0 h 849717"/>
              <a:gd name="connsiteX5" fmla="*/ 1747838 w 1771650"/>
              <a:gd name="connsiteY5" fmla="*/ 38100 h 849717"/>
              <a:gd name="connsiteX6" fmla="*/ 1771650 w 1771650"/>
              <a:gd name="connsiteY6" fmla="*/ 214313 h 849717"/>
              <a:gd name="connsiteX7" fmla="*/ 1133475 w 1771650"/>
              <a:gd name="connsiteY7" fmla="*/ 785813 h 849717"/>
              <a:gd name="connsiteX8" fmla="*/ 0 w 1771650"/>
              <a:gd name="connsiteY8" fmla="*/ 609600 h 849717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6262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8644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1650" h="862582">
                <a:moveTo>
                  <a:pt x="0" y="609600"/>
                </a:moveTo>
                <a:lnTo>
                  <a:pt x="188118" y="578644"/>
                </a:lnTo>
                <a:lnTo>
                  <a:pt x="209550" y="409575"/>
                </a:lnTo>
                <a:cubicBezTo>
                  <a:pt x="485775" y="612775"/>
                  <a:pt x="846932" y="570706"/>
                  <a:pt x="1052513" y="481013"/>
                </a:cubicBezTo>
                <a:cubicBezTo>
                  <a:pt x="1258094" y="391320"/>
                  <a:pt x="1470026" y="92869"/>
                  <a:pt x="1557338" y="0"/>
                </a:cubicBezTo>
                <a:lnTo>
                  <a:pt x="1747838" y="38100"/>
                </a:lnTo>
                <a:lnTo>
                  <a:pt x="1771650" y="214313"/>
                </a:lnTo>
                <a:cubicBezTo>
                  <a:pt x="1614486" y="400844"/>
                  <a:pt x="1373980" y="688976"/>
                  <a:pt x="1133475" y="785813"/>
                </a:cubicBezTo>
                <a:cubicBezTo>
                  <a:pt x="892970" y="882650"/>
                  <a:pt x="368300" y="944563"/>
                  <a:pt x="0" y="609600"/>
                </a:cubicBezTo>
                <a:close/>
              </a:path>
            </a:pathLst>
          </a:custGeom>
          <a:solidFill>
            <a:srgbClr val="0E78BC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3" name="Freeform: Shape 20">
            <a:extLst>
              <a:ext uri="{FF2B5EF4-FFF2-40B4-BE49-F238E27FC236}">
                <a16:creationId xmlns:a16="http://schemas.microsoft.com/office/drawing/2014/main" id="{95308092-0862-EB47-B907-B7EFA64F9E99}"/>
              </a:ext>
            </a:extLst>
          </p:cNvPr>
          <p:cNvSpPr/>
          <p:nvPr userDrawn="1"/>
        </p:nvSpPr>
        <p:spPr>
          <a:xfrm flipV="1">
            <a:off x="8300552" y="3305601"/>
            <a:ext cx="1007485" cy="568178"/>
          </a:xfrm>
          <a:custGeom>
            <a:avLst/>
            <a:gdLst>
              <a:gd name="connsiteX0" fmla="*/ 0 w 1771650"/>
              <a:gd name="connsiteY0" fmla="*/ 609600 h 785813"/>
              <a:gd name="connsiteX1" fmla="*/ 180975 w 1771650"/>
              <a:gd name="connsiteY1" fmla="*/ 590550 h 785813"/>
              <a:gd name="connsiteX2" fmla="*/ 209550 w 1771650"/>
              <a:gd name="connsiteY2" fmla="*/ 409575 h 785813"/>
              <a:gd name="connsiteX3" fmla="*/ 1052513 w 1771650"/>
              <a:gd name="connsiteY3" fmla="*/ 481013 h 785813"/>
              <a:gd name="connsiteX4" fmla="*/ 1557338 w 1771650"/>
              <a:gd name="connsiteY4" fmla="*/ 0 h 785813"/>
              <a:gd name="connsiteX5" fmla="*/ 1747838 w 1771650"/>
              <a:gd name="connsiteY5" fmla="*/ 38100 h 785813"/>
              <a:gd name="connsiteX6" fmla="*/ 1771650 w 1771650"/>
              <a:gd name="connsiteY6" fmla="*/ 214313 h 785813"/>
              <a:gd name="connsiteX7" fmla="*/ 1133475 w 1771650"/>
              <a:gd name="connsiteY7" fmla="*/ 785813 h 785813"/>
              <a:gd name="connsiteX8" fmla="*/ 0 w 1771650"/>
              <a:gd name="connsiteY8" fmla="*/ 609600 h 785813"/>
              <a:gd name="connsiteX0" fmla="*/ 0 w 1771650"/>
              <a:gd name="connsiteY0" fmla="*/ 609600 h 798548"/>
              <a:gd name="connsiteX1" fmla="*/ 180975 w 1771650"/>
              <a:gd name="connsiteY1" fmla="*/ 590550 h 798548"/>
              <a:gd name="connsiteX2" fmla="*/ 209550 w 1771650"/>
              <a:gd name="connsiteY2" fmla="*/ 409575 h 798548"/>
              <a:gd name="connsiteX3" fmla="*/ 1052513 w 1771650"/>
              <a:gd name="connsiteY3" fmla="*/ 481013 h 798548"/>
              <a:gd name="connsiteX4" fmla="*/ 1557338 w 1771650"/>
              <a:gd name="connsiteY4" fmla="*/ 0 h 798548"/>
              <a:gd name="connsiteX5" fmla="*/ 1747838 w 1771650"/>
              <a:gd name="connsiteY5" fmla="*/ 38100 h 798548"/>
              <a:gd name="connsiteX6" fmla="*/ 1771650 w 1771650"/>
              <a:gd name="connsiteY6" fmla="*/ 214313 h 798548"/>
              <a:gd name="connsiteX7" fmla="*/ 1133475 w 1771650"/>
              <a:gd name="connsiteY7" fmla="*/ 785813 h 798548"/>
              <a:gd name="connsiteX8" fmla="*/ 0 w 1771650"/>
              <a:gd name="connsiteY8" fmla="*/ 609600 h 798548"/>
              <a:gd name="connsiteX0" fmla="*/ 0 w 1771650"/>
              <a:gd name="connsiteY0" fmla="*/ 609600 h 847384"/>
              <a:gd name="connsiteX1" fmla="*/ 180975 w 1771650"/>
              <a:gd name="connsiteY1" fmla="*/ 590550 h 847384"/>
              <a:gd name="connsiteX2" fmla="*/ 209550 w 1771650"/>
              <a:gd name="connsiteY2" fmla="*/ 409575 h 847384"/>
              <a:gd name="connsiteX3" fmla="*/ 1052513 w 1771650"/>
              <a:gd name="connsiteY3" fmla="*/ 481013 h 847384"/>
              <a:gd name="connsiteX4" fmla="*/ 1557338 w 1771650"/>
              <a:gd name="connsiteY4" fmla="*/ 0 h 847384"/>
              <a:gd name="connsiteX5" fmla="*/ 1747838 w 1771650"/>
              <a:gd name="connsiteY5" fmla="*/ 38100 h 847384"/>
              <a:gd name="connsiteX6" fmla="*/ 1771650 w 1771650"/>
              <a:gd name="connsiteY6" fmla="*/ 214313 h 847384"/>
              <a:gd name="connsiteX7" fmla="*/ 1133475 w 1771650"/>
              <a:gd name="connsiteY7" fmla="*/ 785813 h 847384"/>
              <a:gd name="connsiteX8" fmla="*/ 0 w 1771650"/>
              <a:gd name="connsiteY8" fmla="*/ 609600 h 847384"/>
              <a:gd name="connsiteX0" fmla="*/ 0 w 1771650"/>
              <a:gd name="connsiteY0" fmla="*/ 609600 h 849717"/>
              <a:gd name="connsiteX1" fmla="*/ 180975 w 1771650"/>
              <a:gd name="connsiteY1" fmla="*/ 590550 h 849717"/>
              <a:gd name="connsiteX2" fmla="*/ 209550 w 1771650"/>
              <a:gd name="connsiteY2" fmla="*/ 409575 h 849717"/>
              <a:gd name="connsiteX3" fmla="*/ 1052513 w 1771650"/>
              <a:gd name="connsiteY3" fmla="*/ 481013 h 849717"/>
              <a:gd name="connsiteX4" fmla="*/ 1557338 w 1771650"/>
              <a:gd name="connsiteY4" fmla="*/ 0 h 849717"/>
              <a:gd name="connsiteX5" fmla="*/ 1747838 w 1771650"/>
              <a:gd name="connsiteY5" fmla="*/ 38100 h 849717"/>
              <a:gd name="connsiteX6" fmla="*/ 1771650 w 1771650"/>
              <a:gd name="connsiteY6" fmla="*/ 214313 h 849717"/>
              <a:gd name="connsiteX7" fmla="*/ 1133475 w 1771650"/>
              <a:gd name="connsiteY7" fmla="*/ 785813 h 849717"/>
              <a:gd name="connsiteX8" fmla="*/ 0 w 1771650"/>
              <a:gd name="connsiteY8" fmla="*/ 609600 h 849717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6262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8644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1650" h="862582">
                <a:moveTo>
                  <a:pt x="0" y="609600"/>
                </a:moveTo>
                <a:lnTo>
                  <a:pt x="188118" y="578644"/>
                </a:lnTo>
                <a:lnTo>
                  <a:pt x="209550" y="409575"/>
                </a:lnTo>
                <a:cubicBezTo>
                  <a:pt x="485775" y="612775"/>
                  <a:pt x="846932" y="570706"/>
                  <a:pt x="1052513" y="481013"/>
                </a:cubicBezTo>
                <a:cubicBezTo>
                  <a:pt x="1258094" y="391320"/>
                  <a:pt x="1470026" y="92869"/>
                  <a:pt x="1557338" y="0"/>
                </a:cubicBezTo>
                <a:lnTo>
                  <a:pt x="1747838" y="38100"/>
                </a:lnTo>
                <a:lnTo>
                  <a:pt x="1771650" y="214313"/>
                </a:lnTo>
                <a:cubicBezTo>
                  <a:pt x="1614486" y="400844"/>
                  <a:pt x="1373980" y="688976"/>
                  <a:pt x="1133475" y="785813"/>
                </a:cubicBezTo>
                <a:cubicBezTo>
                  <a:pt x="892970" y="882650"/>
                  <a:pt x="368300" y="944563"/>
                  <a:pt x="0" y="609600"/>
                </a:cubicBezTo>
                <a:close/>
              </a:path>
            </a:pathLst>
          </a:custGeom>
          <a:solidFill>
            <a:srgbClr val="8EC15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4" name="Freeform: Shape 21">
            <a:extLst>
              <a:ext uri="{FF2B5EF4-FFF2-40B4-BE49-F238E27FC236}">
                <a16:creationId xmlns:a16="http://schemas.microsoft.com/office/drawing/2014/main" id="{DDC0E279-0586-AB4E-9CA5-2F663D5BCE2F}"/>
              </a:ext>
            </a:extLst>
          </p:cNvPr>
          <p:cNvSpPr/>
          <p:nvPr userDrawn="1"/>
        </p:nvSpPr>
        <p:spPr>
          <a:xfrm>
            <a:off x="9203317" y="3498005"/>
            <a:ext cx="1007485" cy="568178"/>
          </a:xfrm>
          <a:custGeom>
            <a:avLst/>
            <a:gdLst>
              <a:gd name="connsiteX0" fmla="*/ 0 w 1771650"/>
              <a:gd name="connsiteY0" fmla="*/ 609600 h 785813"/>
              <a:gd name="connsiteX1" fmla="*/ 180975 w 1771650"/>
              <a:gd name="connsiteY1" fmla="*/ 590550 h 785813"/>
              <a:gd name="connsiteX2" fmla="*/ 209550 w 1771650"/>
              <a:gd name="connsiteY2" fmla="*/ 409575 h 785813"/>
              <a:gd name="connsiteX3" fmla="*/ 1052513 w 1771650"/>
              <a:gd name="connsiteY3" fmla="*/ 481013 h 785813"/>
              <a:gd name="connsiteX4" fmla="*/ 1557338 w 1771650"/>
              <a:gd name="connsiteY4" fmla="*/ 0 h 785813"/>
              <a:gd name="connsiteX5" fmla="*/ 1747838 w 1771650"/>
              <a:gd name="connsiteY5" fmla="*/ 38100 h 785813"/>
              <a:gd name="connsiteX6" fmla="*/ 1771650 w 1771650"/>
              <a:gd name="connsiteY6" fmla="*/ 214313 h 785813"/>
              <a:gd name="connsiteX7" fmla="*/ 1133475 w 1771650"/>
              <a:gd name="connsiteY7" fmla="*/ 785813 h 785813"/>
              <a:gd name="connsiteX8" fmla="*/ 0 w 1771650"/>
              <a:gd name="connsiteY8" fmla="*/ 609600 h 785813"/>
              <a:gd name="connsiteX0" fmla="*/ 0 w 1771650"/>
              <a:gd name="connsiteY0" fmla="*/ 609600 h 798548"/>
              <a:gd name="connsiteX1" fmla="*/ 180975 w 1771650"/>
              <a:gd name="connsiteY1" fmla="*/ 590550 h 798548"/>
              <a:gd name="connsiteX2" fmla="*/ 209550 w 1771650"/>
              <a:gd name="connsiteY2" fmla="*/ 409575 h 798548"/>
              <a:gd name="connsiteX3" fmla="*/ 1052513 w 1771650"/>
              <a:gd name="connsiteY3" fmla="*/ 481013 h 798548"/>
              <a:gd name="connsiteX4" fmla="*/ 1557338 w 1771650"/>
              <a:gd name="connsiteY4" fmla="*/ 0 h 798548"/>
              <a:gd name="connsiteX5" fmla="*/ 1747838 w 1771650"/>
              <a:gd name="connsiteY5" fmla="*/ 38100 h 798548"/>
              <a:gd name="connsiteX6" fmla="*/ 1771650 w 1771650"/>
              <a:gd name="connsiteY6" fmla="*/ 214313 h 798548"/>
              <a:gd name="connsiteX7" fmla="*/ 1133475 w 1771650"/>
              <a:gd name="connsiteY7" fmla="*/ 785813 h 798548"/>
              <a:gd name="connsiteX8" fmla="*/ 0 w 1771650"/>
              <a:gd name="connsiteY8" fmla="*/ 609600 h 798548"/>
              <a:gd name="connsiteX0" fmla="*/ 0 w 1771650"/>
              <a:gd name="connsiteY0" fmla="*/ 609600 h 847384"/>
              <a:gd name="connsiteX1" fmla="*/ 180975 w 1771650"/>
              <a:gd name="connsiteY1" fmla="*/ 590550 h 847384"/>
              <a:gd name="connsiteX2" fmla="*/ 209550 w 1771650"/>
              <a:gd name="connsiteY2" fmla="*/ 409575 h 847384"/>
              <a:gd name="connsiteX3" fmla="*/ 1052513 w 1771650"/>
              <a:gd name="connsiteY3" fmla="*/ 481013 h 847384"/>
              <a:gd name="connsiteX4" fmla="*/ 1557338 w 1771650"/>
              <a:gd name="connsiteY4" fmla="*/ 0 h 847384"/>
              <a:gd name="connsiteX5" fmla="*/ 1747838 w 1771650"/>
              <a:gd name="connsiteY5" fmla="*/ 38100 h 847384"/>
              <a:gd name="connsiteX6" fmla="*/ 1771650 w 1771650"/>
              <a:gd name="connsiteY6" fmla="*/ 214313 h 847384"/>
              <a:gd name="connsiteX7" fmla="*/ 1133475 w 1771650"/>
              <a:gd name="connsiteY7" fmla="*/ 785813 h 847384"/>
              <a:gd name="connsiteX8" fmla="*/ 0 w 1771650"/>
              <a:gd name="connsiteY8" fmla="*/ 609600 h 847384"/>
              <a:gd name="connsiteX0" fmla="*/ 0 w 1771650"/>
              <a:gd name="connsiteY0" fmla="*/ 609600 h 849717"/>
              <a:gd name="connsiteX1" fmla="*/ 180975 w 1771650"/>
              <a:gd name="connsiteY1" fmla="*/ 590550 h 849717"/>
              <a:gd name="connsiteX2" fmla="*/ 209550 w 1771650"/>
              <a:gd name="connsiteY2" fmla="*/ 409575 h 849717"/>
              <a:gd name="connsiteX3" fmla="*/ 1052513 w 1771650"/>
              <a:gd name="connsiteY3" fmla="*/ 481013 h 849717"/>
              <a:gd name="connsiteX4" fmla="*/ 1557338 w 1771650"/>
              <a:gd name="connsiteY4" fmla="*/ 0 h 849717"/>
              <a:gd name="connsiteX5" fmla="*/ 1747838 w 1771650"/>
              <a:gd name="connsiteY5" fmla="*/ 38100 h 849717"/>
              <a:gd name="connsiteX6" fmla="*/ 1771650 w 1771650"/>
              <a:gd name="connsiteY6" fmla="*/ 214313 h 849717"/>
              <a:gd name="connsiteX7" fmla="*/ 1133475 w 1771650"/>
              <a:gd name="connsiteY7" fmla="*/ 785813 h 849717"/>
              <a:gd name="connsiteX8" fmla="*/ 0 w 1771650"/>
              <a:gd name="connsiteY8" fmla="*/ 609600 h 849717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46785"/>
              <a:gd name="connsiteX1" fmla="*/ 180975 w 1771650"/>
              <a:gd name="connsiteY1" fmla="*/ 590550 h 846785"/>
              <a:gd name="connsiteX2" fmla="*/ 209550 w 1771650"/>
              <a:gd name="connsiteY2" fmla="*/ 409575 h 846785"/>
              <a:gd name="connsiteX3" fmla="*/ 1052513 w 1771650"/>
              <a:gd name="connsiteY3" fmla="*/ 481013 h 846785"/>
              <a:gd name="connsiteX4" fmla="*/ 1557338 w 1771650"/>
              <a:gd name="connsiteY4" fmla="*/ 0 h 846785"/>
              <a:gd name="connsiteX5" fmla="*/ 1747838 w 1771650"/>
              <a:gd name="connsiteY5" fmla="*/ 38100 h 846785"/>
              <a:gd name="connsiteX6" fmla="*/ 1771650 w 1771650"/>
              <a:gd name="connsiteY6" fmla="*/ 214313 h 846785"/>
              <a:gd name="connsiteX7" fmla="*/ 1133475 w 1771650"/>
              <a:gd name="connsiteY7" fmla="*/ 785813 h 846785"/>
              <a:gd name="connsiteX8" fmla="*/ 0 w 1771650"/>
              <a:gd name="connsiteY8" fmla="*/ 609600 h 846785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0975 w 1771650"/>
              <a:gd name="connsiteY1" fmla="*/ 590550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6262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  <a:gd name="connsiteX0" fmla="*/ 0 w 1771650"/>
              <a:gd name="connsiteY0" fmla="*/ 609600 h 862582"/>
              <a:gd name="connsiteX1" fmla="*/ 188118 w 1771650"/>
              <a:gd name="connsiteY1" fmla="*/ 578644 h 862582"/>
              <a:gd name="connsiteX2" fmla="*/ 209550 w 1771650"/>
              <a:gd name="connsiteY2" fmla="*/ 409575 h 862582"/>
              <a:gd name="connsiteX3" fmla="*/ 1052513 w 1771650"/>
              <a:gd name="connsiteY3" fmla="*/ 481013 h 862582"/>
              <a:gd name="connsiteX4" fmla="*/ 1557338 w 1771650"/>
              <a:gd name="connsiteY4" fmla="*/ 0 h 862582"/>
              <a:gd name="connsiteX5" fmla="*/ 1747838 w 1771650"/>
              <a:gd name="connsiteY5" fmla="*/ 38100 h 862582"/>
              <a:gd name="connsiteX6" fmla="*/ 1771650 w 1771650"/>
              <a:gd name="connsiteY6" fmla="*/ 214313 h 862582"/>
              <a:gd name="connsiteX7" fmla="*/ 1133475 w 1771650"/>
              <a:gd name="connsiteY7" fmla="*/ 785813 h 862582"/>
              <a:gd name="connsiteX8" fmla="*/ 0 w 1771650"/>
              <a:gd name="connsiteY8" fmla="*/ 609600 h 862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1650" h="862582">
                <a:moveTo>
                  <a:pt x="0" y="609600"/>
                </a:moveTo>
                <a:lnTo>
                  <a:pt x="188118" y="578644"/>
                </a:lnTo>
                <a:lnTo>
                  <a:pt x="209550" y="409575"/>
                </a:lnTo>
                <a:cubicBezTo>
                  <a:pt x="485775" y="612775"/>
                  <a:pt x="846932" y="570706"/>
                  <a:pt x="1052513" y="481013"/>
                </a:cubicBezTo>
                <a:cubicBezTo>
                  <a:pt x="1258094" y="391320"/>
                  <a:pt x="1470026" y="92869"/>
                  <a:pt x="1557338" y="0"/>
                </a:cubicBezTo>
                <a:lnTo>
                  <a:pt x="1747838" y="38100"/>
                </a:lnTo>
                <a:lnTo>
                  <a:pt x="1771650" y="214313"/>
                </a:lnTo>
                <a:cubicBezTo>
                  <a:pt x="1614486" y="400844"/>
                  <a:pt x="1373980" y="688976"/>
                  <a:pt x="1133475" y="785813"/>
                </a:cubicBezTo>
                <a:cubicBezTo>
                  <a:pt x="892970" y="882650"/>
                  <a:pt x="368300" y="944563"/>
                  <a:pt x="0" y="609600"/>
                </a:cubicBezTo>
                <a:close/>
              </a:path>
            </a:pathLst>
          </a:custGeom>
          <a:solidFill>
            <a:srgbClr val="8EC15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5ACDF14-FDB2-5D4A-A607-63303A05486B}"/>
              </a:ext>
            </a:extLst>
          </p:cNvPr>
          <p:cNvGrpSpPr/>
          <p:nvPr userDrawn="1"/>
        </p:nvGrpSpPr>
        <p:grpSpPr>
          <a:xfrm>
            <a:off x="2001681" y="3016951"/>
            <a:ext cx="760892" cy="760890"/>
            <a:chOff x="636742" y="2158017"/>
            <a:chExt cx="1014258" cy="1014256"/>
          </a:xfrm>
        </p:grpSpPr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FAA218D3-1840-0E4C-9E9E-B50A87587CB8}"/>
                </a:ext>
              </a:extLst>
            </p:cNvPr>
            <p:cNvSpPr/>
            <p:nvPr/>
          </p:nvSpPr>
          <p:spPr>
            <a:xfrm>
              <a:off x="636742" y="2158017"/>
              <a:ext cx="1014258" cy="101425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55600" dist="88900" dir="294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IN" sz="2701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74148EE9-4FE7-684B-9083-E8DD698C3845}"/>
                </a:ext>
              </a:extLst>
            </p:cNvPr>
            <p:cNvSpPr/>
            <p:nvPr/>
          </p:nvSpPr>
          <p:spPr>
            <a:xfrm>
              <a:off x="756145" y="2277419"/>
              <a:ext cx="775453" cy="775451"/>
            </a:xfrm>
            <a:prstGeom prst="ellipse">
              <a:avLst/>
            </a:prstGeom>
            <a:solidFill>
              <a:srgbClr val="004899"/>
            </a:solidFill>
            <a:ln>
              <a:solidFill>
                <a:srgbClr val="0048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401" b="1" dirty="0">
                  <a:latin typeface="Arial" pitchFamily="34" charset="0"/>
                  <a:cs typeface="Arial" pitchFamily="34" charset="0"/>
                </a:rPr>
                <a:t>1</a:t>
              </a: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E18DECBC-37AC-4648-9772-53561A3CE98A}"/>
              </a:ext>
            </a:extLst>
          </p:cNvPr>
          <p:cNvGrpSpPr/>
          <p:nvPr userDrawn="1"/>
        </p:nvGrpSpPr>
        <p:grpSpPr>
          <a:xfrm>
            <a:off x="2905930" y="3569545"/>
            <a:ext cx="760892" cy="760890"/>
            <a:chOff x="636742" y="2158017"/>
            <a:chExt cx="1014258" cy="1014256"/>
          </a:xfrm>
        </p:grpSpPr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3CBEDDB2-00DA-384D-BE43-9ED1313F12C5}"/>
                </a:ext>
              </a:extLst>
            </p:cNvPr>
            <p:cNvSpPr/>
            <p:nvPr/>
          </p:nvSpPr>
          <p:spPr>
            <a:xfrm>
              <a:off x="636742" y="2158017"/>
              <a:ext cx="1014258" cy="101425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55600" dist="88900" dir="294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IN" sz="2701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84EAFDD2-6BEA-3144-94D7-12E9A1CAF719}"/>
                </a:ext>
              </a:extLst>
            </p:cNvPr>
            <p:cNvSpPr/>
            <p:nvPr/>
          </p:nvSpPr>
          <p:spPr>
            <a:xfrm>
              <a:off x="756145" y="2277419"/>
              <a:ext cx="775453" cy="775451"/>
            </a:xfrm>
            <a:prstGeom prst="ellipse">
              <a:avLst/>
            </a:prstGeom>
            <a:solidFill>
              <a:srgbClr val="0E78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401" b="1"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E4389F3-53BD-AC4E-9C71-91CBB5ED0852}"/>
              </a:ext>
            </a:extLst>
          </p:cNvPr>
          <p:cNvGrpSpPr/>
          <p:nvPr userDrawn="1"/>
        </p:nvGrpSpPr>
        <p:grpSpPr>
          <a:xfrm>
            <a:off x="3818259" y="3016951"/>
            <a:ext cx="760892" cy="760890"/>
            <a:chOff x="636742" y="2158017"/>
            <a:chExt cx="1014258" cy="1014256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10E0D660-6378-D640-BAE6-BC6DB40F3B5D}"/>
                </a:ext>
              </a:extLst>
            </p:cNvPr>
            <p:cNvSpPr/>
            <p:nvPr/>
          </p:nvSpPr>
          <p:spPr>
            <a:xfrm>
              <a:off x="636742" y="2158017"/>
              <a:ext cx="1014258" cy="101425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55600" dist="88900" dir="294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IN" sz="2701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93716794-EE07-1B4C-81B3-9633DFBE6F2A}"/>
                </a:ext>
              </a:extLst>
            </p:cNvPr>
            <p:cNvSpPr/>
            <p:nvPr/>
          </p:nvSpPr>
          <p:spPr>
            <a:xfrm>
              <a:off x="756145" y="2277419"/>
              <a:ext cx="775453" cy="775451"/>
            </a:xfrm>
            <a:prstGeom prst="ellipse">
              <a:avLst/>
            </a:prstGeom>
            <a:solidFill>
              <a:srgbClr val="FAB54D"/>
            </a:solidFill>
            <a:ln>
              <a:solidFill>
                <a:srgbClr val="FAB5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401" b="1" dirty="0"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6E92C95-0AA2-224C-98FE-2EB3E4C98275}"/>
              </a:ext>
            </a:extLst>
          </p:cNvPr>
          <p:cNvGrpSpPr/>
          <p:nvPr userDrawn="1"/>
        </p:nvGrpSpPr>
        <p:grpSpPr>
          <a:xfrm>
            <a:off x="4722508" y="3569545"/>
            <a:ext cx="760892" cy="760890"/>
            <a:chOff x="636742" y="2158017"/>
            <a:chExt cx="1014258" cy="1014256"/>
          </a:xfrm>
        </p:grpSpPr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230DC7A6-1617-0D4D-AABC-7246B1B4783A}"/>
                </a:ext>
              </a:extLst>
            </p:cNvPr>
            <p:cNvSpPr/>
            <p:nvPr/>
          </p:nvSpPr>
          <p:spPr>
            <a:xfrm>
              <a:off x="636742" y="2158017"/>
              <a:ext cx="1014258" cy="101425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55600" dist="88900" dir="294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IN" sz="2701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257624B2-97F8-DC49-95C0-CAE48B171C67}"/>
                </a:ext>
              </a:extLst>
            </p:cNvPr>
            <p:cNvSpPr/>
            <p:nvPr userDrawn="1"/>
          </p:nvSpPr>
          <p:spPr>
            <a:xfrm>
              <a:off x="756146" y="2277419"/>
              <a:ext cx="775454" cy="775451"/>
            </a:xfrm>
            <a:prstGeom prst="ellipse">
              <a:avLst/>
            </a:prstGeom>
            <a:solidFill>
              <a:srgbClr val="232120"/>
            </a:solidFill>
            <a:ln>
              <a:solidFill>
                <a:srgbClr val="232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401" b="1" dirty="0">
                  <a:latin typeface="Arial" pitchFamily="34" charset="0"/>
                  <a:cs typeface="Arial" pitchFamily="34" charset="0"/>
                </a:rPr>
                <a:t>4</a:t>
              </a:r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7804035-9FA3-EC42-9E33-2219FDE57A25}"/>
              </a:ext>
            </a:extLst>
          </p:cNvPr>
          <p:cNvGrpSpPr/>
          <p:nvPr userDrawn="1"/>
        </p:nvGrpSpPr>
        <p:grpSpPr>
          <a:xfrm>
            <a:off x="5621405" y="3016951"/>
            <a:ext cx="760892" cy="760890"/>
            <a:chOff x="636742" y="2158017"/>
            <a:chExt cx="1014258" cy="1014256"/>
          </a:xfrm>
        </p:grpSpPr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2CA0CA29-90E0-F54A-B6D6-271D49AC310A}"/>
                </a:ext>
              </a:extLst>
            </p:cNvPr>
            <p:cNvSpPr/>
            <p:nvPr/>
          </p:nvSpPr>
          <p:spPr>
            <a:xfrm>
              <a:off x="636742" y="2158017"/>
              <a:ext cx="1014258" cy="101425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55600" dist="88900" dir="294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IN" sz="2701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E8E7C832-30E1-DB41-8571-1294A53AFB94}"/>
                </a:ext>
              </a:extLst>
            </p:cNvPr>
            <p:cNvSpPr/>
            <p:nvPr/>
          </p:nvSpPr>
          <p:spPr>
            <a:xfrm>
              <a:off x="756145" y="2277419"/>
              <a:ext cx="775453" cy="775451"/>
            </a:xfrm>
            <a:prstGeom prst="ellipse">
              <a:avLst/>
            </a:prstGeom>
            <a:solidFill>
              <a:srgbClr val="50535A"/>
            </a:solidFill>
            <a:ln>
              <a:solidFill>
                <a:srgbClr val="50535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401" b="1">
                  <a:latin typeface="Arial" pitchFamily="34" charset="0"/>
                  <a:cs typeface="Arial" pitchFamily="34" charset="0"/>
                </a:rPr>
                <a:t>5</a:t>
              </a:r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3AC2EAF4-49E5-5A4D-B60B-B0F452B7C979}"/>
              </a:ext>
            </a:extLst>
          </p:cNvPr>
          <p:cNvGrpSpPr/>
          <p:nvPr userDrawn="1"/>
        </p:nvGrpSpPr>
        <p:grpSpPr>
          <a:xfrm>
            <a:off x="7416840" y="3016951"/>
            <a:ext cx="760892" cy="760890"/>
            <a:chOff x="636742" y="2158017"/>
            <a:chExt cx="1014258" cy="1014256"/>
          </a:xfrm>
        </p:grpSpPr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222137FD-743A-0D4B-9930-0F7CD75BD827}"/>
                </a:ext>
              </a:extLst>
            </p:cNvPr>
            <p:cNvSpPr/>
            <p:nvPr/>
          </p:nvSpPr>
          <p:spPr>
            <a:xfrm>
              <a:off x="636742" y="2158017"/>
              <a:ext cx="1014258" cy="101425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55600" dist="88900" dir="294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IN" sz="2701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EDE94299-E4B5-1F45-BE77-E87AFE70AD07}"/>
                </a:ext>
              </a:extLst>
            </p:cNvPr>
            <p:cNvSpPr/>
            <p:nvPr/>
          </p:nvSpPr>
          <p:spPr>
            <a:xfrm>
              <a:off x="756145" y="2277419"/>
              <a:ext cx="775453" cy="775451"/>
            </a:xfrm>
            <a:prstGeom prst="ellipse">
              <a:avLst/>
            </a:prstGeom>
            <a:solidFill>
              <a:srgbClr val="0E78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401" b="1" dirty="0">
                  <a:latin typeface="Arial" pitchFamily="34" charset="0"/>
                  <a:cs typeface="Arial" pitchFamily="34" charset="0"/>
                </a:rPr>
                <a:t>7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48CBA73C-13E1-6447-A53D-821F5161B7A6}"/>
              </a:ext>
            </a:extLst>
          </p:cNvPr>
          <p:cNvGrpSpPr/>
          <p:nvPr userDrawn="1"/>
        </p:nvGrpSpPr>
        <p:grpSpPr>
          <a:xfrm>
            <a:off x="8321089" y="3569545"/>
            <a:ext cx="760892" cy="760890"/>
            <a:chOff x="636742" y="2158017"/>
            <a:chExt cx="1014258" cy="1014256"/>
          </a:xfrm>
          <a:effectLst/>
        </p:grpSpPr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D916ED91-E90B-4143-9EE2-412243724273}"/>
                </a:ext>
              </a:extLst>
            </p:cNvPr>
            <p:cNvSpPr/>
            <p:nvPr/>
          </p:nvSpPr>
          <p:spPr>
            <a:xfrm>
              <a:off x="636742" y="2158017"/>
              <a:ext cx="1014258" cy="101425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55600" dist="88900" dir="294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IN" sz="2701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A8835102-429C-AF4C-92D4-73951DDDCD0C}"/>
                </a:ext>
              </a:extLst>
            </p:cNvPr>
            <p:cNvSpPr/>
            <p:nvPr/>
          </p:nvSpPr>
          <p:spPr>
            <a:xfrm>
              <a:off x="756146" y="2277419"/>
              <a:ext cx="775454" cy="775451"/>
            </a:xfrm>
            <a:prstGeom prst="ellipse">
              <a:avLst/>
            </a:prstGeom>
            <a:solidFill>
              <a:srgbClr val="8EC15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401" b="1" dirty="0">
                  <a:latin typeface="Arial" pitchFamily="34" charset="0"/>
                  <a:cs typeface="Arial" pitchFamily="34" charset="0"/>
                </a:rPr>
                <a:t>8</a:t>
              </a:r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2E4BD3D-B117-F94B-9B23-9CEA2417E8F2}"/>
              </a:ext>
            </a:extLst>
          </p:cNvPr>
          <p:cNvGrpSpPr/>
          <p:nvPr userDrawn="1"/>
        </p:nvGrpSpPr>
        <p:grpSpPr>
          <a:xfrm>
            <a:off x="9223854" y="3016951"/>
            <a:ext cx="760892" cy="760890"/>
            <a:chOff x="636742" y="2158017"/>
            <a:chExt cx="1014258" cy="1014256"/>
          </a:xfrm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09AABA1C-A829-F146-9080-326D995CD4D2}"/>
                </a:ext>
              </a:extLst>
            </p:cNvPr>
            <p:cNvSpPr/>
            <p:nvPr/>
          </p:nvSpPr>
          <p:spPr>
            <a:xfrm>
              <a:off x="636742" y="2158017"/>
              <a:ext cx="1014258" cy="101425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55600" dist="88900" dir="294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IN" sz="2701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A0E5E094-5EA4-C844-89B7-872C6FF14FF0}"/>
                </a:ext>
              </a:extLst>
            </p:cNvPr>
            <p:cNvSpPr/>
            <p:nvPr/>
          </p:nvSpPr>
          <p:spPr>
            <a:xfrm>
              <a:off x="754723" y="2277419"/>
              <a:ext cx="775454" cy="775451"/>
            </a:xfrm>
            <a:prstGeom prst="ellipse">
              <a:avLst/>
            </a:prstGeom>
            <a:solidFill>
              <a:srgbClr val="8EC152"/>
            </a:solidFill>
            <a:ln>
              <a:solidFill>
                <a:srgbClr val="8EC15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401" b="1" dirty="0">
                  <a:latin typeface="Arial" pitchFamily="34" charset="0"/>
                  <a:cs typeface="Arial" pitchFamily="34" charset="0"/>
                </a:rPr>
                <a:t>9</a:t>
              </a:r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0C184996-1131-4B4D-8E08-DFDD2C3948AE}"/>
              </a:ext>
            </a:extLst>
          </p:cNvPr>
          <p:cNvGrpSpPr/>
          <p:nvPr userDrawn="1"/>
        </p:nvGrpSpPr>
        <p:grpSpPr>
          <a:xfrm>
            <a:off x="6525654" y="3569545"/>
            <a:ext cx="760892" cy="760890"/>
            <a:chOff x="636742" y="2158017"/>
            <a:chExt cx="1014258" cy="1014256"/>
          </a:xfrm>
        </p:grpSpPr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C8F9D4E7-B7F8-3044-830E-C79B1845A2AD}"/>
                </a:ext>
              </a:extLst>
            </p:cNvPr>
            <p:cNvSpPr/>
            <p:nvPr/>
          </p:nvSpPr>
          <p:spPr>
            <a:xfrm>
              <a:off x="636742" y="2158017"/>
              <a:ext cx="1014258" cy="101425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55600" dist="88900" dir="294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IN" sz="2701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6ECAEFDB-BBE6-B64C-A584-29FC13B9C4C9}"/>
                </a:ext>
              </a:extLst>
            </p:cNvPr>
            <p:cNvSpPr/>
            <p:nvPr/>
          </p:nvSpPr>
          <p:spPr>
            <a:xfrm>
              <a:off x="728711" y="2249986"/>
              <a:ext cx="830319" cy="830317"/>
            </a:xfrm>
            <a:prstGeom prst="ellipse">
              <a:avLst/>
            </a:prstGeom>
            <a:solidFill>
              <a:srgbClr val="ED6A5E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IN" sz="2701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8FEF5BBF-166F-4446-9B1D-A4385B556019}"/>
                </a:ext>
              </a:extLst>
            </p:cNvPr>
            <p:cNvSpPr/>
            <p:nvPr/>
          </p:nvSpPr>
          <p:spPr>
            <a:xfrm>
              <a:off x="767468" y="2272310"/>
              <a:ext cx="775454" cy="775451"/>
            </a:xfrm>
            <a:prstGeom prst="ellipse">
              <a:avLst/>
            </a:prstGeom>
            <a:solidFill>
              <a:srgbClr val="ED6A5E"/>
            </a:solidFill>
            <a:ln>
              <a:solidFill>
                <a:srgbClr val="ED6A5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IN" sz="2401" b="1">
                  <a:latin typeface="Arial" pitchFamily="34" charset="0"/>
                  <a:cs typeface="Arial" pitchFamily="34" charset="0"/>
                </a:rPr>
                <a:t>6</a:t>
              </a:r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03EE0AFA-E046-0A49-8F2C-C840F336F5DA}"/>
              </a:ext>
            </a:extLst>
          </p:cNvPr>
          <p:cNvGrpSpPr/>
          <p:nvPr userDrawn="1"/>
        </p:nvGrpSpPr>
        <p:grpSpPr>
          <a:xfrm>
            <a:off x="1962523" y="3694494"/>
            <a:ext cx="881293" cy="973078"/>
            <a:chOff x="584543" y="3782900"/>
            <a:chExt cx="1174751" cy="1297100"/>
          </a:xfrm>
        </p:grpSpPr>
        <p:sp>
          <p:nvSpPr>
            <p:cNvPr id="167" name="Freeform: Shape 139">
              <a:extLst>
                <a:ext uri="{FF2B5EF4-FFF2-40B4-BE49-F238E27FC236}">
                  <a16:creationId xmlns:a16="http://schemas.microsoft.com/office/drawing/2014/main" id="{45ED3FF3-F87B-524F-9BAC-6A9FD3F13901}"/>
                </a:ext>
              </a:extLst>
            </p:cNvPr>
            <p:cNvSpPr/>
            <p:nvPr/>
          </p:nvSpPr>
          <p:spPr>
            <a:xfrm>
              <a:off x="584543" y="3867150"/>
              <a:ext cx="1098550" cy="1212850"/>
            </a:xfrm>
            <a:custGeom>
              <a:avLst/>
              <a:gdLst>
                <a:gd name="connsiteX0" fmla="*/ 1117600 w 1117600"/>
                <a:gd name="connsiteY0" fmla="*/ 0 h 1089025"/>
                <a:gd name="connsiteX1" fmla="*/ 777875 w 1117600"/>
                <a:gd name="connsiteY1" fmla="*/ 1089025 h 1089025"/>
                <a:gd name="connsiteX2" fmla="*/ 0 w 1117600"/>
                <a:gd name="connsiteY2" fmla="*/ 1089025 h 1089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7600" h="1089025">
                  <a:moveTo>
                    <a:pt x="1117600" y="0"/>
                  </a:moveTo>
                  <a:lnTo>
                    <a:pt x="777875" y="1089025"/>
                  </a:lnTo>
                  <a:lnTo>
                    <a:pt x="0" y="1089025"/>
                  </a:lnTo>
                </a:path>
              </a:pathLst>
            </a:custGeom>
            <a:noFill/>
            <a:ln w="6350">
              <a:solidFill>
                <a:schemeClr val="accent1"/>
              </a:solidFill>
              <a:prstDash val="sysDash"/>
              <a:headEnd type="none" w="sm" len="sm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58EE1ED4-5FDC-3944-AF8D-740109222112}"/>
                </a:ext>
              </a:extLst>
            </p:cNvPr>
            <p:cNvGrpSpPr/>
            <p:nvPr/>
          </p:nvGrpSpPr>
          <p:grpSpPr>
            <a:xfrm>
              <a:off x="1605082" y="3782900"/>
              <a:ext cx="154212" cy="284275"/>
              <a:chOff x="1605082" y="3782900"/>
              <a:chExt cx="154212" cy="284275"/>
            </a:xfrm>
          </p:grpSpPr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0E1C7AAB-83CA-C94E-995B-A799969FA3C6}"/>
                  </a:ext>
                </a:extLst>
              </p:cNvPr>
              <p:cNvSpPr/>
              <p:nvPr/>
            </p:nvSpPr>
            <p:spPr>
              <a:xfrm>
                <a:off x="1605082" y="3782900"/>
                <a:ext cx="154212" cy="154212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D2B7A29D-61B9-5743-8476-0BE4E230B3B4}"/>
                  </a:ext>
                </a:extLst>
              </p:cNvPr>
              <p:cNvSpPr/>
              <p:nvPr/>
            </p:nvSpPr>
            <p:spPr>
              <a:xfrm flipH="1">
                <a:off x="1657724" y="3841368"/>
                <a:ext cx="56326" cy="5632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71" name="Freeform: Shape 143">
                <a:extLst>
                  <a:ext uri="{FF2B5EF4-FFF2-40B4-BE49-F238E27FC236}">
                    <a16:creationId xmlns:a16="http://schemas.microsoft.com/office/drawing/2014/main" id="{3CB6EADC-1D8E-9240-95B7-E3E6B33E8CBF}"/>
                  </a:ext>
                </a:extLst>
              </p:cNvPr>
              <p:cNvSpPr/>
              <p:nvPr/>
            </p:nvSpPr>
            <p:spPr>
              <a:xfrm>
                <a:off x="1628775" y="3888581"/>
                <a:ext cx="52388" cy="178594"/>
              </a:xfrm>
              <a:custGeom>
                <a:avLst/>
                <a:gdLst>
                  <a:gd name="connsiteX0" fmla="*/ 52388 w 52388"/>
                  <a:gd name="connsiteY0" fmla="*/ 0 h 178594"/>
                  <a:gd name="connsiteX1" fmla="*/ 0 w 52388"/>
                  <a:gd name="connsiteY1" fmla="*/ 178594 h 178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2388" h="178594">
                    <a:moveTo>
                      <a:pt x="52388" y="0"/>
                    </a:moveTo>
                    <a:lnTo>
                      <a:pt x="0" y="178594"/>
                    </a:lnTo>
                  </a:path>
                </a:pathLst>
              </a:custGeom>
              <a:noFill/>
              <a:ln w="6350">
                <a:solidFill>
                  <a:schemeClr val="bg1"/>
                </a:solidFill>
                <a:prstDash val="sysDash"/>
                <a:headEnd type="none" w="sm" len="sm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98" tIns="34299" rIns="68598" bIns="3429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0712C79-8214-B945-998F-4101072B2319}"/>
              </a:ext>
            </a:extLst>
          </p:cNvPr>
          <p:cNvGrpSpPr/>
          <p:nvPr userDrawn="1"/>
        </p:nvGrpSpPr>
        <p:grpSpPr>
          <a:xfrm>
            <a:off x="3773170" y="3694494"/>
            <a:ext cx="881293" cy="973078"/>
            <a:chOff x="584543" y="3782900"/>
            <a:chExt cx="1174751" cy="1297100"/>
          </a:xfrm>
        </p:grpSpPr>
        <p:sp>
          <p:nvSpPr>
            <p:cNvPr id="173" name="Freeform: Shape 145">
              <a:extLst>
                <a:ext uri="{FF2B5EF4-FFF2-40B4-BE49-F238E27FC236}">
                  <a16:creationId xmlns:a16="http://schemas.microsoft.com/office/drawing/2014/main" id="{F0678645-0998-8B4D-B35E-770B9DE67CC5}"/>
                </a:ext>
              </a:extLst>
            </p:cNvPr>
            <p:cNvSpPr/>
            <p:nvPr/>
          </p:nvSpPr>
          <p:spPr>
            <a:xfrm>
              <a:off x="584543" y="3867150"/>
              <a:ext cx="1098550" cy="1212850"/>
            </a:xfrm>
            <a:custGeom>
              <a:avLst/>
              <a:gdLst>
                <a:gd name="connsiteX0" fmla="*/ 1117600 w 1117600"/>
                <a:gd name="connsiteY0" fmla="*/ 0 h 1089025"/>
                <a:gd name="connsiteX1" fmla="*/ 777875 w 1117600"/>
                <a:gd name="connsiteY1" fmla="*/ 1089025 h 1089025"/>
                <a:gd name="connsiteX2" fmla="*/ 0 w 1117600"/>
                <a:gd name="connsiteY2" fmla="*/ 1089025 h 1089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7600" h="1089025">
                  <a:moveTo>
                    <a:pt x="1117600" y="0"/>
                  </a:moveTo>
                  <a:lnTo>
                    <a:pt x="777875" y="1089025"/>
                  </a:lnTo>
                  <a:lnTo>
                    <a:pt x="0" y="1089025"/>
                  </a:lnTo>
                </a:path>
              </a:pathLst>
            </a:custGeom>
            <a:noFill/>
            <a:ln w="6350">
              <a:solidFill>
                <a:schemeClr val="accent2"/>
              </a:solidFill>
              <a:prstDash val="sysDash"/>
              <a:headEnd type="none" w="sm" len="sm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97D8A2CB-9BB8-A44F-9867-9F4DEB3C88CF}"/>
                </a:ext>
              </a:extLst>
            </p:cNvPr>
            <p:cNvGrpSpPr/>
            <p:nvPr/>
          </p:nvGrpSpPr>
          <p:grpSpPr>
            <a:xfrm>
              <a:off x="1605082" y="3782900"/>
              <a:ext cx="154212" cy="284275"/>
              <a:chOff x="1605082" y="3782900"/>
              <a:chExt cx="154212" cy="284275"/>
            </a:xfrm>
          </p:grpSpPr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8BF43213-AB91-C04D-8CD4-DF983963298D}"/>
                  </a:ext>
                </a:extLst>
              </p:cNvPr>
              <p:cNvSpPr/>
              <p:nvPr/>
            </p:nvSpPr>
            <p:spPr>
              <a:xfrm>
                <a:off x="1605082" y="3782900"/>
                <a:ext cx="154212" cy="154212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41E8D0B4-1646-6341-A88B-903DDDCD9FFB}"/>
                  </a:ext>
                </a:extLst>
              </p:cNvPr>
              <p:cNvSpPr/>
              <p:nvPr/>
            </p:nvSpPr>
            <p:spPr>
              <a:xfrm flipH="1">
                <a:off x="1657724" y="3841368"/>
                <a:ext cx="56326" cy="5632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77" name="Freeform: Shape 149">
                <a:extLst>
                  <a:ext uri="{FF2B5EF4-FFF2-40B4-BE49-F238E27FC236}">
                    <a16:creationId xmlns:a16="http://schemas.microsoft.com/office/drawing/2014/main" id="{F8D8A654-9F48-0B46-AB00-E6BF8E2CC184}"/>
                  </a:ext>
                </a:extLst>
              </p:cNvPr>
              <p:cNvSpPr/>
              <p:nvPr/>
            </p:nvSpPr>
            <p:spPr>
              <a:xfrm>
                <a:off x="1628775" y="3888581"/>
                <a:ext cx="52388" cy="178594"/>
              </a:xfrm>
              <a:custGeom>
                <a:avLst/>
                <a:gdLst>
                  <a:gd name="connsiteX0" fmla="*/ 52388 w 52388"/>
                  <a:gd name="connsiteY0" fmla="*/ 0 h 178594"/>
                  <a:gd name="connsiteX1" fmla="*/ 0 w 52388"/>
                  <a:gd name="connsiteY1" fmla="*/ 178594 h 178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2388" h="178594">
                    <a:moveTo>
                      <a:pt x="52388" y="0"/>
                    </a:moveTo>
                    <a:lnTo>
                      <a:pt x="0" y="178594"/>
                    </a:lnTo>
                  </a:path>
                </a:pathLst>
              </a:custGeom>
              <a:noFill/>
              <a:ln w="6350">
                <a:solidFill>
                  <a:schemeClr val="bg1"/>
                </a:solidFill>
                <a:prstDash val="sysDash"/>
                <a:headEnd type="none" w="sm" len="sm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98" tIns="34299" rIns="68598" bIns="3429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1A3B8FA3-766C-9C48-A5D3-25137E3DEAC1}"/>
              </a:ext>
            </a:extLst>
          </p:cNvPr>
          <p:cNvGrpSpPr/>
          <p:nvPr userDrawn="1"/>
        </p:nvGrpSpPr>
        <p:grpSpPr>
          <a:xfrm>
            <a:off x="5574174" y="3694494"/>
            <a:ext cx="881293" cy="973078"/>
            <a:chOff x="584543" y="3782900"/>
            <a:chExt cx="1174751" cy="1297100"/>
          </a:xfrm>
        </p:grpSpPr>
        <p:sp>
          <p:nvSpPr>
            <p:cNvPr id="179" name="Freeform: Shape 151">
              <a:extLst>
                <a:ext uri="{FF2B5EF4-FFF2-40B4-BE49-F238E27FC236}">
                  <a16:creationId xmlns:a16="http://schemas.microsoft.com/office/drawing/2014/main" id="{C7A7FAC0-13C1-5442-8684-4CA9285495F8}"/>
                </a:ext>
              </a:extLst>
            </p:cNvPr>
            <p:cNvSpPr/>
            <p:nvPr/>
          </p:nvSpPr>
          <p:spPr>
            <a:xfrm>
              <a:off x="584543" y="3867150"/>
              <a:ext cx="1098550" cy="1212850"/>
            </a:xfrm>
            <a:custGeom>
              <a:avLst/>
              <a:gdLst>
                <a:gd name="connsiteX0" fmla="*/ 1117600 w 1117600"/>
                <a:gd name="connsiteY0" fmla="*/ 0 h 1089025"/>
                <a:gd name="connsiteX1" fmla="*/ 777875 w 1117600"/>
                <a:gd name="connsiteY1" fmla="*/ 1089025 h 1089025"/>
                <a:gd name="connsiteX2" fmla="*/ 0 w 1117600"/>
                <a:gd name="connsiteY2" fmla="*/ 1089025 h 1089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7600" h="1089025">
                  <a:moveTo>
                    <a:pt x="1117600" y="0"/>
                  </a:moveTo>
                  <a:lnTo>
                    <a:pt x="777875" y="1089025"/>
                  </a:lnTo>
                  <a:lnTo>
                    <a:pt x="0" y="1089025"/>
                  </a:lnTo>
                </a:path>
              </a:pathLst>
            </a:custGeom>
            <a:noFill/>
            <a:ln w="6350">
              <a:solidFill>
                <a:srgbClr val="50535A"/>
              </a:solidFill>
              <a:prstDash val="sysDash"/>
              <a:headEnd type="none" w="sm" len="sm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02A7FEFC-2111-394D-A112-A01CD858F429}"/>
                </a:ext>
              </a:extLst>
            </p:cNvPr>
            <p:cNvGrpSpPr/>
            <p:nvPr/>
          </p:nvGrpSpPr>
          <p:grpSpPr>
            <a:xfrm>
              <a:off x="1605082" y="3782900"/>
              <a:ext cx="154212" cy="284275"/>
              <a:chOff x="1605082" y="3782900"/>
              <a:chExt cx="154212" cy="284275"/>
            </a:xfrm>
          </p:grpSpPr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EFB4288D-F32E-DB4A-8269-5A153000957D}"/>
                  </a:ext>
                </a:extLst>
              </p:cNvPr>
              <p:cNvSpPr/>
              <p:nvPr/>
            </p:nvSpPr>
            <p:spPr>
              <a:xfrm>
                <a:off x="1605082" y="3782900"/>
                <a:ext cx="154212" cy="154212"/>
              </a:xfrm>
              <a:prstGeom prst="ellipse">
                <a:avLst/>
              </a:prstGeom>
              <a:noFill/>
              <a:ln w="6350">
                <a:solidFill>
                  <a:srgbClr val="50535A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DD99FB5D-3C02-E44C-9CA6-F654E0142175}"/>
                  </a:ext>
                </a:extLst>
              </p:cNvPr>
              <p:cNvSpPr/>
              <p:nvPr/>
            </p:nvSpPr>
            <p:spPr>
              <a:xfrm flipH="1">
                <a:off x="1657724" y="3841368"/>
                <a:ext cx="56326" cy="5632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50535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83" name="Freeform: Shape 155">
                <a:extLst>
                  <a:ext uri="{FF2B5EF4-FFF2-40B4-BE49-F238E27FC236}">
                    <a16:creationId xmlns:a16="http://schemas.microsoft.com/office/drawing/2014/main" id="{70468439-6E06-CA47-83BF-E460E6A03FAD}"/>
                  </a:ext>
                </a:extLst>
              </p:cNvPr>
              <p:cNvSpPr/>
              <p:nvPr/>
            </p:nvSpPr>
            <p:spPr>
              <a:xfrm>
                <a:off x="1628775" y="3888581"/>
                <a:ext cx="52388" cy="178594"/>
              </a:xfrm>
              <a:custGeom>
                <a:avLst/>
                <a:gdLst>
                  <a:gd name="connsiteX0" fmla="*/ 52388 w 52388"/>
                  <a:gd name="connsiteY0" fmla="*/ 0 h 178594"/>
                  <a:gd name="connsiteX1" fmla="*/ 0 w 52388"/>
                  <a:gd name="connsiteY1" fmla="*/ 178594 h 178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2388" h="178594">
                    <a:moveTo>
                      <a:pt x="52388" y="0"/>
                    </a:moveTo>
                    <a:lnTo>
                      <a:pt x="0" y="178594"/>
                    </a:lnTo>
                  </a:path>
                </a:pathLst>
              </a:custGeom>
              <a:noFill/>
              <a:ln w="6350">
                <a:solidFill>
                  <a:srgbClr val="50535A"/>
                </a:solidFill>
                <a:prstDash val="sysDash"/>
                <a:headEnd type="none" w="sm" len="sm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98" tIns="34299" rIns="68598" bIns="3429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5DF23887-7E9D-BF42-B417-345D4045A1F9}"/>
              </a:ext>
            </a:extLst>
          </p:cNvPr>
          <p:cNvGrpSpPr/>
          <p:nvPr userDrawn="1"/>
        </p:nvGrpSpPr>
        <p:grpSpPr>
          <a:xfrm>
            <a:off x="7374563" y="3694494"/>
            <a:ext cx="881293" cy="973078"/>
            <a:chOff x="584543" y="3782900"/>
            <a:chExt cx="1174751" cy="1297100"/>
          </a:xfrm>
        </p:grpSpPr>
        <p:sp>
          <p:nvSpPr>
            <p:cNvPr id="185" name="Freeform: Shape 157">
              <a:extLst>
                <a:ext uri="{FF2B5EF4-FFF2-40B4-BE49-F238E27FC236}">
                  <a16:creationId xmlns:a16="http://schemas.microsoft.com/office/drawing/2014/main" id="{D7027CD5-4D41-EA4E-BBD6-AB5052530C9E}"/>
                </a:ext>
              </a:extLst>
            </p:cNvPr>
            <p:cNvSpPr/>
            <p:nvPr/>
          </p:nvSpPr>
          <p:spPr>
            <a:xfrm>
              <a:off x="584543" y="3867150"/>
              <a:ext cx="1098550" cy="1212850"/>
            </a:xfrm>
            <a:custGeom>
              <a:avLst/>
              <a:gdLst>
                <a:gd name="connsiteX0" fmla="*/ 1117600 w 1117600"/>
                <a:gd name="connsiteY0" fmla="*/ 0 h 1089025"/>
                <a:gd name="connsiteX1" fmla="*/ 777875 w 1117600"/>
                <a:gd name="connsiteY1" fmla="*/ 1089025 h 1089025"/>
                <a:gd name="connsiteX2" fmla="*/ 0 w 1117600"/>
                <a:gd name="connsiteY2" fmla="*/ 1089025 h 1089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7600" h="1089025">
                  <a:moveTo>
                    <a:pt x="1117600" y="0"/>
                  </a:moveTo>
                  <a:lnTo>
                    <a:pt x="777875" y="1089025"/>
                  </a:lnTo>
                  <a:lnTo>
                    <a:pt x="0" y="1089025"/>
                  </a:lnTo>
                </a:path>
              </a:pathLst>
            </a:custGeom>
            <a:noFill/>
            <a:ln w="6350">
              <a:solidFill>
                <a:srgbClr val="1178BD"/>
              </a:solidFill>
              <a:prstDash val="sysDash"/>
              <a:headEnd type="none" w="sm" len="sm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46B344A4-5C64-5640-8425-119F1F2C53D3}"/>
                </a:ext>
              </a:extLst>
            </p:cNvPr>
            <p:cNvGrpSpPr/>
            <p:nvPr/>
          </p:nvGrpSpPr>
          <p:grpSpPr>
            <a:xfrm>
              <a:off x="1605082" y="3782900"/>
              <a:ext cx="154212" cy="284275"/>
              <a:chOff x="1605082" y="3782900"/>
              <a:chExt cx="154212" cy="284275"/>
            </a:xfrm>
          </p:grpSpPr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D98258C7-C08F-194C-B48B-B0DC4BA63695}"/>
                  </a:ext>
                </a:extLst>
              </p:cNvPr>
              <p:cNvSpPr/>
              <p:nvPr/>
            </p:nvSpPr>
            <p:spPr>
              <a:xfrm>
                <a:off x="1605082" y="3782900"/>
                <a:ext cx="154212" cy="154212"/>
              </a:xfrm>
              <a:prstGeom prst="ellipse">
                <a:avLst/>
              </a:prstGeom>
              <a:noFill/>
              <a:ln w="6350">
                <a:solidFill>
                  <a:srgbClr val="1178BD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2E5E77E7-7AD7-8048-BEEA-C9D7FDBD6990}"/>
                  </a:ext>
                </a:extLst>
              </p:cNvPr>
              <p:cNvSpPr/>
              <p:nvPr/>
            </p:nvSpPr>
            <p:spPr>
              <a:xfrm flipH="1">
                <a:off x="1657724" y="3841368"/>
                <a:ext cx="56326" cy="5632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1178B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89" name="Freeform: Shape 161">
                <a:extLst>
                  <a:ext uri="{FF2B5EF4-FFF2-40B4-BE49-F238E27FC236}">
                    <a16:creationId xmlns:a16="http://schemas.microsoft.com/office/drawing/2014/main" id="{7D3C068E-E6BD-254F-A996-9344E8ACABFA}"/>
                  </a:ext>
                </a:extLst>
              </p:cNvPr>
              <p:cNvSpPr/>
              <p:nvPr/>
            </p:nvSpPr>
            <p:spPr>
              <a:xfrm>
                <a:off x="1628775" y="3888581"/>
                <a:ext cx="52388" cy="178594"/>
              </a:xfrm>
              <a:custGeom>
                <a:avLst/>
                <a:gdLst>
                  <a:gd name="connsiteX0" fmla="*/ 52388 w 52388"/>
                  <a:gd name="connsiteY0" fmla="*/ 0 h 178594"/>
                  <a:gd name="connsiteX1" fmla="*/ 0 w 52388"/>
                  <a:gd name="connsiteY1" fmla="*/ 178594 h 178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2388" h="178594">
                    <a:moveTo>
                      <a:pt x="52388" y="0"/>
                    </a:moveTo>
                    <a:lnTo>
                      <a:pt x="0" y="178594"/>
                    </a:lnTo>
                  </a:path>
                </a:pathLst>
              </a:custGeom>
              <a:noFill/>
              <a:ln w="6350">
                <a:solidFill>
                  <a:srgbClr val="1178BD"/>
                </a:solidFill>
                <a:prstDash val="sysDash"/>
                <a:headEnd type="none" w="sm" len="sm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98" tIns="34299" rIns="68598" bIns="3429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5C941C73-9F18-ED46-B0AA-2754E19A0F4B}"/>
              </a:ext>
            </a:extLst>
          </p:cNvPr>
          <p:cNvGrpSpPr/>
          <p:nvPr userDrawn="1"/>
        </p:nvGrpSpPr>
        <p:grpSpPr>
          <a:xfrm>
            <a:off x="9189169" y="3694494"/>
            <a:ext cx="881293" cy="973078"/>
            <a:chOff x="584543" y="3782900"/>
            <a:chExt cx="1174751" cy="1297100"/>
          </a:xfrm>
        </p:grpSpPr>
        <p:sp>
          <p:nvSpPr>
            <p:cNvPr id="191" name="Freeform: Shape 163">
              <a:extLst>
                <a:ext uri="{FF2B5EF4-FFF2-40B4-BE49-F238E27FC236}">
                  <a16:creationId xmlns:a16="http://schemas.microsoft.com/office/drawing/2014/main" id="{0C73E399-2F58-8A4A-BD96-A177FB6E914A}"/>
                </a:ext>
              </a:extLst>
            </p:cNvPr>
            <p:cNvSpPr/>
            <p:nvPr/>
          </p:nvSpPr>
          <p:spPr>
            <a:xfrm>
              <a:off x="584543" y="3867150"/>
              <a:ext cx="1098550" cy="1212850"/>
            </a:xfrm>
            <a:custGeom>
              <a:avLst/>
              <a:gdLst>
                <a:gd name="connsiteX0" fmla="*/ 1117600 w 1117600"/>
                <a:gd name="connsiteY0" fmla="*/ 0 h 1089025"/>
                <a:gd name="connsiteX1" fmla="*/ 777875 w 1117600"/>
                <a:gd name="connsiteY1" fmla="*/ 1089025 h 1089025"/>
                <a:gd name="connsiteX2" fmla="*/ 0 w 1117600"/>
                <a:gd name="connsiteY2" fmla="*/ 1089025 h 1089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7600" h="1089025">
                  <a:moveTo>
                    <a:pt x="1117600" y="0"/>
                  </a:moveTo>
                  <a:lnTo>
                    <a:pt x="777875" y="1089025"/>
                  </a:lnTo>
                  <a:lnTo>
                    <a:pt x="0" y="1089025"/>
                  </a:lnTo>
                </a:path>
              </a:pathLst>
            </a:custGeom>
            <a:noFill/>
            <a:ln w="6350">
              <a:solidFill>
                <a:srgbClr val="8EC152"/>
              </a:solidFill>
              <a:prstDash val="sysDash"/>
              <a:headEnd type="none" w="sm" len="sm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E0FAC063-68BA-B54E-9851-C7E2659B67FE}"/>
                </a:ext>
              </a:extLst>
            </p:cNvPr>
            <p:cNvGrpSpPr/>
            <p:nvPr/>
          </p:nvGrpSpPr>
          <p:grpSpPr>
            <a:xfrm>
              <a:off x="1605082" y="3782900"/>
              <a:ext cx="154212" cy="284275"/>
              <a:chOff x="1605082" y="3782900"/>
              <a:chExt cx="154212" cy="284275"/>
            </a:xfrm>
          </p:grpSpPr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4650C509-0981-864D-9CD9-705A998A9B05}"/>
                  </a:ext>
                </a:extLst>
              </p:cNvPr>
              <p:cNvSpPr/>
              <p:nvPr/>
            </p:nvSpPr>
            <p:spPr>
              <a:xfrm>
                <a:off x="1605082" y="3782900"/>
                <a:ext cx="154212" cy="154212"/>
              </a:xfrm>
              <a:prstGeom prst="ellipse">
                <a:avLst/>
              </a:prstGeom>
              <a:noFill/>
              <a:ln w="6350">
                <a:solidFill>
                  <a:srgbClr val="8EC152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CA10DC9A-011D-D144-8332-5B6E62BE1FD1}"/>
                  </a:ext>
                </a:extLst>
              </p:cNvPr>
              <p:cNvSpPr/>
              <p:nvPr/>
            </p:nvSpPr>
            <p:spPr>
              <a:xfrm flipH="1">
                <a:off x="1657724" y="3841368"/>
                <a:ext cx="56326" cy="5632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8EC15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95" name="Freeform: Shape 167">
                <a:extLst>
                  <a:ext uri="{FF2B5EF4-FFF2-40B4-BE49-F238E27FC236}">
                    <a16:creationId xmlns:a16="http://schemas.microsoft.com/office/drawing/2014/main" id="{FEAFC9A2-B53B-604F-9712-54CA822F7CE5}"/>
                  </a:ext>
                </a:extLst>
              </p:cNvPr>
              <p:cNvSpPr/>
              <p:nvPr/>
            </p:nvSpPr>
            <p:spPr>
              <a:xfrm>
                <a:off x="1628775" y="3888581"/>
                <a:ext cx="52388" cy="178594"/>
              </a:xfrm>
              <a:custGeom>
                <a:avLst/>
                <a:gdLst>
                  <a:gd name="connsiteX0" fmla="*/ 52388 w 52388"/>
                  <a:gd name="connsiteY0" fmla="*/ 0 h 178594"/>
                  <a:gd name="connsiteX1" fmla="*/ 0 w 52388"/>
                  <a:gd name="connsiteY1" fmla="*/ 178594 h 178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2388" h="178594">
                    <a:moveTo>
                      <a:pt x="52388" y="0"/>
                    </a:moveTo>
                    <a:lnTo>
                      <a:pt x="0" y="178594"/>
                    </a:lnTo>
                  </a:path>
                </a:pathLst>
              </a:custGeom>
              <a:noFill/>
              <a:ln w="6350">
                <a:solidFill>
                  <a:srgbClr val="8EC152"/>
                </a:solidFill>
                <a:prstDash val="sysDash"/>
                <a:headEnd type="none" w="sm" len="sm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98" tIns="34299" rIns="68598" bIns="3429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B27DEA13-28AC-0549-836C-62832B7343B3}"/>
              </a:ext>
            </a:extLst>
          </p:cNvPr>
          <p:cNvGrpSpPr/>
          <p:nvPr userDrawn="1"/>
        </p:nvGrpSpPr>
        <p:grpSpPr>
          <a:xfrm flipV="1">
            <a:off x="2777123" y="2619080"/>
            <a:ext cx="881293" cy="973078"/>
            <a:chOff x="584543" y="3782900"/>
            <a:chExt cx="1174751" cy="1297100"/>
          </a:xfrm>
        </p:grpSpPr>
        <p:sp>
          <p:nvSpPr>
            <p:cNvPr id="197" name="Freeform: Shape 169">
              <a:extLst>
                <a:ext uri="{FF2B5EF4-FFF2-40B4-BE49-F238E27FC236}">
                  <a16:creationId xmlns:a16="http://schemas.microsoft.com/office/drawing/2014/main" id="{3B7B83B9-6AA9-B743-A4A5-E867F0FDA5E5}"/>
                </a:ext>
              </a:extLst>
            </p:cNvPr>
            <p:cNvSpPr/>
            <p:nvPr/>
          </p:nvSpPr>
          <p:spPr>
            <a:xfrm>
              <a:off x="584543" y="3867150"/>
              <a:ext cx="1098550" cy="1212850"/>
            </a:xfrm>
            <a:custGeom>
              <a:avLst/>
              <a:gdLst>
                <a:gd name="connsiteX0" fmla="*/ 1117600 w 1117600"/>
                <a:gd name="connsiteY0" fmla="*/ 0 h 1089025"/>
                <a:gd name="connsiteX1" fmla="*/ 777875 w 1117600"/>
                <a:gd name="connsiteY1" fmla="*/ 1089025 h 1089025"/>
                <a:gd name="connsiteX2" fmla="*/ 0 w 1117600"/>
                <a:gd name="connsiteY2" fmla="*/ 1089025 h 1089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7600" h="1089025">
                  <a:moveTo>
                    <a:pt x="1117600" y="0"/>
                  </a:moveTo>
                  <a:lnTo>
                    <a:pt x="777875" y="1089025"/>
                  </a:lnTo>
                  <a:lnTo>
                    <a:pt x="0" y="1089025"/>
                  </a:lnTo>
                </a:path>
              </a:pathLst>
            </a:custGeom>
            <a:noFill/>
            <a:ln w="6350">
              <a:solidFill>
                <a:schemeClr val="accent1">
                  <a:lumMod val="60000"/>
                  <a:lumOff val="40000"/>
                </a:schemeClr>
              </a:solidFill>
              <a:prstDash val="sysDash"/>
              <a:headEnd type="none" w="sm" len="sm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71140537-3E45-074B-85F4-44B06A1069A6}"/>
                </a:ext>
              </a:extLst>
            </p:cNvPr>
            <p:cNvGrpSpPr/>
            <p:nvPr/>
          </p:nvGrpSpPr>
          <p:grpSpPr>
            <a:xfrm>
              <a:off x="1605082" y="3782900"/>
              <a:ext cx="154212" cy="284275"/>
              <a:chOff x="1605082" y="3782900"/>
              <a:chExt cx="154212" cy="284275"/>
            </a:xfrm>
          </p:grpSpPr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B38728D3-B8EA-664A-895F-6E6CA72262AC}"/>
                  </a:ext>
                </a:extLst>
              </p:cNvPr>
              <p:cNvSpPr/>
              <p:nvPr/>
            </p:nvSpPr>
            <p:spPr>
              <a:xfrm>
                <a:off x="1605082" y="3782900"/>
                <a:ext cx="154212" cy="154212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A3AA4E7E-2B7C-1F42-9F87-2A38CE8D3A69}"/>
                  </a:ext>
                </a:extLst>
              </p:cNvPr>
              <p:cNvSpPr/>
              <p:nvPr/>
            </p:nvSpPr>
            <p:spPr>
              <a:xfrm flipH="1">
                <a:off x="1657724" y="3841368"/>
                <a:ext cx="56326" cy="5632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01" name="Freeform: Shape 173">
                <a:extLst>
                  <a:ext uri="{FF2B5EF4-FFF2-40B4-BE49-F238E27FC236}">
                    <a16:creationId xmlns:a16="http://schemas.microsoft.com/office/drawing/2014/main" id="{F354AD3B-8AE1-E84E-9B71-9DF7E25F9978}"/>
                  </a:ext>
                </a:extLst>
              </p:cNvPr>
              <p:cNvSpPr/>
              <p:nvPr/>
            </p:nvSpPr>
            <p:spPr>
              <a:xfrm>
                <a:off x="1628775" y="3888581"/>
                <a:ext cx="52388" cy="178594"/>
              </a:xfrm>
              <a:custGeom>
                <a:avLst/>
                <a:gdLst>
                  <a:gd name="connsiteX0" fmla="*/ 52388 w 52388"/>
                  <a:gd name="connsiteY0" fmla="*/ 0 h 178594"/>
                  <a:gd name="connsiteX1" fmla="*/ 0 w 52388"/>
                  <a:gd name="connsiteY1" fmla="*/ 178594 h 178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2388" h="178594">
                    <a:moveTo>
                      <a:pt x="52388" y="0"/>
                    </a:moveTo>
                    <a:lnTo>
                      <a:pt x="0" y="178594"/>
                    </a:lnTo>
                  </a:path>
                </a:pathLst>
              </a:custGeom>
              <a:noFill/>
              <a:ln w="6350">
                <a:solidFill>
                  <a:schemeClr val="bg1"/>
                </a:solidFill>
                <a:prstDash val="sysDash"/>
                <a:headEnd type="none" w="sm" len="sm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98" tIns="34299" rIns="68598" bIns="3429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83FB2CE-116E-5842-ADE6-829CA8BA4B19}"/>
              </a:ext>
            </a:extLst>
          </p:cNvPr>
          <p:cNvGrpSpPr/>
          <p:nvPr userDrawn="1"/>
        </p:nvGrpSpPr>
        <p:grpSpPr>
          <a:xfrm flipV="1">
            <a:off x="4607581" y="2619080"/>
            <a:ext cx="881293" cy="973078"/>
            <a:chOff x="584543" y="3782900"/>
            <a:chExt cx="1174751" cy="1297100"/>
          </a:xfrm>
        </p:grpSpPr>
        <p:sp>
          <p:nvSpPr>
            <p:cNvPr id="203" name="Freeform: Shape 175">
              <a:extLst>
                <a:ext uri="{FF2B5EF4-FFF2-40B4-BE49-F238E27FC236}">
                  <a16:creationId xmlns:a16="http://schemas.microsoft.com/office/drawing/2014/main" id="{6F8EB941-0EE5-C543-A0A1-760B784ACC17}"/>
                </a:ext>
              </a:extLst>
            </p:cNvPr>
            <p:cNvSpPr/>
            <p:nvPr/>
          </p:nvSpPr>
          <p:spPr>
            <a:xfrm>
              <a:off x="584543" y="3867150"/>
              <a:ext cx="1098550" cy="1212850"/>
            </a:xfrm>
            <a:custGeom>
              <a:avLst/>
              <a:gdLst>
                <a:gd name="connsiteX0" fmla="*/ 1117600 w 1117600"/>
                <a:gd name="connsiteY0" fmla="*/ 0 h 1089025"/>
                <a:gd name="connsiteX1" fmla="*/ 777875 w 1117600"/>
                <a:gd name="connsiteY1" fmla="*/ 1089025 h 1089025"/>
                <a:gd name="connsiteX2" fmla="*/ 0 w 1117600"/>
                <a:gd name="connsiteY2" fmla="*/ 1089025 h 1089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7600" h="1089025">
                  <a:moveTo>
                    <a:pt x="1117600" y="0"/>
                  </a:moveTo>
                  <a:lnTo>
                    <a:pt x="777875" y="1089025"/>
                  </a:lnTo>
                  <a:lnTo>
                    <a:pt x="0" y="1089025"/>
                  </a:lnTo>
                </a:path>
              </a:pathLst>
            </a:custGeom>
            <a:noFill/>
            <a:ln w="6350">
              <a:solidFill>
                <a:srgbClr val="232120"/>
              </a:solidFill>
              <a:prstDash val="sysDash"/>
              <a:headEnd type="none" w="sm" len="sm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5C867903-214A-1C46-8BD3-D26F253CF036}"/>
                </a:ext>
              </a:extLst>
            </p:cNvPr>
            <p:cNvGrpSpPr/>
            <p:nvPr/>
          </p:nvGrpSpPr>
          <p:grpSpPr>
            <a:xfrm>
              <a:off x="1605082" y="3782900"/>
              <a:ext cx="154212" cy="284275"/>
              <a:chOff x="1605082" y="3782900"/>
              <a:chExt cx="154212" cy="284275"/>
            </a:xfrm>
          </p:grpSpPr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B1095579-C164-1840-A1DF-A0653AD13AD8}"/>
                  </a:ext>
                </a:extLst>
              </p:cNvPr>
              <p:cNvSpPr/>
              <p:nvPr/>
            </p:nvSpPr>
            <p:spPr>
              <a:xfrm>
                <a:off x="1605082" y="3782900"/>
                <a:ext cx="154212" cy="154212"/>
              </a:xfrm>
              <a:prstGeom prst="ellipse">
                <a:avLst/>
              </a:prstGeom>
              <a:noFill/>
              <a:ln w="6350">
                <a:solidFill>
                  <a:srgbClr val="232120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9CC122A2-943B-D24E-8222-B76FFCE3598C}"/>
                  </a:ext>
                </a:extLst>
              </p:cNvPr>
              <p:cNvSpPr/>
              <p:nvPr/>
            </p:nvSpPr>
            <p:spPr>
              <a:xfrm flipH="1">
                <a:off x="1657724" y="3841368"/>
                <a:ext cx="56326" cy="56326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23212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07" name="Freeform: Shape 179">
                <a:extLst>
                  <a:ext uri="{FF2B5EF4-FFF2-40B4-BE49-F238E27FC236}">
                    <a16:creationId xmlns:a16="http://schemas.microsoft.com/office/drawing/2014/main" id="{F21413FC-AFAD-8643-B57C-D9CC9D989798}"/>
                  </a:ext>
                </a:extLst>
              </p:cNvPr>
              <p:cNvSpPr/>
              <p:nvPr/>
            </p:nvSpPr>
            <p:spPr>
              <a:xfrm>
                <a:off x="1628775" y="3888581"/>
                <a:ext cx="52388" cy="178594"/>
              </a:xfrm>
              <a:custGeom>
                <a:avLst/>
                <a:gdLst>
                  <a:gd name="connsiteX0" fmla="*/ 52388 w 52388"/>
                  <a:gd name="connsiteY0" fmla="*/ 0 h 178594"/>
                  <a:gd name="connsiteX1" fmla="*/ 0 w 52388"/>
                  <a:gd name="connsiteY1" fmla="*/ 178594 h 178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2388" h="178594">
                    <a:moveTo>
                      <a:pt x="52388" y="0"/>
                    </a:moveTo>
                    <a:lnTo>
                      <a:pt x="0" y="178594"/>
                    </a:lnTo>
                  </a:path>
                </a:pathLst>
              </a:custGeom>
              <a:noFill/>
              <a:ln w="6350">
                <a:solidFill>
                  <a:srgbClr val="232120"/>
                </a:solidFill>
                <a:prstDash val="sysDash"/>
                <a:headEnd type="none" w="sm" len="sm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98" tIns="34299" rIns="68598" bIns="3429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9F5DE1E-2A02-7B43-A43A-045415597D2C}"/>
              </a:ext>
            </a:extLst>
          </p:cNvPr>
          <p:cNvGrpSpPr/>
          <p:nvPr userDrawn="1"/>
        </p:nvGrpSpPr>
        <p:grpSpPr>
          <a:xfrm flipV="1">
            <a:off x="8207595" y="2619080"/>
            <a:ext cx="881293" cy="973078"/>
            <a:chOff x="584543" y="3782900"/>
            <a:chExt cx="1174751" cy="1297100"/>
          </a:xfrm>
        </p:grpSpPr>
        <p:sp>
          <p:nvSpPr>
            <p:cNvPr id="216" name="Freeform: Shape 188">
              <a:extLst>
                <a:ext uri="{FF2B5EF4-FFF2-40B4-BE49-F238E27FC236}">
                  <a16:creationId xmlns:a16="http://schemas.microsoft.com/office/drawing/2014/main" id="{6C16CEC8-38AA-2B45-A444-AFC6AFBB6313}"/>
                </a:ext>
              </a:extLst>
            </p:cNvPr>
            <p:cNvSpPr/>
            <p:nvPr/>
          </p:nvSpPr>
          <p:spPr>
            <a:xfrm>
              <a:off x="584543" y="3867150"/>
              <a:ext cx="1098550" cy="1212850"/>
            </a:xfrm>
            <a:custGeom>
              <a:avLst/>
              <a:gdLst>
                <a:gd name="connsiteX0" fmla="*/ 1117600 w 1117600"/>
                <a:gd name="connsiteY0" fmla="*/ 0 h 1089025"/>
                <a:gd name="connsiteX1" fmla="*/ 777875 w 1117600"/>
                <a:gd name="connsiteY1" fmla="*/ 1089025 h 1089025"/>
                <a:gd name="connsiteX2" fmla="*/ 0 w 1117600"/>
                <a:gd name="connsiteY2" fmla="*/ 1089025 h 1089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7600" h="1089025">
                  <a:moveTo>
                    <a:pt x="1117600" y="0"/>
                  </a:moveTo>
                  <a:lnTo>
                    <a:pt x="777875" y="1089025"/>
                  </a:lnTo>
                  <a:lnTo>
                    <a:pt x="0" y="1089025"/>
                  </a:lnTo>
                </a:path>
              </a:pathLst>
            </a:custGeom>
            <a:noFill/>
            <a:ln w="6350">
              <a:solidFill>
                <a:schemeClr val="accent6"/>
              </a:solidFill>
              <a:prstDash val="sysDash"/>
              <a:headEnd type="none" w="sm" len="sm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3141A8A4-9DE1-A14E-95A3-CC3B751829FC}"/>
                </a:ext>
              </a:extLst>
            </p:cNvPr>
            <p:cNvGrpSpPr/>
            <p:nvPr/>
          </p:nvGrpSpPr>
          <p:grpSpPr>
            <a:xfrm>
              <a:off x="1605082" y="3782900"/>
              <a:ext cx="154212" cy="284275"/>
              <a:chOff x="1605082" y="3782900"/>
              <a:chExt cx="154212" cy="284275"/>
            </a:xfrm>
          </p:grpSpPr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293DA14E-F1FE-CE45-9F88-0D3CF60755D1}"/>
                  </a:ext>
                </a:extLst>
              </p:cNvPr>
              <p:cNvSpPr/>
              <p:nvPr/>
            </p:nvSpPr>
            <p:spPr>
              <a:xfrm>
                <a:off x="1605082" y="3782900"/>
                <a:ext cx="154212" cy="154212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C0394CF8-A7AF-9046-9895-0675932DC878}"/>
                  </a:ext>
                </a:extLst>
              </p:cNvPr>
              <p:cNvSpPr/>
              <p:nvPr/>
            </p:nvSpPr>
            <p:spPr>
              <a:xfrm flipH="1">
                <a:off x="1657724" y="3841368"/>
                <a:ext cx="56326" cy="5632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20" name="Freeform: Shape 192">
                <a:extLst>
                  <a:ext uri="{FF2B5EF4-FFF2-40B4-BE49-F238E27FC236}">
                    <a16:creationId xmlns:a16="http://schemas.microsoft.com/office/drawing/2014/main" id="{C58EF139-AB61-5743-B5BC-FA44D5A6EB2D}"/>
                  </a:ext>
                </a:extLst>
              </p:cNvPr>
              <p:cNvSpPr/>
              <p:nvPr/>
            </p:nvSpPr>
            <p:spPr>
              <a:xfrm>
                <a:off x="1628775" y="3888581"/>
                <a:ext cx="52388" cy="178594"/>
              </a:xfrm>
              <a:custGeom>
                <a:avLst/>
                <a:gdLst>
                  <a:gd name="connsiteX0" fmla="*/ 52388 w 52388"/>
                  <a:gd name="connsiteY0" fmla="*/ 0 h 178594"/>
                  <a:gd name="connsiteX1" fmla="*/ 0 w 52388"/>
                  <a:gd name="connsiteY1" fmla="*/ 178594 h 178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2388" h="178594">
                    <a:moveTo>
                      <a:pt x="52388" y="0"/>
                    </a:moveTo>
                    <a:lnTo>
                      <a:pt x="0" y="178594"/>
                    </a:lnTo>
                  </a:path>
                </a:pathLst>
              </a:custGeom>
              <a:noFill/>
              <a:ln w="6350">
                <a:solidFill>
                  <a:schemeClr val="bg1"/>
                </a:solidFill>
                <a:prstDash val="sysDash"/>
                <a:headEnd type="none" w="sm" len="sm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98" tIns="34299" rIns="68598" bIns="3429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CA62EB01-197A-2944-B20E-1944A41E66CE}"/>
              </a:ext>
            </a:extLst>
          </p:cNvPr>
          <p:cNvGrpSpPr/>
          <p:nvPr userDrawn="1"/>
        </p:nvGrpSpPr>
        <p:grpSpPr>
          <a:xfrm flipV="1">
            <a:off x="6368479" y="2605440"/>
            <a:ext cx="881293" cy="973078"/>
            <a:chOff x="584543" y="3782900"/>
            <a:chExt cx="1174751" cy="1297100"/>
          </a:xfrm>
        </p:grpSpPr>
        <p:sp>
          <p:nvSpPr>
            <p:cNvPr id="325" name="Freeform: Shape 188">
              <a:extLst>
                <a:ext uri="{FF2B5EF4-FFF2-40B4-BE49-F238E27FC236}">
                  <a16:creationId xmlns:a16="http://schemas.microsoft.com/office/drawing/2014/main" id="{6313A6F7-F253-684C-BEE5-BBEA4DA7DD06}"/>
                </a:ext>
              </a:extLst>
            </p:cNvPr>
            <p:cNvSpPr/>
            <p:nvPr/>
          </p:nvSpPr>
          <p:spPr>
            <a:xfrm>
              <a:off x="584543" y="3867150"/>
              <a:ext cx="1098550" cy="1212850"/>
            </a:xfrm>
            <a:custGeom>
              <a:avLst/>
              <a:gdLst>
                <a:gd name="connsiteX0" fmla="*/ 1117600 w 1117600"/>
                <a:gd name="connsiteY0" fmla="*/ 0 h 1089025"/>
                <a:gd name="connsiteX1" fmla="*/ 777875 w 1117600"/>
                <a:gd name="connsiteY1" fmla="*/ 1089025 h 1089025"/>
                <a:gd name="connsiteX2" fmla="*/ 0 w 1117600"/>
                <a:gd name="connsiteY2" fmla="*/ 1089025 h 1089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7600" h="1089025">
                  <a:moveTo>
                    <a:pt x="1117600" y="0"/>
                  </a:moveTo>
                  <a:lnTo>
                    <a:pt x="777875" y="1089025"/>
                  </a:lnTo>
                  <a:lnTo>
                    <a:pt x="0" y="1089025"/>
                  </a:lnTo>
                </a:path>
              </a:pathLst>
            </a:custGeom>
            <a:noFill/>
            <a:ln w="6350">
              <a:solidFill>
                <a:srgbClr val="ED6A5E"/>
              </a:solidFill>
              <a:prstDash val="sysDash"/>
              <a:headEnd type="none" w="sm" len="sm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grpSp>
          <p:nvGrpSpPr>
            <p:cNvPr id="326" name="Group 325">
              <a:extLst>
                <a:ext uri="{FF2B5EF4-FFF2-40B4-BE49-F238E27FC236}">
                  <a16:creationId xmlns:a16="http://schemas.microsoft.com/office/drawing/2014/main" id="{E00E93B0-C339-4F46-B4CC-CB4C0AEFDD30}"/>
                </a:ext>
              </a:extLst>
            </p:cNvPr>
            <p:cNvGrpSpPr/>
            <p:nvPr/>
          </p:nvGrpSpPr>
          <p:grpSpPr>
            <a:xfrm>
              <a:off x="1605082" y="3782900"/>
              <a:ext cx="154212" cy="284275"/>
              <a:chOff x="1605082" y="3782900"/>
              <a:chExt cx="154212" cy="284275"/>
            </a:xfrm>
          </p:grpSpPr>
          <p:sp>
            <p:nvSpPr>
              <p:cNvPr id="327" name="Oval 326">
                <a:extLst>
                  <a:ext uri="{FF2B5EF4-FFF2-40B4-BE49-F238E27FC236}">
                    <a16:creationId xmlns:a16="http://schemas.microsoft.com/office/drawing/2014/main" id="{849C6B3B-2D65-1049-918B-010DE62B9B51}"/>
                  </a:ext>
                </a:extLst>
              </p:cNvPr>
              <p:cNvSpPr/>
              <p:nvPr/>
            </p:nvSpPr>
            <p:spPr>
              <a:xfrm>
                <a:off x="1605082" y="3782900"/>
                <a:ext cx="154212" cy="154212"/>
              </a:xfrm>
              <a:prstGeom prst="ellipse">
                <a:avLst/>
              </a:prstGeom>
              <a:noFill/>
              <a:ln w="6350">
                <a:solidFill>
                  <a:schemeClr val="bg1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28" name="Oval 327">
                <a:extLst>
                  <a:ext uri="{FF2B5EF4-FFF2-40B4-BE49-F238E27FC236}">
                    <a16:creationId xmlns:a16="http://schemas.microsoft.com/office/drawing/2014/main" id="{8D7E69A1-4660-B948-B1F0-CF472084D014}"/>
                  </a:ext>
                </a:extLst>
              </p:cNvPr>
              <p:cNvSpPr/>
              <p:nvPr/>
            </p:nvSpPr>
            <p:spPr>
              <a:xfrm flipH="1">
                <a:off x="1657724" y="3841368"/>
                <a:ext cx="56326" cy="5632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29" name="Freeform: Shape 192">
                <a:extLst>
                  <a:ext uri="{FF2B5EF4-FFF2-40B4-BE49-F238E27FC236}">
                    <a16:creationId xmlns:a16="http://schemas.microsoft.com/office/drawing/2014/main" id="{B29C23EE-04DC-B840-9425-3D87F9154736}"/>
                  </a:ext>
                </a:extLst>
              </p:cNvPr>
              <p:cNvSpPr/>
              <p:nvPr/>
            </p:nvSpPr>
            <p:spPr>
              <a:xfrm>
                <a:off x="1628775" y="3888581"/>
                <a:ext cx="52388" cy="178594"/>
              </a:xfrm>
              <a:custGeom>
                <a:avLst/>
                <a:gdLst>
                  <a:gd name="connsiteX0" fmla="*/ 52388 w 52388"/>
                  <a:gd name="connsiteY0" fmla="*/ 0 h 178594"/>
                  <a:gd name="connsiteX1" fmla="*/ 0 w 52388"/>
                  <a:gd name="connsiteY1" fmla="*/ 178594 h 178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2388" h="178594">
                    <a:moveTo>
                      <a:pt x="52388" y="0"/>
                    </a:moveTo>
                    <a:lnTo>
                      <a:pt x="0" y="178594"/>
                    </a:lnTo>
                  </a:path>
                </a:pathLst>
              </a:custGeom>
              <a:noFill/>
              <a:ln w="6350">
                <a:solidFill>
                  <a:schemeClr val="bg1"/>
                </a:solidFill>
                <a:prstDash val="sysDash"/>
                <a:headEnd type="none" w="sm" len="sm"/>
                <a:tailEnd type="none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98" tIns="34299" rIns="68598" bIns="34299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800"/>
              </a:p>
            </p:txBody>
          </p:sp>
        </p:grpSp>
      </p:grpSp>
      <p:pic>
        <p:nvPicPr>
          <p:cNvPr id="211" name="Picture 210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662D34D8-FF59-274F-BC95-0E28E00F1C8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9353AE6-F69F-43D7-88B9-557AB397F8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41848" y="397519"/>
            <a:ext cx="6908305" cy="9731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5000" b="1">
                <a:solidFill>
                  <a:srgbClr val="1178BC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Nine Step Template </a:t>
            </a:r>
            <a:endParaRPr lang="en-ZA" dirty="0"/>
          </a:p>
        </p:txBody>
      </p:sp>
      <p:sp>
        <p:nvSpPr>
          <p:cNvPr id="208" name="Text Placeholder 4">
            <a:extLst>
              <a:ext uri="{FF2B5EF4-FFF2-40B4-BE49-F238E27FC236}">
                <a16:creationId xmlns:a16="http://schemas.microsoft.com/office/drawing/2014/main" id="{A099C2A6-FB4E-4638-B990-75C0104773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20939" y="1510623"/>
            <a:ext cx="824127" cy="1036561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rgbClr val="23212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210" name="Text Placeholder 4">
            <a:extLst>
              <a:ext uri="{FF2B5EF4-FFF2-40B4-BE49-F238E27FC236}">
                <a16:creationId xmlns:a16="http://schemas.microsoft.com/office/drawing/2014/main" id="{1908285C-0ACC-458D-B96A-F8A27B47BD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01681" y="4780336"/>
            <a:ext cx="824127" cy="1036561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23212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212" name="Text Placeholder 4">
            <a:extLst>
              <a:ext uri="{FF2B5EF4-FFF2-40B4-BE49-F238E27FC236}">
                <a16:creationId xmlns:a16="http://schemas.microsoft.com/office/drawing/2014/main" id="{77A5E48F-864B-4EED-8E08-AB22E68422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97297" y="1510623"/>
            <a:ext cx="824127" cy="1036561"/>
          </a:xfrm>
          <a:effectLst/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rgbClr val="23212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213" name="Text Placeholder 4">
            <a:extLst>
              <a:ext uri="{FF2B5EF4-FFF2-40B4-BE49-F238E27FC236}">
                <a16:creationId xmlns:a16="http://schemas.microsoft.com/office/drawing/2014/main" id="{F0554FD2-A8B5-42CC-ADC4-E58D553A51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91928" y="4780336"/>
            <a:ext cx="824127" cy="1036561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23212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222" name="Text Placeholder 4">
            <a:extLst>
              <a:ext uri="{FF2B5EF4-FFF2-40B4-BE49-F238E27FC236}">
                <a16:creationId xmlns:a16="http://schemas.microsoft.com/office/drawing/2014/main" id="{E67D122D-B5B5-4B82-B724-3075AC4FA8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20700" y="1507566"/>
            <a:ext cx="824127" cy="1036561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23212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224" name="Text Placeholder 4">
            <a:extLst>
              <a:ext uri="{FF2B5EF4-FFF2-40B4-BE49-F238E27FC236}">
                <a16:creationId xmlns:a16="http://schemas.microsoft.com/office/drawing/2014/main" id="{FD0EE968-FE9E-46D8-A93F-5A12EA6247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82175" y="4780336"/>
            <a:ext cx="824127" cy="1036561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23212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225" name="Text Placeholder 4">
            <a:extLst>
              <a:ext uri="{FF2B5EF4-FFF2-40B4-BE49-F238E27FC236}">
                <a16:creationId xmlns:a16="http://schemas.microsoft.com/office/drawing/2014/main" id="{544D4F9F-E399-4DED-A161-2C78D5F29D2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91680" y="1502629"/>
            <a:ext cx="824127" cy="1036561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23212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226" name="Text Placeholder 4">
            <a:extLst>
              <a:ext uri="{FF2B5EF4-FFF2-40B4-BE49-F238E27FC236}">
                <a16:creationId xmlns:a16="http://schemas.microsoft.com/office/drawing/2014/main" id="{476B027B-C2A8-4A19-83C0-5BC1F29CCE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72422" y="4780336"/>
            <a:ext cx="824127" cy="1036561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23212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228" name="Text Placeholder 4">
            <a:extLst>
              <a:ext uri="{FF2B5EF4-FFF2-40B4-BE49-F238E27FC236}">
                <a16:creationId xmlns:a16="http://schemas.microsoft.com/office/drawing/2014/main" id="{4279A651-936E-4083-B5A7-C3B75D872B0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2669" y="4780336"/>
            <a:ext cx="824127" cy="1036561"/>
          </a:xfrm>
          <a:effectLst/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rgbClr val="23212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229760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9DD9A9C3-BD1B-DE45-8583-F014A0F0AB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98048B4-98A5-6546-95BE-FD9A5F2F96A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00612" y="394722"/>
            <a:ext cx="1304141" cy="254945"/>
          </a:xfrm>
          <a:prstGeom prst="rect">
            <a:avLst/>
          </a:prstGeom>
        </p:spPr>
      </p:pic>
      <p:sp>
        <p:nvSpPr>
          <p:cNvPr id="8" name="Freeform 6">
            <a:extLst>
              <a:ext uri="{FF2B5EF4-FFF2-40B4-BE49-F238E27FC236}">
                <a16:creationId xmlns:a16="http://schemas.microsoft.com/office/drawing/2014/main" id="{2B2FDAEB-822C-3140-B692-49E382449DE5}"/>
              </a:ext>
            </a:extLst>
          </p:cNvPr>
          <p:cNvSpPr>
            <a:spLocks/>
          </p:cNvSpPr>
          <p:nvPr userDrawn="1"/>
        </p:nvSpPr>
        <p:spPr bwMode="auto">
          <a:xfrm>
            <a:off x="5632451" y="1444952"/>
            <a:ext cx="2411413" cy="2408238"/>
          </a:xfrm>
          <a:custGeom>
            <a:avLst/>
            <a:gdLst>
              <a:gd name="T0" fmla="*/ 1605 w 3037"/>
              <a:gd name="T1" fmla="*/ 2 h 3036"/>
              <a:gd name="T2" fmla="*/ 1845 w 3037"/>
              <a:gd name="T3" fmla="*/ 35 h 3036"/>
              <a:gd name="T4" fmla="*/ 2082 w 3037"/>
              <a:gd name="T5" fmla="*/ 107 h 3036"/>
              <a:gd name="T6" fmla="*/ 2296 w 3037"/>
              <a:gd name="T7" fmla="*/ 213 h 3036"/>
              <a:gd name="T8" fmla="*/ 2491 w 3037"/>
              <a:gd name="T9" fmla="*/ 350 h 3036"/>
              <a:gd name="T10" fmla="*/ 2657 w 3037"/>
              <a:gd name="T11" fmla="*/ 513 h 3036"/>
              <a:gd name="T12" fmla="*/ 2798 w 3037"/>
              <a:gd name="T13" fmla="*/ 700 h 3036"/>
              <a:gd name="T14" fmla="*/ 2908 w 3037"/>
              <a:gd name="T15" fmla="*/ 905 h 3036"/>
              <a:gd name="T16" fmla="*/ 2985 w 3037"/>
              <a:gd name="T17" fmla="*/ 1127 h 3036"/>
              <a:gd name="T18" fmla="*/ 3029 w 3037"/>
              <a:gd name="T19" fmla="*/ 1358 h 3036"/>
              <a:gd name="T20" fmla="*/ 3035 w 3037"/>
              <a:gd name="T21" fmla="*/ 1600 h 3036"/>
              <a:gd name="T22" fmla="*/ 3002 w 3037"/>
              <a:gd name="T23" fmla="*/ 1843 h 3036"/>
              <a:gd name="T24" fmla="*/ 2929 w 3037"/>
              <a:gd name="T25" fmla="*/ 2079 h 3036"/>
              <a:gd name="T26" fmla="*/ 2822 w 3037"/>
              <a:gd name="T27" fmla="*/ 2296 h 3036"/>
              <a:gd name="T28" fmla="*/ 2685 w 3037"/>
              <a:gd name="T29" fmla="*/ 2488 h 3036"/>
              <a:gd name="T30" fmla="*/ 2522 w 3037"/>
              <a:gd name="T31" fmla="*/ 2656 h 3036"/>
              <a:gd name="T32" fmla="*/ 2337 w 3037"/>
              <a:gd name="T33" fmla="*/ 2796 h 3036"/>
              <a:gd name="T34" fmla="*/ 2131 w 3037"/>
              <a:gd name="T35" fmla="*/ 2906 h 3036"/>
              <a:gd name="T36" fmla="*/ 1910 w 3037"/>
              <a:gd name="T37" fmla="*/ 2984 h 3036"/>
              <a:gd name="T38" fmla="*/ 1677 w 3037"/>
              <a:gd name="T39" fmla="*/ 3027 h 3036"/>
              <a:gd name="T40" fmla="*/ 1437 w 3037"/>
              <a:gd name="T41" fmla="*/ 3034 h 3036"/>
              <a:gd name="T42" fmla="*/ 1191 w 3037"/>
              <a:gd name="T43" fmla="*/ 2999 h 3036"/>
              <a:gd name="T44" fmla="*/ 960 w 3037"/>
              <a:gd name="T45" fmla="*/ 2929 h 3036"/>
              <a:gd name="T46" fmla="*/ 749 w 3037"/>
              <a:gd name="T47" fmla="*/ 2827 h 3036"/>
              <a:gd name="T48" fmla="*/ 559 w 3037"/>
              <a:gd name="T49" fmla="*/ 2695 h 3036"/>
              <a:gd name="T50" fmla="*/ 388 w 3037"/>
              <a:gd name="T51" fmla="*/ 2530 h 3036"/>
              <a:gd name="T52" fmla="*/ 245 w 3037"/>
              <a:gd name="T53" fmla="*/ 2343 h 3036"/>
              <a:gd name="T54" fmla="*/ 132 w 3037"/>
              <a:gd name="T55" fmla="*/ 2138 h 3036"/>
              <a:gd name="T56" fmla="*/ 53 w 3037"/>
              <a:gd name="T57" fmla="*/ 1915 h 3036"/>
              <a:gd name="T58" fmla="*/ 7 w 3037"/>
              <a:gd name="T59" fmla="*/ 1680 h 3036"/>
              <a:gd name="T60" fmla="*/ 2 w 3037"/>
              <a:gd name="T61" fmla="*/ 1438 h 3036"/>
              <a:gd name="T62" fmla="*/ 35 w 3037"/>
              <a:gd name="T63" fmla="*/ 1191 h 3036"/>
              <a:gd name="T64" fmla="*/ 108 w 3037"/>
              <a:gd name="T65" fmla="*/ 955 h 3036"/>
              <a:gd name="T66" fmla="*/ 214 w 3037"/>
              <a:gd name="T67" fmla="*/ 737 h 3036"/>
              <a:gd name="T68" fmla="*/ 352 w 3037"/>
              <a:gd name="T69" fmla="*/ 544 h 3036"/>
              <a:gd name="T70" fmla="*/ 517 w 3037"/>
              <a:gd name="T71" fmla="*/ 376 h 3036"/>
              <a:gd name="T72" fmla="*/ 704 w 3037"/>
              <a:gd name="T73" fmla="*/ 237 h 3036"/>
              <a:gd name="T74" fmla="*/ 911 w 3037"/>
              <a:gd name="T75" fmla="*/ 127 h 3036"/>
              <a:gd name="T76" fmla="*/ 1132 w 3037"/>
              <a:gd name="T77" fmla="*/ 50 h 3036"/>
              <a:gd name="T78" fmla="*/ 1365 w 3037"/>
              <a:gd name="T79" fmla="*/ 6 h 3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037" h="3036">
                <a:moveTo>
                  <a:pt x="1486" y="0"/>
                </a:moveTo>
                <a:lnTo>
                  <a:pt x="1605" y="2"/>
                </a:lnTo>
                <a:lnTo>
                  <a:pt x="1724" y="13"/>
                </a:lnTo>
                <a:lnTo>
                  <a:pt x="1845" y="35"/>
                </a:lnTo>
                <a:lnTo>
                  <a:pt x="1965" y="66"/>
                </a:lnTo>
                <a:lnTo>
                  <a:pt x="2082" y="107"/>
                </a:lnTo>
                <a:lnTo>
                  <a:pt x="2192" y="156"/>
                </a:lnTo>
                <a:lnTo>
                  <a:pt x="2296" y="213"/>
                </a:lnTo>
                <a:lnTo>
                  <a:pt x="2397" y="279"/>
                </a:lnTo>
                <a:lnTo>
                  <a:pt x="2491" y="350"/>
                </a:lnTo>
                <a:lnTo>
                  <a:pt x="2577" y="429"/>
                </a:lnTo>
                <a:lnTo>
                  <a:pt x="2657" y="513"/>
                </a:lnTo>
                <a:lnTo>
                  <a:pt x="2731" y="605"/>
                </a:lnTo>
                <a:lnTo>
                  <a:pt x="2798" y="700"/>
                </a:lnTo>
                <a:lnTo>
                  <a:pt x="2857" y="801"/>
                </a:lnTo>
                <a:lnTo>
                  <a:pt x="2908" y="905"/>
                </a:lnTo>
                <a:lnTo>
                  <a:pt x="2951" y="1013"/>
                </a:lnTo>
                <a:lnTo>
                  <a:pt x="2985" y="1127"/>
                </a:lnTo>
                <a:lnTo>
                  <a:pt x="3011" y="1241"/>
                </a:lnTo>
                <a:lnTo>
                  <a:pt x="3029" y="1358"/>
                </a:lnTo>
                <a:lnTo>
                  <a:pt x="3037" y="1479"/>
                </a:lnTo>
                <a:lnTo>
                  <a:pt x="3035" y="1600"/>
                </a:lnTo>
                <a:lnTo>
                  <a:pt x="3024" y="1720"/>
                </a:lnTo>
                <a:lnTo>
                  <a:pt x="3002" y="1843"/>
                </a:lnTo>
                <a:lnTo>
                  <a:pt x="2969" y="1964"/>
                </a:lnTo>
                <a:lnTo>
                  <a:pt x="2929" y="2079"/>
                </a:lnTo>
                <a:lnTo>
                  <a:pt x="2879" y="2191"/>
                </a:lnTo>
                <a:lnTo>
                  <a:pt x="2822" y="2296"/>
                </a:lnTo>
                <a:lnTo>
                  <a:pt x="2758" y="2395"/>
                </a:lnTo>
                <a:lnTo>
                  <a:pt x="2685" y="2488"/>
                </a:lnTo>
                <a:lnTo>
                  <a:pt x="2608" y="2576"/>
                </a:lnTo>
                <a:lnTo>
                  <a:pt x="2522" y="2656"/>
                </a:lnTo>
                <a:lnTo>
                  <a:pt x="2432" y="2730"/>
                </a:lnTo>
                <a:lnTo>
                  <a:pt x="2337" y="2796"/>
                </a:lnTo>
                <a:lnTo>
                  <a:pt x="2236" y="2856"/>
                </a:lnTo>
                <a:lnTo>
                  <a:pt x="2131" y="2906"/>
                </a:lnTo>
                <a:lnTo>
                  <a:pt x="2021" y="2950"/>
                </a:lnTo>
                <a:lnTo>
                  <a:pt x="1910" y="2984"/>
                </a:lnTo>
                <a:lnTo>
                  <a:pt x="1794" y="3010"/>
                </a:lnTo>
                <a:lnTo>
                  <a:pt x="1677" y="3027"/>
                </a:lnTo>
                <a:lnTo>
                  <a:pt x="1558" y="3036"/>
                </a:lnTo>
                <a:lnTo>
                  <a:pt x="1437" y="3034"/>
                </a:lnTo>
                <a:lnTo>
                  <a:pt x="1314" y="3021"/>
                </a:lnTo>
                <a:lnTo>
                  <a:pt x="1191" y="2999"/>
                </a:lnTo>
                <a:lnTo>
                  <a:pt x="1074" y="2968"/>
                </a:lnTo>
                <a:lnTo>
                  <a:pt x="960" y="2929"/>
                </a:lnTo>
                <a:lnTo>
                  <a:pt x="852" y="2882"/>
                </a:lnTo>
                <a:lnTo>
                  <a:pt x="749" y="2827"/>
                </a:lnTo>
                <a:lnTo>
                  <a:pt x="650" y="2763"/>
                </a:lnTo>
                <a:lnTo>
                  <a:pt x="559" y="2695"/>
                </a:lnTo>
                <a:lnTo>
                  <a:pt x="469" y="2616"/>
                </a:lnTo>
                <a:lnTo>
                  <a:pt x="388" y="2530"/>
                </a:lnTo>
                <a:lnTo>
                  <a:pt x="313" y="2440"/>
                </a:lnTo>
                <a:lnTo>
                  <a:pt x="245" y="2343"/>
                </a:lnTo>
                <a:lnTo>
                  <a:pt x="185" y="2243"/>
                </a:lnTo>
                <a:lnTo>
                  <a:pt x="132" y="2138"/>
                </a:lnTo>
                <a:lnTo>
                  <a:pt x="88" y="2028"/>
                </a:lnTo>
                <a:lnTo>
                  <a:pt x="53" y="1915"/>
                </a:lnTo>
                <a:lnTo>
                  <a:pt x="26" y="1799"/>
                </a:lnTo>
                <a:lnTo>
                  <a:pt x="7" y="1680"/>
                </a:lnTo>
                <a:lnTo>
                  <a:pt x="0" y="1559"/>
                </a:lnTo>
                <a:lnTo>
                  <a:pt x="2" y="1438"/>
                </a:lnTo>
                <a:lnTo>
                  <a:pt x="13" y="1314"/>
                </a:lnTo>
                <a:lnTo>
                  <a:pt x="35" y="1191"/>
                </a:lnTo>
                <a:lnTo>
                  <a:pt x="68" y="1070"/>
                </a:lnTo>
                <a:lnTo>
                  <a:pt x="108" y="955"/>
                </a:lnTo>
                <a:lnTo>
                  <a:pt x="157" y="843"/>
                </a:lnTo>
                <a:lnTo>
                  <a:pt x="214" y="737"/>
                </a:lnTo>
                <a:lnTo>
                  <a:pt x="280" y="638"/>
                </a:lnTo>
                <a:lnTo>
                  <a:pt x="352" y="544"/>
                </a:lnTo>
                <a:lnTo>
                  <a:pt x="431" y="456"/>
                </a:lnTo>
                <a:lnTo>
                  <a:pt x="517" y="376"/>
                </a:lnTo>
                <a:lnTo>
                  <a:pt x="608" y="303"/>
                </a:lnTo>
                <a:lnTo>
                  <a:pt x="704" y="237"/>
                </a:lnTo>
                <a:lnTo>
                  <a:pt x="804" y="178"/>
                </a:lnTo>
                <a:lnTo>
                  <a:pt x="911" y="127"/>
                </a:lnTo>
                <a:lnTo>
                  <a:pt x="1019" y="83"/>
                </a:lnTo>
                <a:lnTo>
                  <a:pt x="1132" y="50"/>
                </a:lnTo>
                <a:lnTo>
                  <a:pt x="1248" y="24"/>
                </a:lnTo>
                <a:lnTo>
                  <a:pt x="1365" y="6"/>
                </a:lnTo>
                <a:lnTo>
                  <a:pt x="1486" y="0"/>
                </a:lnTo>
                <a:close/>
              </a:path>
            </a:pathLst>
          </a:custGeom>
          <a:solidFill>
            <a:srgbClr val="155E9B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B5FAC906-2A27-0F4F-B950-D47A05312832}"/>
              </a:ext>
            </a:extLst>
          </p:cNvPr>
          <p:cNvSpPr>
            <a:spLocks/>
          </p:cNvSpPr>
          <p:nvPr userDrawn="1"/>
        </p:nvSpPr>
        <p:spPr bwMode="auto">
          <a:xfrm>
            <a:off x="6061076" y="2164090"/>
            <a:ext cx="2409825" cy="2409825"/>
          </a:xfrm>
          <a:custGeom>
            <a:avLst/>
            <a:gdLst>
              <a:gd name="T0" fmla="*/ 1671 w 3037"/>
              <a:gd name="T1" fmla="*/ 7 h 3035"/>
              <a:gd name="T2" fmla="*/ 1889 w 3037"/>
              <a:gd name="T3" fmla="*/ 46 h 3035"/>
              <a:gd name="T4" fmla="*/ 2102 w 3037"/>
              <a:gd name="T5" fmla="*/ 116 h 3035"/>
              <a:gd name="T6" fmla="*/ 2302 w 3037"/>
              <a:gd name="T7" fmla="*/ 216 h 3035"/>
              <a:gd name="T8" fmla="*/ 2487 w 3037"/>
              <a:gd name="T9" fmla="*/ 348 h 3035"/>
              <a:gd name="T10" fmla="*/ 2653 w 3037"/>
              <a:gd name="T11" fmla="*/ 509 h 3035"/>
              <a:gd name="T12" fmla="*/ 2796 w 3037"/>
              <a:gd name="T13" fmla="*/ 698 h 3035"/>
              <a:gd name="T14" fmla="*/ 2908 w 3037"/>
              <a:gd name="T15" fmla="*/ 903 h 3035"/>
              <a:gd name="T16" fmla="*/ 2983 w 3037"/>
              <a:gd name="T17" fmla="*/ 1118 h 3035"/>
              <a:gd name="T18" fmla="*/ 3027 w 3037"/>
              <a:gd name="T19" fmla="*/ 1337 h 3035"/>
              <a:gd name="T20" fmla="*/ 3037 w 3037"/>
              <a:gd name="T21" fmla="*/ 1559 h 3035"/>
              <a:gd name="T22" fmla="*/ 3015 w 3037"/>
              <a:gd name="T23" fmla="*/ 1781 h 3035"/>
              <a:gd name="T24" fmla="*/ 2960 w 3037"/>
              <a:gd name="T25" fmla="*/ 1995 h 3035"/>
              <a:gd name="T26" fmla="*/ 2875 w 3037"/>
              <a:gd name="T27" fmla="*/ 2202 h 3035"/>
              <a:gd name="T28" fmla="*/ 2758 w 3037"/>
              <a:gd name="T29" fmla="*/ 2394 h 3035"/>
              <a:gd name="T30" fmla="*/ 2611 w 3037"/>
              <a:gd name="T31" fmla="*/ 2572 h 3035"/>
              <a:gd name="T32" fmla="*/ 2435 w 3037"/>
              <a:gd name="T33" fmla="*/ 2728 h 3035"/>
              <a:gd name="T34" fmla="*/ 2237 w 3037"/>
              <a:gd name="T35" fmla="*/ 2856 h 3035"/>
              <a:gd name="T36" fmla="*/ 2027 w 3037"/>
              <a:gd name="T37" fmla="*/ 2947 h 3035"/>
              <a:gd name="T38" fmla="*/ 1810 w 3037"/>
              <a:gd name="T39" fmla="*/ 3008 h 3035"/>
              <a:gd name="T40" fmla="*/ 1589 w 3037"/>
              <a:gd name="T41" fmla="*/ 3034 h 3035"/>
              <a:gd name="T42" fmla="*/ 1365 w 3037"/>
              <a:gd name="T43" fmla="*/ 3028 h 3035"/>
              <a:gd name="T44" fmla="*/ 1147 w 3037"/>
              <a:gd name="T45" fmla="*/ 2990 h 3035"/>
              <a:gd name="T46" fmla="*/ 936 w 3037"/>
              <a:gd name="T47" fmla="*/ 2920 h 3035"/>
              <a:gd name="T48" fmla="*/ 736 w 3037"/>
              <a:gd name="T49" fmla="*/ 2819 h 3035"/>
              <a:gd name="T50" fmla="*/ 549 w 3037"/>
              <a:gd name="T51" fmla="*/ 2687 h 3035"/>
              <a:gd name="T52" fmla="*/ 383 w 3037"/>
              <a:gd name="T53" fmla="*/ 2526 h 3035"/>
              <a:gd name="T54" fmla="*/ 240 w 3037"/>
              <a:gd name="T55" fmla="*/ 2338 h 3035"/>
              <a:gd name="T56" fmla="*/ 130 w 3037"/>
              <a:gd name="T57" fmla="*/ 2132 h 3035"/>
              <a:gd name="T58" fmla="*/ 53 w 3037"/>
              <a:gd name="T59" fmla="*/ 1918 h 3035"/>
              <a:gd name="T60" fmla="*/ 11 w 3037"/>
              <a:gd name="T61" fmla="*/ 1698 h 3035"/>
              <a:gd name="T62" fmla="*/ 0 w 3037"/>
              <a:gd name="T63" fmla="*/ 1477 h 3035"/>
              <a:gd name="T64" fmla="*/ 23 w 3037"/>
              <a:gd name="T65" fmla="*/ 1255 h 3035"/>
              <a:gd name="T66" fmla="*/ 77 w 3037"/>
              <a:gd name="T67" fmla="*/ 1041 h 3035"/>
              <a:gd name="T68" fmla="*/ 163 w 3037"/>
              <a:gd name="T69" fmla="*/ 834 h 3035"/>
              <a:gd name="T70" fmla="*/ 278 w 3037"/>
              <a:gd name="T71" fmla="*/ 639 h 3035"/>
              <a:gd name="T72" fmla="*/ 425 w 3037"/>
              <a:gd name="T73" fmla="*/ 464 h 3035"/>
              <a:gd name="T74" fmla="*/ 603 w 3037"/>
              <a:gd name="T75" fmla="*/ 308 h 3035"/>
              <a:gd name="T76" fmla="*/ 801 w 3037"/>
              <a:gd name="T77" fmla="*/ 180 h 3035"/>
              <a:gd name="T78" fmla="*/ 1010 w 3037"/>
              <a:gd name="T79" fmla="*/ 86 h 3035"/>
              <a:gd name="T80" fmla="*/ 1228 w 3037"/>
              <a:gd name="T81" fmla="*/ 28 h 3035"/>
              <a:gd name="T82" fmla="*/ 1449 w 3037"/>
              <a:gd name="T83" fmla="*/ 2 h 30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037" h="3035">
                <a:moveTo>
                  <a:pt x="1561" y="0"/>
                </a:moveTo>
                <a:lnTo>
                  <a:pt x="1671" y="7"/>
                </a:lnTo>
                <a:lnTo>
                  <a:pt x="1781" y="22"/>
                </a:lnTo>
                <a:lnTo>
                  <a:pt x="1889" y="46"/>
                </a:lnTo>
                <a:lnTo>
                  <a:pt x="1997" y="77"/>
                </a:lnTo>
                <a:lnTo>
                  <a:pt x="2102" y="116"/>
                </a:lnTo>
                <a:lnTo>
                  <a:pt x="2203" y="163"/>
                </a:lnTo>
                <a:lnTo>
                  <a:pt x="2302" y="216"/>
                </a:lnTo>
                <a:lnTo>
                  <a:pt x="2397" y="279"/>
                </a:lnTo>
                <a:lnTo>
                  <a:pt x="2487" y="348"/>
                </a:lnTo>
                <a:lnTo>
                  <a:pt x="2573" y="425"/>
                </a:lnTo>
                <a:lnTo>
                  <a:pt x="2653" y="509"/>
                </a:lnTo>
                <a:lnTo>
                  <a:pt x="2729" y="601"/>
                </a:lnTo>
                <a:lnTo>
                  <a:pt x="2796" y="698"/>
                </a:lnTo>
                <a:lnTo>
                  <a:pt x="2857" y="799"/>
                </a:lnTo>
                <a:lnTo>
                  <a:pt x="2908" y="903"/>
                </a:lnTo>
                <a:lnTo>
                  <a:pt x="2950" y="1009"/>
                </a:lnTo>
                <a:lnTo>
                  <a:pt x="2983" y="1118"/>
                </a:lnTo>
                <a:lnTo>
                  <a:pt x="3009" y="1227"/>
                </a:lnTo>
                <a:lnTo>
                  <a:pt x="3027" y="1337"/>
                </a:lnTo>
                <a:lnTo>
                  <a:pt x="3037" y="1449"/>
                </a:lnTo>
                <a:lnTo>
                  <a:pt x="3037" y="1559"/>
                </a:lnTo>
                <a:lnTo>
                  <a:pt x="3029" y="1671"/>
                </a:lnTo>
                <a:lnTo>
                  <a:pt x="3015" y="1781"/>
                </a:lnTo>
                <a:lnTo>
                  <a:pt x="2991" y="1889"/>
                </a:lnTo>
                <a:lnTo>
                  <a:pt x="2960" y="1995"/>
                </a:lnTo>
                <a:lnTo>
                  <a:pt x="2921" y="2099"/>
                </a:lnTo>
                <a:lnTo>
                  <a:pt x="2875" y="2202"/>
                </a:lnTo>
                <a:lnTo>
                  <a:pt x="2820" y="2301"/>
                </a:lnTo>
                <a:lnTo>
                  <a:pt x="2758" y="2394"/>
                </a:lnTo>
                <a:lnTo>
                  <a:pt x="2688" y="2486"/>
                </a:lnTo>
                <a:lnTo>
                  <a:pt x="2611" y="2572"/>
                </a:lnTo>
                <a:lnTo>
                  <a:pt x="2527" y="2653"/>
                </a:lnTo>
                <a:lnTo>
                  <a:pt x="2435" y="2728"/>
                </a:lnTo>
                <a:lnTo>
                  <a:pt x="2338" y="2795"/>
                </a:lnTo>
                <a:lnTo>
                  <a:pt x="2237" y="2856"/>
                </a:lnTo>
                <a:lnTo>
                  <a:pt x="2133" y="2905"/>
                </a:lnTo>
                <a:lnTo>
                  <a:pt x="2027" y="2947"/>
                </a:lnTo>
                <a:lnTo>
                  <a:pt x="1919" y="2982"/>
                </a:lnTo>
                <a:lnTo>
                  <a:pt x="1810" y="3008"/>
                </a:lnTo>
                <a:lnTo>
                  <a:pt x="1699" y="3024"/>
                </a:lnTo>
                <a:lnTo>
                  <a:pt x="1589" y="3034"/>
                </a:lnTo>
                <a:lnTo>
                  <a:pt x="1477" y="3035"/>
                </a:lnTo>
                <a:lnTo>
                  <a:pt x="1365" y="3028"/>
                </a:lnTo>
                <a:lnTo>
                  <a:pt x="1255" y="3013"/>
                </a:lnTo>
                <a:lnTo>
                  <a:pt x="1147" y="2990"/>
                </a:lnTo>
                <a:lnTo>
                  <a:pt x="1041" y="2958"/>
                </a:lnTo>
                <a:lnTo>
                  <a:pt x="936" y="2920"/>
                </a:lnTo>
                <a:lnTo>
                  <a:pt x="834" y="2872"/>
                </a:lnTo>
                <a:lnTo>
                  <a:pt x="736" y="2819"/>
                </a:lnTo>
                <a:lnTo>
                  <a:pt x="641" y="2757"/>
                </a:lnTo>
                <a:lnTo>
                  <a:pt x="549" y="2687"/>
                </a:lnTo>
                <a:lnTo>
                  <a:pt x="463" y="2610"/>
                </a:lnTo>
                <a:lnTo>
                  <a:pt x="383" y="2526"/>
                </a:lnTo>
                <a:lnTo>
                  <a:pt x="308" y="2435"/>
                </a:lnTo>
                <a:lnTo>
                  <a:pt x="240" y="2338"/>
                </a:lnTo>
                <a:lnTo>
                  <a:pt x="181" y="2237"/>
                </a:lnTo>
                <a:lnTo>
                  <a:pt x="130" y="2132"/>
                </a:lnTo>
                <a:lnTo>
                  <a:pt x="88" y="2026"/>
                </a:lnTo>
                <a:lnTo>
                  <a:pt x="53" y="1918"/>
                </a:lnTo>
                <a:lnTo>
                  <a:pt x="27" y="1808"/>
                </a:lnTo>
                <a:lnTo>
                  <a:pt x="11" y="1698"/>
                </a:lnTo>
                <a:lnTo>
                  <a:pt x="2" y="1586"/>
                </a:lnTo>
                <a:lnTo>
                  <a:pt x="0" y="1477"/>
                </a:lnTo>
                <a:lnTo>
                  <a:pt x="7" y="1365"/>
                </a:lnTo>
                <a:lnTo>
                  <a:pt x="23" y="1255"/>
                </a:lnTo>
                <a:lnTo>
                  <a:pt x="45" y="1147"/>
                </a:lnTo>
                <a:lnTo>
                  <a:pt x="77" y="1041"/>
                </a:lnTo>
                <a:lnTo>
                  <a:pt x="115" y="936"/>
                </a:lnTo>
                <a:lnTo>
                  <a:pt x="163" y="834"/>
                </a:lnTo>
                <a:lnTo>
                  <a:pt x="218" y="735"/>
                </a:lnTo>
                <a:lnTo>
                  <a:pt x="278" y="639"/>
                </a:lnTo>
                <a:lnTo>
                  <a:pt x="348" y="550"/>
                </a:lnTo>
                <a:lnTo>
                  <a:pt x="425" y="464"/>
                </a:lnTo>
                <a:lnTo>
                  <a:pt x="509" y="383"/>
                </a:lnTo>
                <a:lnTo>
                  <a:pt x="603" y="308"/>
                </a:lnTo>
                <a:lnTo>
                  <a:pt x="700" y="240"/>
                </a:lnTo>
                <a:lnTo>
                  <a:pt x="801" y="180"/>
                </a:lnTo>
                <a:lnTo>
                  <a:pt x="903" y="130"/>
                </a:lnTo>
                <a:lnTo>
                  <a:pt x="1010" y="86"/>
                </a:lnTo>
                <a:lnTo>
                  <a:pt x="1118" y="53"/>
                </a:lnTo>
                <a:lnTo>
                  <a:pt x="1228" y="28"/>
                </a:lnTo>
                <a:lnTo>
                  <a:pt x="1338" y="11"/>
                </a:lnTo>
                <a:lnTo>
                  <a:pt x="1449" y="2"/>
                </a:lnTo>
                <a:lnTo>
                  <a:pt x="1561" y="0"/>
                </a:lnTo>
                <a:close/>
              </a:path>
            </a:pathLst>
          </a:custGeom>
          <a:solidFill>
            <a:srgbClr val="12508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Freeform 8">
            <a:extLst>
              <a:ext uri="{FF2B5EF4-FFF2-40B4-BE49-F238E27FC236}">
                <a16:creationId xmlns:a16="http://schemas.microsoft.com/office/drawing/2014/main" id="{0E61C387-6304-514B-B6E8-1D34CB6B5744}"/>
              </a:ext>
            </a:extLst>
          </p:cNvPr>
          <p:cNvSpPr>
            <a:spLocks/>
          </p:cNvSpPr>
          <p:nvPr userDrawn="1"/>
        </p:nvSpPr>
        <p:spPr bwMode="auto">
          <a:xfrm>
            <a:off x="5697538" y="1506865"/>
            <a:ext cx="2247900" cy="1982788"/>
          </a:xfrm>
          <a:custGeom>
            <a:avLst/>
            <a:gdLst>
              <a:gd name="T0" fmla="*/ 1520 w 2834"/>
              <a:gd name="T1" fmla="*/ 2 h 2499"/>
              <a:gd name="T2" fmla="*/ 1747 w 2834"/>
              <a:gd name="T3" fmla="*/ 33 h 2499"/>
              <a:gd name="T4" fmla="*/ 1974 w 2834"/>
              <a:gd name="T5" fmla="*/ 105 h 2499"/>
              <a:gd name="T6" fmla="*/ 2181 w 2834"/>
              <a:gd name="T7" fmla="*/ 207 h 2499"/>
              <a:gd name="T8" fmla="*/ 2367 w 2834"/>
              <a:gd name="T9" fmla="*/ 339 h 2499"/>
              <a:gd name="T10" fmla="*/ 2528 w 2834"/>
              <a:gd name="T11" fmla="*/ 498 h 2499"/>
              <a:gd name="T12" fmla="*/ 2660 w 2834"/>
              <a:gd name="T13" fmla="*/ 680 h 2499"/>
              <a:gd name="T14" fmla="*/ 2762 w 2834"/>
              <a:gd name="T15" fmla="*/ 878 h 2499"/>
              <a:gd name="T16" fmla="*/ 2834 w 2834"/>
              <a:gd name="T17" fmla="*/ 1092 h 2499"/>
              <a:gd name="T18" fmla="*/ 2630 w 2834"/>
              <a:gd name="T19" fmla="*/ 975 h 2499"/>
              <a:gd name="T20" fmla="*/ 2412 w 2834"/>
              <a:gd name="T21" fmla="*/ 890 h 2499"/>
              <a:gd name="T22" fmla="*/ 2183 w 2834"/>
              <a:gd name="T23" fmla="*/ 843 h 2499"/>
              <a:gd name="T24" fmla="*/ 1952 w 2834"/>
              <a:gd name="T25" fmla="*/ 828 h 2499"/>
              <a:gd name="T26" fmla="*/ 1718 w 2834"/>
              <a:gd name="T27" fmla="*/ 850 h 2499"/>
              <a:gd name="T28" fmla="*/ 1490 w 2834"/>
              <a:gd name="T29" fmla="*/ 909 h 2499"/>
              <a:gd name="T30" fmla="*/ 1269 w 2834"/>
              <a:gd name="T31" fmla="*/ 1002 h 2499"/>
              <a:gd name="T32" fmla="*/ 1062 w 2834"/>
              <a:gd name="T33" fmla="*/ 1136 h 2499"/>
              <a:gd name="T34" fmla="*/ 888 w 2834"/>
              <a:gd name="T35" fmla="*/ 1288 h 2499"/>
              <a:gd name="T36" fmla="*/ 743 w 2834"/>
              <a:gd name="T37" fmla="*/ 1462 h 2499"/>
              <a:gd name="T38" fmla="*/ 627 w 2834"/>
              <a:gd name="T39" fmla="*/ 1651 h 2499"/>
              <a:gd name="T40" fmla="*/ 541 w 2834"/>
              <a:gd name="T41" fmla="*/ 1852 h 2499"/>
              <a:gd name="T42" fmla="*/ 486 w 2834"/>
              <a:gd name="T43" fmla="*/ 2065 h 2499"/>
              <a:gd name="T44" fmla="*/ 461 w 2834"/>
              <a:gd name="T45" fmla="*/ 2281 h 2499"/>
              <a:gd name="T46" fmla="*/ 466 w 2834"/>
              <a:gd name="T47" fmla="*/ 2499 h 2499"/>
              <a:gd name="T48" fmla="*/ 312 w 2834"/>
              <a:gd name="T49" fmla="*/ 2332 h 2499"/>
              <a:gd name="T50" fmla="*/ 184 w 2834"/>
              <a:gd name="T51" fmla="*/ 2143 h 2499"/>
              <a:gd name="T52" fmla="*/ 88 w 2834"/>
              <a:gd name="T53" fmla="*/ 1936 h 2499"/>
              <a:gd name="T54" fmla="*/ 26 w 2834"/>
              <a:gd name="T55" fmla="*/ 1717 h 2499"/>
              <a:gd name="T56" fmla="*/ 0 w 2834"/>
              <a:gd name="T57" fmla="*/ 1486 h 2499"/>
              <a:gd name="T58" fmla="*/ 11 w 2834"/>
              <a:gd name="T59" fmla="*/ 1249 h 2499"/>
              <a:gd name="T60" fmla="*/ 63 w 2834"/>
              <a:gd name="T61" fmla="*/ 1015 h 2499"/>
              <a:gd name="T62" fmla="*/ 149 w 2834"/>
              <a:gd name="T63" fmla="*/ 799 h 2499"/>
              <a:gd name="T64" fmla="*/ 264 w 2834"/>
              <a:gd name="T65" fmla="*/ 605 h 2499"/>
              <a:gd name="T66" fmla="*/ 409 w 2834"/>
              <a:gd name="T67" fmla="*/ 434 h 2499"/>
              <a:gd name="T68" fmla="*/ 576 w 2834"/>
              <a:gd name="T69" fmla="*/ 288 h 2499"/>
              <a:gd name="T70" fmla="*/ 763 w 2834"/>
              <a:gd name="T71" fmla="*/ 169 h 2499"/>
              <a:gd name="T72" fmla="*/ 966 w 2834"/>
              <a:gd name="T73" fmla="*/ 81 h 2499"/>
              <a:gd name="T74" fmla="*/ 1183 w 2834"/>
              <a:gd name="T75" fmla="*/ 22 h 2499"/>
              <a:gd name="T76" fmla="*/ 1408 w 2834"/>
              <a:gd name="T77" fmla="*/ 0 h 24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834" h="2499">
                <a:moveTo>
                  <a:pt x="1408" y="0"/>
                </a:moveTo>
                <a:lnTo>
                  <a:pt x="1520" y="2"/>
                </a:lnTo>
                <a:lnTo>
                  <a:pt x="1633" y="13"/>
                </a:lnTo>
                <a:lnTo>
                  <a:pt x="1747" y="33"/>
                </a:lnTo>
                <a:lnTo>
                  <a:pt x="1864" y="64"/>
                </a:lnTo>
                <a:lnTo>
                  <a:pt x="1974" y="105"/>
                </a:lnTo>
                <a:lnTo>
                  <a:pt x="2081" y="152"/>
                </a:lnTo>
                <a:lnTo>
                  <a:pt x="2181" y="207"/>
                </a:lnTo>
                <a:lnTo>
                  <a:pt x="2277" y="269"/>
                </a:lnTo>
                <a:lnTo>
                  <a:pt x="2367" y="339"/>
                </a:lnTo>
                <a:lnTo>
                  <a:pt x="2451" y="416"/>
                </a:lnTo>
                <a:lnTo>
                  <a:pt x="2528" y="498"/>
                </a:lnTo>
                <a:lnTo>
                  <a:pt x="2597" y="586"/>
                </a:lnTo>
                <a:lnTo>
                  <a:pt x="2660" y="680"/>
                </a:lnTo>
                <a:lnTo>
                  <a:pt x="2715" y="777"/>
                </a:lnTo>
                <a:lnTo>
                  <a:pt x="2762" y="878"/>
                </a:lnTo>
                <a:lnTo>
                  <a:pt x="2803" y="984"/>
                </a:lnTo>
                <a:lnTo>
                  <a:pt x="2834" y="1092"/>
                </a:lnTo>
                <a:lnTo>
                  <a:pt x="2735" y="1030"/>
                </a:lnTo>
                <a:lnTo>
                  <a:pt x="2630" y="975"/>
                </a:lnTo>
                <a:lnTo>
                  <a:pt x="2522" y="929"/>
                </a:lnTo>
                <a:lnTo>
                  <a:pt x="2412" y="890"/>
                </a:lnTo>
                <a:lnTo>
                  <a:pt x="2299" y="863"/>
                </a:lnTo>
                <a:lnTo>
                  <a:pt x="2183" y="843"/>
                </a:lnTo>
                <a:lnTo>
                  <a:pt x="2068" y="830"/>
                </a:lnTo>
                <a:lnTo>
                  <a:pt x="1952" y="828"/>
                </a:lnTo>
                <a:lnTo>
                  <a:pt x="1835" y="834"/>
                </a:lnTo>
                <a:lnTo>
                  <a:pt x="1718" y="850"/>
                </a:lnTo>
                <a:lnTo>
                  <a:pt x="1604" y="874"/>
                </a:lnTo>
                <a:lnTo>
                  <a:pt x="1490" y="909"/>
                </a:lnTo>
                <a:lnTo>
                  <a:pt x="1379" y="951"/>
                </a:lnTo>
                <a:lnTo>
                  <a:pt x="1269" y="1002"/>
                </a:lnTo>
                <a:lnTo>
                  <a:pt x="1162" y="1064"/>
                </a:lnTo>
                <a:lnTo>
                  <a:pt x="1062" y="1136"/>
                </a:lnTo>
                <a:lnTo>
                  <a:pt x="970" y="1209"/>
                </a:lnTo>
                <a:lnTo>
                  <a:pt x="888" y="1288"/>
                </a:lnTo>
                <a:lnTo>
                  <a:pt x="811" y="1372"/>
                </a:lnTo>
                <a:lnTo>
                  <a:pt x="743" y="1462"/>
                </a:lnTo>
                <a:lnTo>
                  <a:pt x="680" y="1555"/>
                </a:lnTo>
                <a:lnTo>
                  <a:pt x="627" y="1651"/>
                </a:lnTo>
                <a:lnTo>
                  <a:pt x="580" y="1751"/>
                </a:lnTo>
                <a:lnTo>
                  <a:pt x="541" y="1852"/>
                </a:lnTo>
                <a:lnTo>
                  <a:pt x="510" y="1958"/>
                </a:lnTo>
                <a:lnTo>
                  <a:pt x="486" y="2065"/>
                </a:lnTo>
                <a:lnTo>
                  <a:pt x="470" y="2171"/>
                </a:lnTo>
                <a:lnTo>
                  <a:pt x="461" y="2281"/>
                </a:lnTo>
                <a:lnTo>
                  <a:pt x="459" y="2389"/>
                </a:lnTo>
                <a:lnTo>
                  <a:pt x="466" y="2499"/>
                </a:lnTo>
                <a:lnTo>
                  <a:pt x="385" y="2418"/>
                </a:lnTo>
                <a:lnTo>
                  <a:pt x="312" y="2332"/>
                </a:lnTo>
                <a:lnTo>
                  <a:pt x="244" y="2240"/>
                </a:lnTo>
                <a:lnTo>
                  <a:pt x="184" y="2143"/>
                </a:lnTo>
                <a:lnTo>
                  <a:pt x="132" y="2043"/>
                </a:lnTo>
                <a:lnTo>
                  <a:pt x="88" y="1936"/>
                </a:lnTo>
                <a:lnTo>
                  <a:pt x="54" y="1828"/>
                </a:lnTo>
                <a:lnTo>
                  <a:pt x="26" y="1717"/>
                </a:lnTo>
                <a:lnTo>
                  <a:pt x="8" y="1601"/>
                </a:lnTo>
                <a:lnTo>
                  <a:pt x="0" y="1486"/>
                </a:lnTo>
                <a:lnTo>
                  <a:pt x="0" y="1369"/>
                </a:lnTo>
                <a:lnTo>
                  <a:pt x="11" y="1249"/>
                </a:lnTo>
                <a:lnTo>
                  <a:pt x="33" y="1129"/>
                </a:lnTo>
                <a:lnTo>
                  <a:pt x="63" y="1015"/>
                </a:lnTo>
                <a:lnTo>
                  <a:pt x="101" y="905"/>
                </a:lnTo>
                <a:lnTo>
                  <a:pt x="149" y="799"/>
                </a:lnTo>
                <a:lnTo>
                  <a:pt x="204" y="700"/>
                </a:lnTo>
                <a:lnTo>
                  <a:pt x="264" y="605"/>
                </a:lnTo>
                <a:lnTo>
                  <a:pt x="334" y="517"/>
                </a:lnTo>
                <a:lnTo>
                  <a:pt x="409" y="434"/>
                </a:lnTo>
                <a:lnTo>
                  <a:pt x="490" y="357"/>
                </a:lnTo>
                <a:lnTo>
                  <a:pt x="576" y="288"/>
                </a:lnTo>
                <a:lnTo>
                  <a:pt x="666" y="225"/>
                </a:lnTo>
                <a:lnTo>
                  <a:pt x="763" y="169"/>
                </a:lnTo>
                <a:lnTo>
                  <a:pt x="862" y="121"/>
                </a:lnTo>
                <a:lnTo>
                  <a:pt x="966" y="81"/>
                </a:lnTo>
                <a:lnTo>
                  <a:pt x="1073" y="48"/>
                </a:lnTo>
                <a:lnTo>
                  <a:pt x="1183" y="22"/>
                </a:lnTo>
                <a:lnTo>
                  <a:pt x="1294" y="7"/>
                </a:lnTo>
                <a:lnTo>
                  <a:pt x="1408" y="0"/>
                </a:lnTo>
                <a:close/>
              </a:path>
            </a:pathLst>
          </a:custGeom>
          <a:solidFill>
            <a:srgbClr val="155E9B"/>
          </a:solidFill>
          <a:ln w="0">
            <a:solidFill>
              <a:srgbClr val="155E9B"/>
            </a:solidFill>
            <a:prstDash val="solid"/>
            <a:round/>
            <a:headEnd/>
            <a:tailEnd/>
          </a:ln>
          <a:effectLst>
            <a:innerShdw blurRad="850900" dist="190500" dir="10200000">
              <a:prstClr val="black">
                <a:alpha val="25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Freeform 9">
            <a:extLst>
              <a:ext uri="{FF2B5EF4-FFF2-40B4-BE49-F238E27FC236}">
                <a16:creationId xmlns:a16="http://schemas.microsoft.com/office/drawing/2014/main" id="{8FC23CD0-B8B7-AB48-ADF2-F2055B2EA3D6}"/>
              </a:ext>
            </a:extLst>
          </p:cNvPr>
          <p:cNvSpPr>
            <a:spLocks/>
          </p:cNvSpPr>
          <p:nvPr userDrawn="1"/>
        </p:nvSpPr>
        <p:spPr bwMode="auto">
          <a:xfrm>
            <a:off x="5926138" y="2980065"/>
            <a:ext cx="2408238" cy="2409825"/>
          </a:xfrm>
          <a:custGeom>
            <a:avLst/>
            <a:gdLst>
              <a:gd name="T0" fmla="*/ 1591 w 3035"/>
              <a:gd name="T1" fmla="*/ 2 h 3035"/>
              <a:gd name="T2" fmla="*/ 1849 w 3035"/>
              <a:gd name="T3" fmla="*/ 36 h 3035"/>
              <a:gd name="T4" fmla="*/ 2091 w 3035"/>
              <a:gd name="T5" fmla="*/ 112 h 3035"/>
              <a:gd name="T6" fmla="*/ 2313 w 3035"/>
              <a:gd name="T7" fmla="*/ 223 h 3035"/>
              <a:gd name="T8" fmla="*/ 2511 w 3035"/>
              <a:gd name="T9" fmla="*/ 368 h 3035"/>
              <a:gd name="T10" fmla="*/ 2683 w 3035"/>
              <a:gd name="T11" fmla="*/ 544 h 3035"/>
              <a:gd name="T12" fmla="*/ 2824 w 3035"/>
              <a:gd name="T13" fmla="*/ 743 h 3035"/>
              <a:gd name="T14" fmla="*/ 2934 w 3035"/>
              <a:gd name="T15" fmla="*/ 965 h 3035"/>
              <a:gd name="T16" fmla="*/ 3006 w 3035"/>
              <a:gd name="T17" fmla="*/ 1205 h 3035"/>
              <a:gd name="T18" fmla="*/ 3035 w 3035"/>
              <a:gd name="T19" fmla="*/ 1460 h 3035"/>
              <a:gd name="T20" fmla="*/ 3024 w 3035"/>
              <a:gd name="T21" fmla="*/ 1722 h 3035"/>
              <a:gd name="T22" fmla="*/ 2967 w 3035"/>
              <a:gd name="T23" fmla="*/ 1971 h 3035"/>
              <a:gd name="T24" fmla="*/ 2874 w 3035"/>
              <a:gd name="T25" fmla="*/ 2203 h 3035"/>
              <a:gd name="T26" fmla="*/ 2744 w 3035"/>
              <a:gd name="T27" fmla="*/ 2414 h 3035"/>
              <a:gd name="T28" fmla="*/ 2584 w 3035"/>
              <a:gd name="T29" fmla="*/ 2599 h 3035"/>
              <a:gd name="T30" fmla="*/ 2396 w 3035"/>
              <a:gd name="T31" fmla="*/ 2757 h 3035"/>
              <a:gd name="T32" fmla="*/ 2183 w 3035"/>
              <a:gd name="T33" fmla="*/ 2881 h 3035"/>
              <a:gd name="T34" fmla="*/ 1952 w 3035"/>
              <a:gd name="T35" fmla="*/ 2973 h 3035"/>
              <a:gd name="T36" fmla="*/ 1705 w 3035"/>
              <a:gd name="T37" fmla="*/ 3024 h 3035"/>
              <a:gd name="T38" fmla="*/ 1444 w 3035"/>
              <a:gd name="T39" fmla="*/ 3033 h 3035"/>
              <a:gd name="T40" fmla="*/ 1188 w 3035"/>
              <a:gd name="T41" fmla="*/ 2998 h 3035"/>
              <a:gd name="T42" fmla="*/ 946 w 3035"/>
              <a:gd name="T43" fmla="*/ 2923 h 3035"/>
              <a:gd name="T44" fmla="*/ 724 w 3035"/>
              <a:gd name="T45" fmla="*/ 2812 h 3035"/>
              <a:gd name="T46" fmla="*/ 526 w 3035"/>
              <a:gd name="T47" fmla="*/ 2667 h 3035"/>
              <a:gd name="T48" fmla="*/ 354 w 3035"/>
              <a:gd name="T49" fmla="*/ 2491 h 3035"/>
              <a:gd name="T50" fmla="*/ 211 w 3035"/>
              <a:gd name="T51" fmla="*/ 2291 h 3035"/>
              <a:gd name="T52" fmla="*/ 103 w 3035"/>
              <a:gd name="T53" fmla="*/ 2070 h 3035"/>
              <a:gd name="T54" fmla="*/ 31 w 3035"/>
              <a:gd name="T55" fmla="*/ 1830 h 3035"/>
              <a:gd name="T56" fmla="*/ 0 w 3035"/>
              <a:gd name="T57" fmla="*/ 1575 h 3035"/>
              <a:gd name="T58" fmla="*/ 13 w 3035"/>
              <a:gd name="T59" fmla="*/ 1313 h 3035"/>
              <a:gd name="T60" fmla="*/ 68 w 3035"/>
              <a:gd name="T61" fmla="*/ 1064 h 3035"/>
              <a:gd name="T62" fmla="*/ 163 w 3035"/>
              <a:gd name="T63" fmla="*/ 831 h 3035"/>
              <a:gd name="T64" fmla="*/ 292 w 3035"/>
              <a:gd name="T65" fmla="*/ 621 h 3035"/>
              <a:gd name="T66" fmla="*/ 453 w 3035"/>
              <a:gd name="T67" fmla="*/ 436 h 3035"/>
              <a:gd name="T68" fmla="*/ 642 w 3035"/>
              <a:gd name="T69" fmla="*/ 278 h 3035"/>
              <a:gd name="T70" fmla="*/ 852 w 3035"/>
              <a:gd name="T71" fmla="*/ 152 h 3035"/>
              <a:gd name="T72" fmla="*/ 1085 w 3035"/>
              <a:gd name="T73" fmla="*/ 62 h 3035"/>
              <a:gd name="T74" fmla="*/ 1333 w 3035"/>
              <a:gd name="T75" fmla="*/ 11 h 30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035" h="3035">
                <a:moveTo>
                  <a:pt x="1461" y="0"/>
                </a:moveTo>
                <a:lnTo>
                  <a:pt x="1591" y="2"/>
                </a:lnTo>
                <a:lnTo>
                  <a:pt x="1723" y="13"/>
                </a:lnTo>
                <a:lnTo>
                  <a:pt x="1849" y="36"/>
                </a:lnTo>
                <a:lnTo>
                  <a:pt x="1972" y="69"/>
                </a:lnTo>
                <a:lnTo>
                  <a:pt x="2091" y="112"/>
                </a:lnTo>
                <a:lnTo>
                  <a:pt x="2205" y="163"/>
                </a:lnTo>
                <a:lnTo>
                  <a:pt x="2313" y="223"/>
                </a:lnTo>
                <a:lnTo>
                  <a:pt x="2416" y="293"/>
                </a:lnTo>
                <a:lnTo>
                  <a:pt x="2511" y="368"/>
                </a:lnTo>
                <a:lnTo>
                  <a:pt x="2601" y="452"/>
                </a:lnTo>
                <a:lnTo>
                  <a:pt x="2683" y="544"/>
                </a:lnTo>
                <a:lnTo>
                  <a:pt x="2758" y="641"/>
                </a:lnTo>
                <a:lnTo>
                  <a:pt x="2824" y="743"/>
                </a:lnTo>
                <a:lnTo>
                  <a:pt x="2883" y="852"/>
                </a:lnTo>
                <a:lnTo>
                  <a:pt x="2934" y="965"/>
                </a:lnTo>
                <a:lnTo>
                  <a:pt x="2975" y="1084"/>
                </a:lnTo>
                <a:lnTo>
                  <a:pt x="3006" y="1205"/>
                </a:lnTo>
                <a:lnTo>
                  <a:pt x="3026" y="1331"/>
                </a:lnTo>
                <a:lnTo>
                  <a:pt x="3035" y="1460"/>
                </a:lnTo>
                <a:lnTo>
                  <a:pt x="3035" y="1592"/>
                </a:lnTo>
                <a:lnTo>
                  <a:pt x="3024" y="1722"/>
                </a:lnTo>
                <a:lnTo>
                  <a:pt x="3000" y="1848"/>
                </a:lnTo>
                <a:lnTo>
                  <a:pt x="2967" y="1971"/>
                </a:lnTo>
                <a:lnTo>
                  <a:pt x="2925" y="2090"/>
                </a:lnTo>
                <a:lnTo>
                  <a:pt x="2874" y="2203"/>
                </a:lnTo>
                <a:lnTo>
                  <a:pt x="2813" y="2312"/>
                </a:lnTo>
                <a:lnTo>
                  <a:pt x="2744" y="2414"/>
                </a:lnTo>
                <a:lnTo>
                  <a:pt x="2667" y="2509"/>
                </a:lnTo>
                <a:lnTo>
                  <a:pt x="2584" y="2599"/>
                </a:lnTo>
                <a:lnTo>
                  <a:pt x="2493" y="2682"/>
                </a:lnTo>
                <a:lnTo>
                  <a:pt x="2396" y="2757"/>
                </a:lnTo>
                <a:lnTo>
                  <a:pt x="2293" y="2824"/>
                </a:lnTo>
                <a:lnTo>
                  <a:pt x="2183" y="2881"/>
                </a:lnTo>
                <a:lnTo>
                  <a:pt x="2069" y="2932"/>
                </a:lnTo>
                <a:lnTo>
                  <a:pt x="1952" y="2973"/>
                </a:lnTo>
                <a:lnTo>
                  <a:pt x="1831" y="3004"/>
                </a:lnTo>
                <a:lnTo>
                  <a:pt x="1705" y="3024"/>
                </a:lnTo>
                <a:lnTo>
                  <a:pt x="1576" y="3035"/>
                </a:lnTo>
                <a:lnTo>
                  <a:pt x="1444" y="3033"/>
                </a:lnTo>
                <a:lnTo>
                  <a:pt x="1314" y="3022"/>
                </a:lnTo>
                <a:lnTo>
                  <a:pt x="1188" y="2998"/>
                </a:lnTo>
                <a:lnTo>
                  <a:pt x="1065" y="2965"/>
                </a:lnTo>
                <a:lnTo>
                  <a:pt x="946" y="2923"/>
                </a:lnTo>
                <a:lnTo>
                  <a:pt x="832" y="2872"/>
                </a:lnTo>
                <a:lnTo>
                  <a:pt x="724" y="2812"/>
                </a:lnTo>
                <a:lnTo>
                  <a:pt x="622" y="2742"/>
                </a:lnTo>
                <a:lnTo>
                  <a:pt x="526" y="2667"/>
                </a:lnTo>
                <a:lnTo>
                  <a:pt x="436" y="2583"/>
                </a:lnTo>
                <a:lnTo>
                  <a:pt x="354" y="2491"/>
                </a:lnTo>
                <a:lnTo>
                  <a:pt x="279" y="2394"/>
                </a:lnTo>
                <a:lnTo>
                  <a:pt x="211" y="2291"/>
                </a:lnTo>
                <a:lnTo>
                  <a:pt x="152" y="2183"/>
                </a:lnTo>
                <a:lnTo>
                  <a:pt x="103" y="2070"/>
                </a:lnTo>
                <a:lnTo>
                  <a:pt x="63" y="1951"/>
                </a:lnTo>
                <a:lnTo>
                  <a:pt x="31" y="1830"/>
                </a:lnTo>
                <a:lnTo>
                  <a:pt x="11" y="1703"/>
                </a:lnTo>
                <a:lnTo>
                  <a:pt x="0" y="1575"/>
                </a:lnTo>
                <a:lnTo>
                  <a:pt x="2" y="1443"/>
                </a:lnTo>
                <a:lnTo>
                  <a:pt x="13" y="1313"/>
                </a:lnTo>
                <a:lnTo>
                  <a:pt x="35" y="1187"/>
                </a:lnTo>
                <a:lnTo>
                  <a:pt x="68" y="1064"/>
                </a:lnTo>
                <a:lnTo>
                  <a:pt x="112" y="945"/>
                </a:lnTo>
                <a:lnTo>
                  <a:pt x="163" y="831"/>
                </a:lnTo>
                <a:lnTo>
                  <a:pt x="224" y="723"/>
                </a:lnTo>
                <a:lnTo>
                  <a:pt x="292" y="621"/>
                </a:lnTo>
                <a:lnTo>
                  <a:pt x="369" y="525"/>
                </a:lnTo>
                <a:lnTo>
                  <a:pt x="453" y="436"/>
                </a:lnTo>
                <a:lnTo>
                  <a:pt x="545" y="353"/>
                </a:lnTo>
                <a:lnTo>
                  <a:pt x="642" y="278"/>
                </a:lnTo>
                <a:lnTo>
                  <a:pt x="744" y="210"/>
                </a:lnTo>
                <a:lnTo>
                  <a:pt x="852" y="152"/>
                </a:lnTo>
                <a:lnTo>
                  <a:pt x="966" y="102"/>
                </a:lnTo>
                <a:lnTo>
                  <a:pt x="1085" y="62"/>
                </a:lnTo>
                <a:lnTo>
                  <a:pt x="1206" y="31"/>
                </a:lnTo>
                <a:lnTo>
                  <a:pt x="1333" y="11"/>
                </a:lnTo>
                <a:lnTo>
                  <a:pt x="1461" y="0"/>
                </a:lnTo>
                <a:close/>
              </a:path>
            </a:pathLst>
          </a:custGeom>
          <a:solidFill>
            <a:srgbClr val="FAB5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70506DD4-8AA9-FC44-B66A-B7C9F22B56A1}"/>
              </a:ext>
            </a:extLst>
          </p:cNvPr>
          <p:cNvSpPr>
            <a:spLocks/>
          </p:cNvSpPr>
          <p:nvPr userDrawn="1"/>
        </p:nvSpPr>
        <p:spPr bwMode="auto">
          <a:xfrm>
            <a:off x="6132513" y="2233940"/>
            <a:ext cx="2268538" cy="1622425"/>
          </a:xfrm>
          <a:custGeom>
            <a:avLst/>
            <a:gdLst>
              <a:gd name="T0" fmla="*/ 1516 w 2860"/>
              <a:gd name="T1" fmla="*/ 4 h 2044"/>
              <a:gd name="T2" fmla="*/ 1734 w 2860"/>
              <a:gd name="T3" fmla="*/ 33 h 2044"/>
              <a:gd name="T4" fmla="*/ 1945 w 2860"/>
              <a:gd name="T5" fmla="*/ 95 h 2044"/>
              <a:gd name="T6" fmla="*/ 2145 w 2860"/>
              <a:gd name="T7" fmla="*/ 191 h 2044"/>
              <a:gd name="T8" fmla="*/ 2330 w 2860"/>
              <a:gd name="T9" fmla="*/ 319 h 2044"/>
              <a:gd name="T10" fmla="*/ 2495 w 2860"/>
              <a:gd name="T11" fmla="*/ 476 h 2044"/>
              <a:gd name="T12" fmla="*/ 2636 w 2860"/>
              <a:gd name="T13" fmla="*/ 663 h 2044"/>
              <a:gd name="T14" fmla="*/ 2744 w 2860"/>
              <a:gd name="T15" fmla="*/ 866 h 2044"/>
              <a:gd name="T16" fmla="*/ 2816 w 2860"/>
              <a:gd name="T17" fmla="*/ 1077 h 2044"/>
              <a:gd name="T18" fmla="*/ 2854 w 2860"/>
              <a:gd name="T19" fmla="*/ 1297 h 2044"/>
              <a:gd name="T20" fmla="*/ 2858 w 2860"/>
              <a:gd name="T21" fmla="*/ 1515 h 2044"/>
              <a:gd name="T22" fmla="*/ 2827 w 2860"/>
              <a:gd name="T23" fmla="*/ 1733 h 2044"/>
              <a:gd name="T24" fmla="*/ 2764 w 2860"/>
              <a:gd name="T25" fmla="*/ 1944 h 2044"/>
              <a:gd name="T26" fmla="*/ 2684 w 2860"/>
              <a:gd name="T27" fmla="*/ 1933 h 2044"/>
              <a:gd name="T28" fmla="*/ 2585 w 2860"/>
              <a:gd name="T29" fmla="*/ 1718 h 2044"/>
              <a:gd name="T30" fmla="*/ 2456 w 2860"/>
              <a:gd name="T31" fmla="*/ 1524 h 2044"/>
              <a:gd name="T32" fmla="*/ 2301 w 2860"/>
              <a:gd name="T33" fmla="*/ 1354 h 2044"/>
              <a:gd name="T34" fmla="*/ 2119 w 2860"/>
              <a:gd name="T35" fmla="*/ 1207 h 2044"/>
              <a:gd name="T36" fmla="*/ 1916 w 2860"/>
              <a:gd name="T37" fmla="*/ 1088 h 2044"/>
              <a:gd name="T38" fmla="*/ 1694 w 2860"/>
              <a:gd name="T39" fmla="*/ 1002 h 2044"/>
              <a:gd name="T40" fmla="*/ 1456 w 2860"/>
              <a:gd name="T41" fmla="*/ 953 h 2044"/>
              <a:gd name="T42" fmla="*/ 1206 w 2860"/>
              <a:gd name="T43" fmla="*/ 940 h 2044"/>
              <a:gd name="T44" fmla="*/ 966 w 2860"/>
              <a:gd name="T45" fmla="*/ 967 h 2044"/>
              <a:gd name="T46" fmla="*/ 737 w 2860"/>
              <a:gd name="T47" fmla="*/ 1031 h 2044"/>
              <a:gd name="T48" fmla="*/ 523 w 2860"/>
              <a:gd name="T49" fmla="*/ 1128 h 2044"/>
              <a:gd name="T50" fmla="*/ 329 w 2860"/>
              <a:gd name="T51" fmla="*/ 1257 h 2044"/>
              <a:gd name="T52" fmla="*/ 156 w 2860"/>
              <a:gd name="T53" fmla="*/ 1414 h 2044"/>
              <a:gd name="T54" fmla="*/ 10 w 2860"/>
              <a:gd name="T55" fmla="*/ 1594 h 2044"/>
              <a:gd name="T56" fmla="*/ 0 w 2860"/>
              <a:gd name="T57" fmla="*/ 1370 h 2044"/>
              <a:gd name="T58" fmla="*/ 28 w 2860"/>
              <a:gd name="T59" fmla="*/ 1147 h 2044"/>
              <a:gd name="T60" fmla="*/ 88 w 2860"/>
              <a:gd name="T61" fmla="*/ 931 h 2044"/>
              <a:gd name="T62" fmla="*/ 184 w 2860"/>
              <a:gd name="T63" fmla="*/ 725 h 2044"/>
              <a:gd name="T64" fmla="*/ 312 w 2860"/>
              <a:gd name="T65" fmla="*/ 537 h 2044"/>
              <a:gd name="T66" fmla="*/ 473 w 2860"/>
              <a:gd name="T67" fmla="*/ 366 h 2044"/>
              <a:gd name="T68" fmla="*/ 662 w 2860"/>
              <a:gd name="T69" fmla="*/ 224 h 2044"/>
              <a:gd name="T70" fmla="*/ 866 w 2860"/>
              <a:gd name="T71" fmla="*/ 115 h 2044"/>
              <a:gd name="T72" fmla="*/ 1078 w 2860"/>
              <a:gd name="T73" fmla="*/ 44 h 2044"/>
              <a:gd name="T74" fmla="*/ 1296 w 2860"/>
              <a:gd name="T75" fmla="*/ 6 h 20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860" h="2044">
                <a:moveTo>
                  <a:pt x="1406" y="0"/>
                </a:moveTo>
                <a:lnTo>
                  <a:pt x="1516" y="4"/>
                </a:lnTo>
                <a:lnTo>
                  <a:pt x="1626" y="15"/>
                </a:lnTo>
                <a:lnTo>
                  <a:pt x="1734" y="33"/>
                </a:lnTo>
                <a:lnTo>
                  <a:pt x="1841" y="60"/>
                </a:lnTo>
                <a:lnTo>
                  <a:pt x="1945" y="95"/>
                </a:lnTo>
                <a:lnTo>
                  <a:pt x="2046" y="139"/>
                </a:lnTo>
                <a:lnTo>
                  <a:pt x="2145" y="191"/>
                </a:lnTo>
                <a:lnTo>
                  <a:pt x="2238" y="251"/>
                </a:lnTo>
                <a:lnTo>
                  <a:pt x="2330" y="319"/>
                </a:lnTo>
                <a:lnTo>
                  <a:pt x="2414" y="394"/>
                </a:lnTo>
                <a:lnTo>
                  <a:pt x="2495" y="476"/>
                </a:lnTo>
                <a:lnTo>
                  <a:pt x="2570" y="566"/>
                </a:lnTo>
                <a:lnTo>
                  <a:pt x="2636" y="663"/>
                </a:lnTo>
                <a:lnTo>
                  <a:pt x="2695" y="762"/>
                </a:lnTo>
                <a:lnTo>
                  <a:pt x="2744" y="866"/>
                </a:lnTo>
                <a:lnTo>
                  <a:pt x="2784" y="971"/>
                </a:lnTo>
                <a:lnTo>
                  <a:pt x="2816" y="1077"/>
                </a:lnTo>
                <a:lnTo>
                  <a:pt x="2839" y="1187"/>
                </a:lnTo>
                <a:lnTo>
                  <a:pt x="2854" y="1297"/>
                </a:lnTo>
                <a:lnTo>
                  <a:pt x="2860" y="1407"/>
                </a:lnTo>
                <a:lnTo>
                  <a:pt x="2858" y="1515"/>
                </a:lnTo>
                <a:lnTo>
                  <a:pt x="2847" y="1625"/>
                </a:lnTo>
                <a:lnTo>
                  <a:pt x="2827" y="1733"/>
                </a:lnTo>
                <a:lnTo>
                  <a:pt x="2799" y="1839"/>
                </a:lnTo>
                <a:lnTo>
                  <a:pt x="2764" y="1944"/>
                </a:lnTo>
                <a:lnTo>
                  <a:pt x="2720" y="2044"/>
                </a:lnTo>
                <a:lnTo>
                  <a:pt x="2684" y="1933"/>
                </a:lnTo>
                <a:lnTo>
                  <a:pt x="2638" y="1823"/>
                </a:lnTo>
                <a:lnTo>
                  <a:pt x="2585" y="1718"/>
                </a:lnTo>
                <a:lnTo>
                  <a:pt x="2524" y="1619"/>
                </a:lnTo>
                <a:lnTo>
                  <a:pt x="2456" y="1524"/>
                </a:lnTo>
                <a:lnTo>
                  <a:pt x="2381" y="1436"/>
                </a:lnTo>
                <a:lnTo>
                  <a:pt x="2301" y="1354"/>
                </a:lnTo>
                <a:lnTo>
                  <a:pt x="2213" y="1277"/>
                </a:lnTo>
                <a:lnTo>
                  <a:pt x="2119" y="1207"/>
                </a:lnTo>
                <a:lnTo>
                  <a:pt x="2020" y="1143"/>
                </a:lnTo>
                <a:lnTo>
                  <a:pt x="1916" y="1088"/>
                </a:lnTo>
                <a:lnTo>
                  <a:pt x="1808" y="1042"/>
                </a:lnTo>
                <a:lnTo>
                  <a:pt x="1694" y="1002"/>
                </a:lnTo>
                <a:lnTo>
                  <a:pt x="1577" y="973"/>
                </a:lnTo>
                <a:lnTo>
                  <a:pt x="1456" y="953"/>
                </a:lnTo>
                <a:lnTo>
                  <a:pt x="1331" y="942"/>
                </a:lnTo>
                <a:lnTo>
                  <a:pt x="1206" y="940"/>
                </a:lnTo>
                <a:lnTo>
                  <a:pt x="1085" y="949"/>
                </a:lnTo>
                <a:lnTo>
                  <a:pt x="966" y="967"/>
                </a:lnTo>
                <a:lnTo>
                  <a:pt x="849" y="995"/>
                </a:lnTo>
                <a:lnTo>
                  <a:pt x="737" y="1031"/>
                </a:lnTo>
                <a:lnTo>
                  <a:pt x="627" y="1077"/>
                </a:lnTo>
                <a:lnTo>
                  <a:pt x="523" y="1128"/>
                </a:lnTo>
                <a:lnTo>
                  <a:pt x="424" y="1189"/>
                </a:lnTo>
                <a:lnTo>
                  <a:pt x="329" y="1257"/>
                </a:lnTo>
                <a:lnTo>
                  <a:pt x="239" y="1332"/>
                </a:lnTo>
                <a:lnTo>
                  <a:pt x="156" y="1414"/>
                </a:lnTo>
                <a:lnTo>
                  <a:pt x="79" y="1500"/>
                </a:lnTo>
                <a:lnTo>
                  <a:pt x="10" y="1594"/>
                </a:lnTo>
                <a:lnTo>
                  <a:pt x="0" y="1482"/>
                </a:lnTo>
                <a:lnTo>
                  <a:pt x="0" y="1370"/>
                </a:lnTo>
                <a:lnTo>
                  <a:pt x="10" y="1258"/>
                </a:lnTo>
                <a:lnTo>
                  <a:pt x="28" y="1147"/>
                </a:lnTo>
                <a:lnTo>
                  <a:pt x="54" y="1039"/>
                </a:lnTo>
                <a:lnTo>
                  <a:pt x="88" y="931"/>
                </a:lnTo>
                <a:lnTo>
                  <a:pt x="132" y="826"/>
                </a:lnTo>
                <a:lnTo>
                  <a:pt x="184" y="725"/>
                </a:lnTo>
                <a:lnTo>
                  <a:pt x="244" y="628"/>
                </a:lnTo>
                <a:lnTo>
                  <a:pt x="312" y="537"/>
                </a:lnTo>
                <a:lnTo>
                  <a:pt x="389" y="449"/>
                </a:lnTo>
                <a:lnTo>
                  <a:pt x="473" y="366"/>
                </a:lnTo>
                <a:lnTo>
                  <a:pt x="567" y="289"/>
                </a:lnTo>
                <a:lnTo>
                  <a:pt x="662" y="224"/>
                </a:lnTo>
                <a:lnTo>
                  <a:pt x="763" y="165"/>
                </a:lnTo>
                <a:lnTo>
                  <a:pt x="866" y="115"/>
                </a:lnTo>
                <a:lnTo>
                  <a:pt x="970" y="75"/>
                </a:lnTo>
                <a:lnTo>
                  <a:pt x="1078" y="44"/>
                </a:lnTo>
                <a:lnTo>
                  <a:pt x="1186" y="20"/>
                </a:lnTo>
                <a:lnTo>
                  <a:pt x="1296" y="6"/>
                </a:lnTo>
                <a:lnTo>
                  <a:pt x="1406" y="0"/>
                </a:lnTo>
                <a:close/>
              </a:path>
            </a:pathLst>
          </a:custGeom>
          <a:solidFill>
            <a:srgbClr val="125084"/>
          </a:solidFill>
          <a:ln w="0">
            <a:noFill/>
            <a:prstDash val="solid"/>
            <a:round/>
            <a:headEnd/>
            <a:tailEnd/>
          </a:ln>
          <a:effectLst>
            <a:innerShdw blurRad="850900" dist="190500" dir="10200000">
              <a:prstClr val="black">
                <a:alpha val="25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75C53760-6C74-5D49-9A6A-95349CA85372}"/>
              </a:ext>
            </a:extLst>
          </p:cNvPr>
          <p:cNvSpPr>
            <a:spLocks/>
          </p:cNvSpPr>
          <p:nvPr userDrawn="1"/>
        </p:nvSpPr>
        <p:spPr bwMode="auto">
          <a:xfrm>
            <a:off x="5292726" y="3521402"/>
            <a:ext cx="2408238" cy="2406650"/>
          </a:xfrm>
          <a:custGeom>
            <a:avLst/>
            <a:gdLst>
              <a:gd name="T0" fmla="*/ 1580 w 3035"/>
              <a:gd name="T1" fmla="*/ 0 h 3034"/>
              <a:gd name="T2" fmla="*/ 1811 w 3035"/>
              <a:gd name="T3" fmla="*/ 28 h 3034"/>
              <a:gd name="T4" fmla="*/ 2038 w 3035"/>
              <a:gd name="T5" fmla="*/ 92 h 3034"/>
              <a:gd name="T6" fmla="*/ 2254 w 3035"/>
              <a:gd name="T7" fmla="*/ 191 h 3034"/>
              <a:gd name="T8" fmla="*/ 2458 w 3035"/>
              <a:gd name="T9" fmla="*/ 326 h 3034"/>
              <a:gd name="T10" fmla="*/ 2639 w 3035"/>
              <a:gd name="T11" fmla="*/ 495 h 3034"/>
              <a:gd name="T12" fmla="*/ 2789 w 3035"/>
              <a:gd name="T13" fmla="*/ 687 h 3034"/>
              <a:gd name="T14" fmla="*/ 2903 w 3035"/>
              <a:gd name="T15" fmla="*/ 896 h 3034"/>
              <a:gd name="T16" fmla="*/ 2982 w 3035"/>
              <a:gd name="T17" fmla="*/ 1118 h 3034"/>
              <a:gd name="T18" fmla="*/ 3026 w 3035"/>
              <a:gd name="T19" fmla="*/ 1347 h 3034"/>
              <a:gd name="T20" fmla="*/ 3035 w 3035"/>
              <a:gd name="T21" fmla="*/ 1579 h 3034"/>
              <a:gd name="T22" fmla="*/ 3007 w 3035"/>
              <a:gd name="T23" fmla="*/ 1812 h 3034"/>
              <a:gd name="T24" fmla="*/ 2945 w 3035"/>
              <a:gd name="T25" fmla="*/ 2037 h 3034"/>
              <a:gd name="T26" fmla="*/ 2846 w 3035"/>
              <a:gd name="T27" fmla="*/ 2255 h 3034"/>
              <a:gd name="T28" fmla="*/ 2711 w 3035"/>
              <a:gd name="T29" fmla="*/ 2457 h 3034"/>
              <a:gd name="T30" fmla="*/ 2540 w 3035"/>
              <a:gd name="T31" fmla="*/ 2640 h 3034"/>
              <a:gd name="T32" fmla="*/ 2348 w 3035"/>
              <a:gd name="T33" fmla="*/ 2788 h 3034"/>
              <a:gd name="T34" fmla="*/ 2139 w 3035"/>
              <a:gd name="T35" fmla="*/ 2904 h 3034"/>
              <a:gd name="T36" fmla="*/ 1917 w 3035"/>
              <a:gd name="T37" fmla="*/ 2982 h 3034"/>
              <a:gd name="T38" fmla="*/ 1688 w 3035"/>
              <a:gd name="T39" fmla="*/ 3026 h 3034"/>
              <a:gd name="T40" fmla="*/ 1455 w 3035"/>
              <a:gd name="T41" fmla="*/ 3034 h 3034"/>
              <a:gd name="T42" fmla="*/ 1224 w 3035"/>
              <a:gd name="T43" fmla="*/ 3006 h 3034"/>
              <a:gd name="T44" fmla="*/ 997 w 3035"/>
              <a:gd name="T45" fmla="*/ 2944 h 3034"/>
              <a:gd name="T46" fmla="*/ 781 w 3035"/>
              <a:gd name="T47" fmla="*/ 2845 h 3034"/>
              <a:gd name="T48" fmla="*/ 577 w 3035"/>
              <a:gd name="T49" fmla="*/ 2709 h 3034"/>
              <a:gd name="T50" fmla="*/ 396 w 3035"/>
              <a:gd name="T51" fmla="*/ 2541 h 3034"/>
              <a:gd name="T52" fmla="*/ 246 w 3035"/>
              <a:gd name="T53" fmla="*/ 2349 h 3034"/>
              <a:gd name="T54" fmla="*/ 132 w 3035"/>
              <a:gd name="T55" fmla="*/ 2138 h 3034"/>
              <a:gd name="T56" fmla="*/ 53 w 3035"/>
              <a:gd name="T57" fmla="*/ 1918 h 3034"/>
              <a:gd name="T58" fmla="*/ 9 w 3035"/>
              <a:gd name="T59" fmla="*/ 1687 h 3034"/>
              <a:gd name="T60" fmla="*/ 0 w 3035"/>
              <a:gd name="T61" fmla="*/ 1455 h 3034"/>
              <a:gd name="T62" fmla="*/ 27 w 3035"/>
              <a:gd name="T63" fmla="*/ 1224 h 3034"/>
              <a:gd name="T64" fmla="*/ 90 w 3035"/>
              <a:gd name="T65" fmla="*/ 997 h 3034"/>
              <a:gd name="T66" fmla="*/ 189 w 3035"/>
              <a:gd name="T67" fmla="*/ 781 h 3034"/>
              <a:gd name="T68" fmla="*/ 324 w 3035"/>
              <a:gd name="T69" fmla="*/ 577 h 3034"/>
              <a:gd name="T70" fmla="*/ 495 w 3035"/>
              <a:gd name="T71" fmla="*/ 396 h 3034"/>
              <a:gd name="T72" fmla="*/ 687 w 3035"/>
              <a:gd name="T73" fmla="*/ 246 h 3034"/>
              <a:gd name="T74" fmla="*/ 896 w 3035"/>
              <a:gd name="T75" fmla="*/ 132 h 3034"/>
              <a:gd name="T76" fmla="*/ 1118 w 3035"/>
              <a:gd name="T77" fmla="*/ 53 h 3034"/>
              <a:gd name="T78" fmla="*/ 1347 w 3035"/>
              <a:gd name="T79" fmla="*/ 9 h 30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035" h="3034">
                <a:moveTo>
                  <a:pt x="1463" y="0"/>
                </a:moveTo>
                <a:lnTo>
                  <a:pt x="1580" y="0"/>
                </a:lnTo>
                <a:lnTo>
                  <a:pt x="1695" y="9"/>
                </a:lnTo>
                <a:lnTo>
                  <a:pt x="1811" y="28"/>
                </a:lnTo>
                <a:lnTo>
                  <a:pt x="1926" y="55"/>
                </a:lnTo>
                <a:lnTo>
                  <a:pt x="2038" y="92"/>
                </a:lnTo>
                <a:lnTo>
                  <a:pt x="2148" y="136"/>
                </a:lnTo>
                <a:lnTo>
                  <a:pt x="2254" y="191"/>
                </a:lnTo>
                <a:lnTo>
                  <a:pt x="2359" y="253"/>
                </a:lnTo>
                <a:lnTo>
                  <a:pt x="2458" y="326"/>
                </a:lnTo>
                <a:lnTo>
                  <a:pt x="2553" y="407"/>
                </a:lnTo>
                <a:lnTo>
                  <a:pt x="2639" y="495"/>
                </a:lnTo>
                <a:lnTo>
                  <a:pt x="2720" y="588"/>
                </a:lnTo>
                <a:lnTo>
                  <a:pt x="2789" y="687"/>
                </a:lnTo>
                <a:lnTo>
                  <a:pt x="2852" y="790"/>
                </a:lnTo>
                <a:lnTo>
                  <a:pt x="2903" y="896"/>
                </a:lnTo>
                <a:lnTo>
                  <a:pt x="2947" y="1006"/>
                </a:lnTo>
                <a:lnTo>
                  <a:pt x="2982" y="1118"/>
                </a:lnTo>
                <a:lnTo>
                  <a:pt x="3009" y="1231"/>
                </a:lnTo>
                <a:lnTo>
                  <a:pt x="3026" y="1347"/>
                </a:lnTo>
                <a:lnTo>
                  <a:pt x="3035" y="1464"/>
                </a:lnTo>
                <a:lnTo>
                  <a:pt x="3035" y="1579"/>
                </a:lnTo>
                <a:lnTo>
                  <a:pt x="3026" y="1696"/>
                </a:lnTo>
                <a:lnTo>
                  <a:pt x="3007" y="1812"/>
                </a:lnTo>
                <a:lnTo>
                  <a:pt x="2980" y="1925"/>
                </a:lnTo>
                <a:lnTo>
                  <a:pt x="2945" y="2037"/>
                </a:lnTo>
                <a:lnTo>
                  <a:pt x="2899" y="2147"/>
                </a:lnTo>
                <a:lnTo>
                  <a:pt x="2846" y="2255"/>
                </a:lnTo>
                <a:lnTo>
                  <a:pt x="2782" y="2358"/>
                </a:lnTo>
                <a:lnTo>
                  <a:pt x="2711" y="2457"/>
                </a:lnTo>
                <a:lnTo>
                  <a:pt x="2630" y="2552"/>
                </a:lnTo>
                <a:lnTo>
                  <a:pt x="2540" y="2640"/>
                </a:lnTo>
                <a:lnTo>
                  <a:pt x="2447" y="2719"/>
                </a:lnTo>
                <a:lnTo>
                  <a:pt x="2348" y="2788"/>
                </a:lnTo>
                <a:lnTo>
                  <a:pt x="2245" y="2850"/>
                </a:lnTo>
                <a:lnTo>
                  <a:pt x="2139" y="2904"/>
                </a:lnTo>
                <a:lnTo>
                  <a:pt x="2029" y="2948"/>
                </a:lnTo>
                <a:lnTo>
                  <a:pt x="1917" y="2982"/>
                </a:lnTo>
                <a:lnTo>
                  <a:pt x="1803" y="3008"/>
                </a:lnTo>
                <a:lnTo>
                  <a:pt x="1688" y="3026"/>
                </a:lnTo>
                <a:lnTo>
                  <a:pt x="1572" y="3034"/>
                </a:lnTo>
                <a:lnTo>
                  <a:pt x="1455" y="3034"/>
                </a:lnTo>
                <a:lnTo>
                  <a:pt x="1340" y="3025"/>
                </a:lnTo>
                <a:lnTo>
                  <a:pt x="1224" y="3006"/>
                </a:lnTo>
                <a:lnTo>
                  <a:pt x="1109" y="2981"/>
                </a:lnTo>
                <a:lnTo>
                  <a:pt x="997" y="2944"/>
                </a:lnTo>
                <a:lnTo>
                  <a:pt x="887" y="2898"/>
                </a:lnTo>
                <a:lnTo>
                  <a:pt x="781" y="2845"/>
                </a:lnTo>
                <a:lnTo>
                  <a:pt x="676" y="2783"/>
                </a:lnTo>
                <a:lnTo>
                  <a:pt x="577" y="2709"/>
                </a:lnTo>
                <a:lnTo>
                  <a:pt x="482" y="2629"/>
                </a:lnTo>
                <a:lnTo>
                  <a:pt x="396" y="2541"/>
                </a:lnTo>
                <a:lnTo>
                  <a:pt x="315" y="2446"/>
                </a:lnTo>
                <a:lnTo>
                  <a:pt x="246" y="2349"/>
                </a:lnTo>
                <a:lnTo>
                  <a:pt x="185" y="2246"/>
                </a:lnTo>
                <a:lnTo>
                  <a:pt x="132" y="2138"/>
                </a:lnTo>
                <a:lnTo>
                  <a:pt x="88" y="2030"/>
                </a:lnTo>
                <a:lnTo>
                  <a:pt x="53" y="1918"/>
                </a:lnTo>
                <a:lnTo>
                  <a:pt x="26" y="1803"/>
                </a:lnTo>
                <a:lnTo>
                  <a:pt x="9" y="1687"/>
                </a:lnTo>
                <a:lnTo>
                  <a:pt x="0" y="1572"/>
                </a:lnTo>
                <a:lnTo>
                  <a:pt x="0" y="1455"/>
                </a:lnTo>
                <a:lnTo>
                  <a:pt x="9" y="1339"/>
                </a:lnTo>
                <a:lnTo>
                  <a:pt x="27" y="1224"/>
                </a:lnTo>
                <a:lnTo>
                  <a:pt x="55" y="1110"/>
                </a:lnTo>
                <a:lnTo>
                  <a:pt x="90" y="997"/>
                </a:lnTo>
                <a:lnTo>
                  <a:pt x="136" y="887"/>
                </a:lnTo>
                <a:lnTo>
                  <a:pt x="189" y="781"/>
                </a:lnTo>
                <a:lnTo>
                  <a:pt x="253" y="678"/>
                </a:lnTo>
                <a:lnTo>
                  <a:pt x="324" y="577"/>
                </a:lnTo>
                <a:lnTo>
                  <a:pt x="405" y="484"/>
                </a:lnTo>
                <a:lnTo>
                  <a:pt x="495" y="396"/>
                </a:lnTo>
                <a:lnTo>
                  <a:pt x="588" y="317"/>
                </a:lnTo>
                <a:lnTo>
                  <a:pt x="687" y="246"/>
                </a:lnTo>
                <a:lnTo>
                  <a:pt x="790" y="185"/>
                </a:lnTo>
                <a:lnTo>
                  <a:pt x="896" y="132"/>
                </a:lnTo>
                <a:lnTo>
                  <a:pt x="1006" y="88"/>
                </a:lnTo>
                <a:lnTo>
                  <a:pt x="1118" y="53"/>
                </a:lnTo>
                <a:lnTo>
                  <a:pt x="1232" y="26"/>
                </a:lnTo>
                <a:lnTo>
                  <a:pt x="1347" y="9"/>
                </a:lnTo>
                <a:lnTo>
                  <a:pt x="1463" y="0"/>
                </a:lnTo>
                <a:close/>
              </a:path>
            </a:pathLst>
          </a:custGeom>
          <a:solidFill>
            <a:srgbClr val="7D7D7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Freeform 12">
            <a:extLst>
              <a:ext uri="{FF2B5EF4-FFF2-40B4-BE49-F238E27FC236}">
                <a16:creationId xmlns:a16="http://schemas.microsoft.com/office/drawing/2014/main" id="{1727D7A7-BFEA-3D41-A2AD-2EF127B5C8E6}"/>
              </a:ext>
            </a:extLst>
          </p:cNvPr>
          <p:cNvSpPr>
            <a:spLocks/>
          </p:cNvSpPr>
          <p:nvPr userDrawn="1"/>
        </p:nvSpPr>
        <p:spPr bwMode="auto">
          <a:xfrm>
            <a:off x="6178551" y="3048327"/>
            <a:ext cx="2087563" cy="2173288"/>
          </a:xfrm>
          <a:custGeom>
            <a:avLst/>
            <a:gdLst>
              <a:gd name="T0" fmla="*/ 1268 w 2630"/>
              <a:gd name="T1" fmla="*/ 2 h 2738"/>
              <a:gd name="T2" fmla="*/ 1512 w 2630"/>
              <a:gd name="T3" fmla="*/ 33 h 2738"/>
              <a:gd name="T4" fmla="*/ 1739 w 2630"/>
              <a:gd name="T5" fmla="*/ 104 h 2738"/>
              <a:gd name="T6" fmla="*/ 1948 w 2630"/>
              <a:gd name="T7" fmla="*/ 211 h 2738"/>
              <a:gd name="T8" fmla="*/ 2135 w 2630"/>
              <a:gd name="T9" fmla="*/ 348 h 2738"/>
              <a:gd name="T10" fmla="*/ 2298 w 2630"/>
              <a:gd name="T11" fmla="*/ 513 h 2738"/>
              <a:gd name="T12" fmla="*/ 2432 w 2630"/>
              <a:gd name="T13" fmla="*/ 701 h 2738"/>
              <a:gd name="T14" fmla="*/ 2535 w 2630"/>
              <a:gd name="T15" fmla="*/ 910 h 2738"/>
              <a:gd name="T16" fmla="*/ 2603 w 2630"/>
              <a:gd name="T17" fmla="*/ 1137 h 2738"/>
              <a:gd name="T18" fmla="*/ 2630 w 2630"/>
              <a:gd name="T19" fmla="*/ 1377 h 2738"/>
              <a:gd name="T20" fmla="*/ 2619 w 2630"/>
              <a:gd name="T21" fmla="*/ 1628 h 2738"/>
              <a:gd name="T22" fmla="*/ 2564 w 2630"/>
              <a:gd name="T23" fmla="*/ 1870 h 2738"/>
              <a:gd name="T24" fmla="*/ 2469 w 2630"/>
              <a:gd name="T25" fmla="*/ 2094 h 2738"/>
              <a:gd name="T26" fmla="*/ 2341 w 2630"/>
              <a:gd name="T27" fmla="*/ 2297 h 2738"/>
              <a:gd name="T28" fmla="*/ 2181 w 2630"/>
              <a:gd name="T29" fmla="*/ 2475 h 2738"/>
              <a:gd name="T30" fmla="*/ 1994 w 2630"/>
              <a:gd name="T31" fmla="*/ 2623 h 2738"/>
              <a:gd name="T32" fmla="*/ 1785 w 2630"/>
              <a:gd name="T33" fmla="*/ 2738 h 2738"/>
              <a:gd name="T34" fmla="*/ 1866 w 2630"/>
              <a:gd name="T35" fmla="*/ 2517 h 2738"/>
              <a:gd name="T36" fmla="*/ 1910 w 2630"/>
              <a:gd name="T37" fmla="*/ 2288 h 2738"/>
              <a:gd name="T38" fmla="*/ 1919 w 2630"/>
              <a:gd name="T39" fmla="*/ 2055 h 2738"/>
              <a:gd name="T40" fmla="*/ 1893 w 2630"/>
              <a:gd name="T41" fmla="*/ 1824 h 2738"/>
              <a:gd name="T42" fmla="*/ 1831 w 2630"/>
              <a:gd name="T43" fmla="*/ 1599 h 2738"/>
              <a:gd name="T44" fmla="*/ 1734 w 2630"/>
              <a:gd name="T45" fmla="*/ 1385 h 2738"/>
              <a:gd name="T46" fmla="*/ 1602 w 2630"/>
              <a:gd name="T47" fmla="*/ 1183 h 2738"/>
              <a:gd name="T48" fmla="*/ 1437 w 2630"/>
              <a:gd name="T49" fmla="*/ 1002 h 2738"/>
              <a:gd name="T50" fmla="*/ 1243 w 2630"/>
              <a:gd name="T51" fmla="*/ 848 h 2738"/>
              <a:gd name="T52" fmla="*/ 1032 w 2630"/>
              <a:gd name="T53" fmla="*/ 731 h 2738"/>
              <a:gd name="T54" fmla="*/ 808 w 2630"/>
              <a:gd name="T55" fmla="*/ 650 h 2738"/>
              <a:gd name="T56" fmla="*/ 579 w 2630"/>
              <a:gd name="T57" fmla="*/ 604 h 2738"/>
              <a:gd name="T58" fmla="*/ 345 w 2630"/>
              <a:gd name="T59" fmla="*/ 595 h 2738"/>
              <a:gd name="T60" fmla="*/ 114 w 2630"/>
              <a:gd name="T61" fmla="*/ 623 h 2738"/>
              <a:gd name="T62" fmla="*/ 64 w 2630"/>
              <a:gd name="T63" fmla="*/ 557 h 2738"/>
              <a:gd name="T64" fmla="*/ 216 w 2630"/>
              <a:gd name="T65" fmla="*/ 390 h 2738"/>
              <a:gd name="T66" fmla="*/ 392 w 2630"/>
              <a:gd name="T67" fmla="*/ 249 h 2738"/>
              <a:gd name="T68" fmla="*/ 588 w 2630"/>
              <a:gd name="T69" fmla="*/ 135 h 2738"/>
              <a:gd name="T70" fmla="*/ 803 w 2630"/>
              <a:gd name="T71" fmla="*/ 55 h 2738"/>
              <a:gd name="T72" fmla="*/ 1030 w 2630"/>
              <a:gd name="T73" fmla="*/ 9 h 27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630" h="2738">
                <a:moveTo>
                  <a:pt x="1147" y="0"/>
                </a:moveTo>
                <a:lnTo>
                  <a:pt x="1268" y="2"/>
                </a:lnTo>
                <a:lnTo>
                  <a:pt x="1391" y="13"/>
                </a:lnTo>
                <a:lnTo>
                  <a:pt x="1512" y="33"/>
                </a:lnTo>
                <a:lnTo>
                  <a:pt x="1628" y="64"/>
                </a:lnTo>
                <a:lnTo>
                  <a:pt x="1739" y="104"/>
                </a:lnTo>
                <a:lnTo>
                  <a:pt x="1846" y="154"/>
                </a:lnTo>
                <a:lnTo>
                  <a:pt x="1948" y="211"/>
                </a:lnTo>
                <a:lnTo>
                  <a:pt x="2045" y="275"/>
                </a:lnTo>
                <a:lnTo>
                  <a:pt x="2135" y="348"/>
                </a:lnTo>
                <a:lnTo>
                  <a:pt x="2220" y="427"/>
                </a:lnTo>
                <a:lnTo>
                  <a:pt x="2298" y="513"/>
                </a:lnTo>
                <a:lnTo>
                  <a:pt x="2368" y="604"/>
                </a:lnTo>
                <a:lnTo>
                  <a:pt x="2432" y="701"/>
                </a:lnTo>
                <a:lnTo>
                  <a:pt x="2487" y="804"/>
                </a:lnTo>
                <a:lnTo>
                  <a:pt x="2535" y="910"/>
                </a:lnTo>
                <a:lnTo>
                  <a:pt x="2573" y="1022"/>
                </a:lnTo>
                <a:lnTo>
                  <a:pt x="2603" y="1137"/>
                </a:lnTo>
                <a:lnTo>
                  <a:pt x="2621" y="1256"/>
                </a:lnTo>
                <a:lnTo>
                  <a:pt x="2630" y="1377"/>
                </a:lnTo>
                <a:lnTo>
                  <a:pt x="2630" y="1500"/>
                </a:lnTo>
                <a:lnTo>
                  <a:pt x="2619" y="1628"/>
                </a:lnTo>
                <a:lnTo>
                  <a:pt x="2595" y="1751"/>
                </a:lnTo>
                <a:lnTo>
                  <a:pt x="2564" y="1870"/>
                </a:lnTo>
                <a:lnTo>
                  <a:pt x="2522" y="1984"/>
                </a:lnTo>
                <a:lnTo>
                  <a:pt x="2469" y="2094"/>
                </a:lnTo>
                <a:lnTo>
                  <a:pt x="2410" y="2198"/>
                </a:lnTo>
                <a:lnTo>
                  <a:pt x="2341" y="2297"/>
                </a:lnTo>
                <a:lnTo>
                  <a:pt x="2265" y="2389"/>
                </a:lnTo>
                <a:lnTo>
                  <a:pt x="2181" y="2475"/>
                </a:lnTo>
                <a:lnTo>
                  <a:pt x="2091" y="2552"/>
                </a:lnTo>
                <a:lnTo>
                  <a:pt x="1994" y="2623"/>
                </a:lnTo>
                <a:lnTo>
                  <a:pt x="1893" y="2685"/>
                </a:lnTo>
                <a:lnTo>
                  <a:pt x="1785" y="2738"/>
                </a:lnTo>
                <a:lnTo>
                  <a:pt x="1829" y="2629"/>
                </a:lnTo>
                <a:lnTo>
                  <a:pt x="1866" y="2517"/>
                </a:lnTo>
                <a:lnTo>
                  <a:pt x="1891" y="2403"/>
                </a:lnTo>
                <a:lnTo>
                  <a:pt x="1910" y="2288"/>
                </a:lnTo>
                <a:lnTo>
                  <a:pt x="1919" y="2171"/>
                </a:lnTo>
                <a:lnTo>
                  <a:pt x="1919" y="2055"/>
                </a:lnTo>
                <a:lnTo>
                  <a:pt x="1910" y="1940"/>
                </a:lnTo>
                <a:lnTo>
                  <a:pt x="1893" y="1824"/>
                </a:lnTo>
                <a:lnTo>
                  <a:pt x="1866" y="1711"/>
                </a:lnTo>
                <a:lnTo>
                  <a:pt x="1831" y="1599"/>
                </a:lnTo>
                <a:lnTo>
                  <a:pt x="1787" y="1489"/>
                </a:lnTo>
                <a:lnTo>
                  <a:pt x="1734" y="1385"/>
                </a:lnTo>
                <a:lnTo>
                  <a:pt x="1673" y="1282"/>
                </a:lnTo>
                <a:lnTo>
                  <a:pt x="1602" y="1183"/>
                </a:lnTo>
                <a:lnTo>
                  <a:pt x="1523" y="1090"/>
                </a:lnTo>
                <a:lnTo>
                  <a:pt x="1437" y="1002"/>
                </a:lnTo>
                <a:lnTo>
                  <a:pt x="1342" y="919"/>
                </a:lnTo>
                <a:lnTo>
                  <a:pt x="1243" y="848"/>
                </a:lnTo>
                <a:lnTo>
                  <a:pt x="1138" y="786"/>
                </a:lnTo>
                <a:lnTo>
                  <a:pt x="1032" y="731"/>
                </a:lnTo>
                <a:lnTo>
                  <a:pt x="922" y="687"/>
                </a:lnTo>
                <a:lnTo>
                  <a:pt x="808" y="650"/>
                </a:lnTo>
                <a:lnTo>
                  <a:pt x="695" y="623"/>
                </a:lnTo>
                <a:lnTo>
                  <a:pt x="579" y="604"/>
                </a:lnTo>
                <a:lnTo>
                  <a:pt x="462" y="595"/>
                </a:lnTo>
                <a:lnTo>
                  <a:pt x="345" y="595"/>
                </a:lnTo>
                <a:lnTo>
                  <a:pt x="229" y="604"/>
                </a:lnTo>
                <a:lnTo>
                  <a:pt x="114" y="623"/>
                </a:lnTo>
                <a:lnTo>
                  <a:pt x="0" y="648"/>
                </a:lnTo>
                <a:lnTo>
                  <a:pt x="64" y="557"/>
                </a:lnTo>
                <a:lnTo>
                  <a:pt x="138" y="471"/>
                </a:lnTo>
                <a:lnTo>
                  <a:pt x="216" y="390"/>
                </a:lnTo>
                <a:lnTo>
                  <a:pt x="301" y="315"/>
                </a:lnTo>
                <a:lnTo>
                  <a:pt x="392" y="249"/>
                </a:lnTo>
                <a:lnTo>
                  <a:pt x="488" y="189"/>
                </a:lnTo>
                <a:lnTo>
                  <a:pt x="588" y="135"/>
                </a:lnTo>
                <a:lnTo>
                  <a:pt x="693" y="91"/>
                </a:lnTo>
                <a:lnTo>
                  <a:pt x="803" y="55"/>
                </a:lnTo>
                <a:lnTo>
                  <a:pt x="915" y="27"/>
                </a:lnTo>
                <a:lnTo>
                  <a:pt x="1030" y="9"/>
                </a:lnTo>
                <a:lnTo>
                  <a:pt x="1147" y="0"/>
                </a:lnTo>
                <a:close/>
              </a:path>
            </a:pathLst>
          </a:custGeom>
          <a:solidFill>
            <a:srgbClr val="FAB54D"/>
          </a:solidFill>
          <a:ln w="0">
            <a:noFill/>
            <a:prstDash val="solid"/>
            <a:round/>
            <a:headEnd/>
            <a:tailEnd/>
          </a:ln>
          <a:effectLst>
            <a:innerShdw blurRad="850900" dist="190500" dir="10200000">
              <a:prstClr val="black">
                <a:alpha val="25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A357CAE1-6470-EC4E-B37E-3D94BB41A41B}"/>
              </a:ext>
            </a:extLst>
          </p:cNvPr>
          <p:cNvSpPr>
            <a:spLocks/>
          </p:cNvSpPr>
          <p:nvPr userDrawn="1"/>
        </p:nvSpPr>
        <p:spPr bwMode="auto">
          <a:xfrm>
            <a:off x="4459288" y="3524577"/>
            <a:ext cx="2408238" cy="2409825"/>
          </a:xfrm>
          <a:custGeom>
            <a:avLst/>
            <a:gdLst>
              <a:gd name="T0" fmla="*/ 1583 w 3035"/>
              <a:gd name="T1" fmla="*/ 2 h 3035"/>
              <a:gd name="T2" fmla="*/ 1822 w 3035"/>
              <a:gd name="T3" fmla="*/ 31 h 3035"/>
              <a:gd name="T4" fmla="*/ 2049 w 3035"/>
              <a:gd name="T5" fmla="*/ 95 h 3035"/>
              <a:gd name="T6" fmla="*/ 2261 w 3035"/>
              <a:gd name="T7" fmla="*/ 194 h 3035"/>
              <a:gd name="T8" fmla="*/ 2456 w 3035"/>
              <a:gd name="T9" fmla="*/ 324 h 3035"/>
              <a:gd name="T10" fmla="*/ 2628 w 3035"/>
              <a:gd name="T11" fmla="*/ 481 h 3035"/>
              <a:gd name="T12" fmla="*/ 2775 w 3035"/>
              <a:gd name="T13" fmla="*/ 665 h 3035"/>
              <a:gd name="T14" fmla="*/ 2892 w 3035"/>
              <a:gd name="T15" fmla="*/ 870 h 3035"/>
              <a:gd name="T16" fmla="*/ 2976 w 3035"/>
              <a:gd name="T17" fmla="*/ 1093 h 3035"/>
              <a:gd name="T18" fmla="*/ 3026 w 3035"/>
              <a:gd name="T19" fmla="*/ 1337 h 3035"/>
              <a:gd name="T20" fmla="*/ 3035 w 3035"/>
              <a:gd name="T21" fmla="*/ 1582 h 3035"/>
              <a:gd name="T22" fmla="*/ 3006 w 3035"/>
              <a:gd name="T23" fmla="*/ 1822 h 3035"/>
              <a:gd name="T24" fmla="*/ 2941 w 3035"/>
              <a:gd name="T25" fmla="*/ 2049 h 3035"/>
              <a:gd name="T26" fmla="*/ 2842 w 3035"/>
              <a:gd name="T27" fmla="*/ 2262 h 3035"/>
              <a:gd name="T28" fmla="*/ 2712 w 3035"/>
              <a:gd name="T29" fmla="*/ 2454 h 3035"/>
              <a:gd name="T30" fmla="*/ 2555 w 3035"/>
              <a:gd name="T31" fmla="*/ 2627 h 3035"/>
              <a:gd name="T32" fmla="*/ 2371 w 3035"/>
              <a:gd name="T33" fmla="*/ 2773 h 3035"/>
              <a:gd name="T34" fmla="*/ 2166 w 3035"/>
              <a:gd name="T35" fmla="*/ 2890 h 3035"/>
              <a:gd name="T36" fmla="*/ 1941 w 3035"/>
              <a:gd name="T37" fmla="*/ 2975 h 3035"/>
              <a:gd name="T38" fmla="*/ 1699 w 3035"/>
              <a:gd name="T39" fmla="*/ 3024 h 3035"/>
              <a:gd name="T40" fmla="*/ 1453 w 3035"/>
              <a:gd name="T41" fmla="*/ 3035 h 3035"/>
              <a:gd name="T42" fmla="*/ 1213 w 3035"/>
              <a:gd name="T43" fmla="*/ 3006 h 3035"/>
              <a:gd name="T44" fmla="*/ 986 w 3035"/>
              <a:gd name="T45" fmla="*/ 2940 h 3035"/>
              <a:gd name="T46" fmla="*/ 773 w 3035"/>
              <a:gd name="T47" fmla="*/ 2841 h 3035"/>
              <a:gd name="T48" fmla="*/ 581 w 3035"/>
              <a:gd name="T49" fmla="*/ 2711 h 3035"/>
              <a:gd name="T50" fmla="*/ 409 w 3035"/>
              <a:gd name="T51" fmla="*/ 2553 h 3035"/>
              <a:gd name="T52" fmla="*/ 262 w 3035"/>
              <a:gd name="T53" fmla="*/ 2372 h 3035"/>
              <a:gd name="T54" fmla="*/ 145 w 3035"/>
              <a:gd name="T55" fmla="*/ 2167 h 3035"/>
              <a:gd name="T56" fmla="*/ 58 w 3035"/>
              <a:gd name="T57" fmla="*/ 1941 h 3035"/>
              <a:gd name="T58" fmla="*/ 11 w 3035"/>
              <a:gd name="T59" fmla="*/ 1700 h 3035"/>
              <a:gd name="T60" fmla="*/ 0 w 3035"/>
              <a:gd name="T61" fmla="*/ 1452 h 3035"/>
              <a:gd name="T62" fmla="*/ 29 w 3035"/>
              <a:gd name="T63" fmla="*/ 1212 h 3035"/>
              <a:gd name="T64" fmla="*/ 95 w 3035"/>
              <a:gd name="T65" fmla="*/ 985 h 3035"/>
              <a:gd name="T66" fmla="*/ 194 w 3035"/>
              <a:gd name="T67" fmla="*/ 775 h 3035"/>
              <a:gd name="T68" fmla="*/ 324 w 3035"/>
              <a:gd name="T69" fmla="*/ 580 h 3035"/>
              <a:gd name="T70" fmla="*/ 482 w 3035"/>
              <a:gd name="T71" fmla="*/ 408 h 3035"/>
              <a:gd name="T72" fmla="*/ 663 w 3035"/>
              <a:gd name="T73" fmla="*/ 262 h 3035"/>
              <a:gd name="T74" fmla="*/ 869 w 3035"/>
              <a:gd name="T75" fmla="*/ 144 h 3035"/>
              <a:gd name="T76" fmla="*/ 1094 w 3035"/>
              <a:gd name="T77" fmla="*/ 60 h 3035"/>
              <a:gd name="T78" fmla="*/ 1336 w 3035"/>
              <a:gd name="T79" fmla="*/ 11 h 30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3035" h="3035">
                <a:moveTo>
                  <a:pt x="1461" y="0"/>
                </a:moveTo>
                <a:lnTo>
                  <a:pt x="1583" y="2"/>
                </a:lnTo>
                <a:lnTo>
                  <a:pt x="1704" y="11"/>
                </a:lnTo>
                <a:lnTo>
                  <a:pt x="1822" y="31"/>
                </a:lnTo>
                <a:lnTo>
                  <a:pt x="1937" y="58"/>
                </a:lnTo>
                <a:lnTo>
                  <a:pt x="2049" y="95"/>
                </a:lnTo>
                <a:lnTo>
                  <a:pt x="2157" y="141"/>
                </a:lnTo>
                <a:lnTo>
                  <a:pt x="2261" y="194"/>
                </a:lnTo>
                <a:lnTo>
                  <a:pt x="2362" y="254"/>
                </a:lnTo>
                <a:lnTo>
                  <a:pt x="2456" y="324"/>
                </a:lnTo>
                <a:lnTo>
                  <a:pt x="2545" y="399"/>
                </a:lnTo>
                <a:lnTo>
                  <a:pt x="2628" y="481"/>
                </a:lnTo>
                <a:lnTo>
                  <a:pt x="2705" y="569"/>
                </a:lnTo>
                <a:lnTo>
                  <a:pt x="2775" y="665"/>
                </a:lnTo>
                <a:lnTo>
                  <a:pt x="2837" y="764"/>
                </a:lnTo>
                <a:lnTo>
                  <a:pt x="2892" y="870"/>
                </a:lnTo>
                <a:lnTo>
                  <a:pt x="2938" y="980"/>
                </a:lnTo>
                <a:lnTo>
                  <a:pt x="2976" y="1093"/>
                </a:lnTo>
                <a:lnTo>
                  <a:pt x="3006" y="1212"/>
                </a:lnTo>
                <a:lnTo>
                  <a:pt x="3026" y="1337"/>
                </a:lnTo>
                <a:lnTo>
                  <a:pt x="3035" y="1460"/>
                </a:lnTo>
                <a:lnTo>
                  <a:pt x="3035" y="1582"/>
                </a:lnTo>
                <a:lnTo>
                  <a:pt x="3026" y="1703"/>
                </a:lnTo>
                <a:lnTo>
                  <a:pt x="3006" y="1822"/>
                </a:lnTo>
                <a:lnTo>
                  <a:pt x="2978" y="1938"/>
                </a:lnTo>
                <a:lnTo>
                  <a:pt x="2941" y="2049"/>
                </a:lnTo>
                <a:lnTo>
                  <a:pt x="2896" y="2158"/>
                </a:lnTo>
                <a:lnTo>
                  <a:pt x="2842" y="2262"/>
                </a:lnTo>
                <a:lnTo>
                  <a:pt x="2780" y="2361"/>
                </a:lnTo>
                <a:lnTo>
                  <a:pt x="2712" y="2454"/>
                </a:lnTo>
                <a:lnTo>
                  <a:pt x="2637" y="2544"/>
                </a:lnTo>
                <a:lnTo>
                  <a:pt x="2555" y="2627"/>
                </a:lnTo>
                <a:lnTo>
                  <a:pt x="2467" y="2703"/>
                </a:lnTo>
                <a:lnTo>
                  <a:pt x="2371" y="2773"/>
                </a:lnTo>
                <a:lnTo>
                  <a:pt x="2272" y="2835"/>
                </a:lnTo>
                <a:lnTo>
                  <a:pt x="2166" y="2890"/>
                </a:lnTo>
                <a:lnTo>
                  <a:pt x="2056" y="2938"/>
                </a:lnTo>
                <a:lnTo>
                  <a:pt x="1941" y="2975"/>
                </a:lnTo>
                <a:lnTo>
                  <a:pt x="1822" y="3004"/>
                </a:lnTo>
                <a:lnTo>
                  <a:pt x="1699" y="3024"/>
                </a:lnTo>
                <a:lnTo>
                  <a:pt x="1576" y="3035"/>
                </a:lnTo>
                <a:lnTo>
                  <a:pt x="1453" y="3035"/>
                </a:lnTo>
                <a:lnTo>
                  <a:pt x="1332" y="3024"/>
                </a:lnTo>
                <a:lnTo>
                  <a:pt x="1213" y="3006"/>
                </a:lnTo>
                <a:lnTo>
                  <a:pt x="1098" y="2976"/>
                </a:lnTo>
                <a:lnTo>
                  <a:pt x="986" y="2940"/>
                </a:lnTo>
                <a:lnTo>
                  <a:pt x="878" y="2894"/>
                </a:lnTo>
                <a:lnTo>
                  <a:pt x="773" y="2841"/>
                </a:lnTo>
                <a:lnTo>
                  <a:pt x="674" y="2780"/>
                </a:lnTo>
                <a:lnTo>
                  <a:pt x="581" y="2711"/>
                </a:lnTo>
                <a:lnTo>
                  <a:pt x="491" y="2636"/>
                </a:lnTo>
                <a:lnTo>
                  <a:pt x="409" y="2553"/>
                </a:lnTo>
                <a:lnTo>
                  <a:pt x="332" y="2465"/>
                </a:lnTo>
                <a:lnTo>
                  <a:pt x="262" y="2372"/>
                </a:lnTo>
                <a:lnTo>
                  <a:pt x="200" y="2271"/>
                </a:lnTo>
                <a:lnTo>
                  <a:pt x="145" y="2167"/>
                </a:lnTo>
                <a:lnTo>
                  <a:pt x="97" y="2055"/>
                </a:lnTo>
                <a:lnTo>
                  <a:pt x="58" y="1941"/>
                </a:lnTo>
                <a:lnTo>
                  <a:pt x="29" y="1822"/>
                </a:lnTo>
                <a:lnTo>
                  <a:pt x="11" y="1700"/>
                </a:lnTo>
                <a:lnTo>
                  <a:pt x="0" y="1575"/>
                </a:lnTo>
                <a:lnTo>
                  <a:pt x="0" y="1452"/>
                </a:lnTo>
                <a:lnTo>
                  <a:pt x="11" y="1331"/>
                </a:lnTo>
                <a:lnTo>
                  <a:pt x="29" y="1212"/>
                </a:lnTo>
                <a:lnTo>
                  <a:pt x="58" y="1099"/>
                </a:lnTo>
                <a:lnTo>
                  <a:pt x="95" y="985"/>
                </a:lnTo>
                <a:lnTo>
                  <a:pt x="141" y="877"/>
                </a:lnTo>
                <a:lnTo>
                  <a:pt x="194" y="775"/>
                </a:lnTo>
                <a:lnTo>
                  <a:pt x="255" y="674"/>
                </a:lnTo>
                <a:lnTo>
                  <a:pt x="324" y="580"/>
                </a:lnTo>
                <a:lnTo>
                  <a:pt x="399" y="491"/>
                </a:lnTo>
                <a:lnTo>
                  <a:pt x="482" y="408"/>
                </a:lnTo>
                <a:lnTo>
                  <a:pt x="570" y="331"/>
                </a:lnTo>
                <a:lnTo>
                  <a:pt x="663" y="262"/>
                </a:lnTo>
                <a:lnTo>
                  <a:pt x="764" y="199"/>
                </a:lnTo>
                <a:lnTo>
                  <a:pt x="869" y="144"/>
                </a:lnTo>
                <a:lnTo>
                  <a:pt x="979" y="99"/>
                </a:lnTo>
                <a:lnTo>
                  <a:pt x="1094" y="60"/>
                </a:lnTo>
                <a:lnTo>
                  <a:pt x="1213" y="31"/>
                </a:lnTo>
                <a:lnTo>
                  <a:pt x="1336" y="11"/>
                </a:lnTo>
                <a:lnTo>
                  <a:pt x="1461" y="0"/>
                </a:lnTo>
                <a:close/>
              </a:path>
            </a:pathLst>
          </a:custGeom>
          <a:solidFill>
            <a:srgbClr val="ED6A5E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DB1EA1E9-4F26-A945-B6CF-804D64AC5566}"/>
              </a:ext>
            </a:extLst>
          </p:cNvPr>
          <p:cNvSpPr>
            <a:spLocks/>
          </p:cNvSpPr>
          <p:nvPr userDrawn="1"/>
        </p:nvSpPr>
        <p:spPr bwMode="auto">
          <a:xfrm>
            <a:off x="6161088" y="3581727"/>
            <a:ext cx="1479550" cy="2286000"/>
          </a:xfrm>
          <a:custGeom>
            <a:avLst/>
            <a:gdLst>
              <a:gd name="T0" fmla="*/ 566 w 1864"/>
              <a:gd name="T1" fmla="*/ 7 h 2880"/>
              <a:gd name="T2" fmla="*/ 792 w 1864"/>
              <a:gd name="T3" fmla="*/ 48 h 2880"/>
              <a:gd name="T4" fmla="*/ 1010 w 1864"/>
              <a:gd name="T5" fmla="*/ 125 h 2880"/>
              <a:gd name="T6" fmla="*/ 1215 w 1864"/>
              <a:gd name="T7" fmla="*/ 236 h 2880"/>
              <a:gd name="T8" fmla="*/ 1406 w 1864"/>
              <a:gd name="T9" fmla="*/ 387 h 2880"/>
              <a:gd name="T10" fmla="*/ 1563 w 1864"/>
              <a:gd name="T11" fmla="*/ 559 h 2880"/>
              <a:gd name="T12" fmla="*/ 1688 w 1864"/>
              <a:gd name="T13" fmla="*/ 749 h 2880"/>
              <a:gd name="T14" fmla="*/ 1782 w 1864"/>
              <a:gd name="T15" fmla="*/ 955 h 2880"/>
              <a:gd name="T16" fmla="*/ 1838 w 1864"/>
              <a:gd name="T17" fmla="*/ 1169 h 2880"/>
              <a:gd name="T18" fmla="*/ 1864 w 1864"/>
              <a:gd name="T19" fmla="*/ 1389 h 2880"/>
              <a:gd name="T20" fmla="*/ 1855 w 1864"/>
              <a:gd name="T21" fmla="*/ 1610 h 2880"/>
              <a:gd name="T22" fmla="*/ 1813 w 1864"/>
              <a:gd name="T23" fmla="*/ 1828 h 2880"/>
              <a:gd name="T24" fmla="*/ 1736 w 1864"/>
              <a:gd name="T25" fmla="*/ 2039 h 2880"/>
              <a:gd name="T26" fmla="*/ 1624 w 1864"/>
              <a:gd name="T27" fmla="*/ 2239 h 2880"/>
              <a:gd name="T28" fmla="*/ 1479 w 1864"/>
              <a:gd name="T29" fmla="*/ 2422 h 2880"/>
              <a:gd name="T30" fmla="*/ 1303 w 1864"/>
              <a:gd name="T31" fmla="*/ 2583 h 2880"/>
              <a:gd name="T32" fmla="*/ 1109 w 1864"/>
              <a:gd name="T33" fmla="*/ 2708 h 2880"/>
              <a:gd name="T34" fmla="*/ 902 w 1864"/>
              <a:gd name="T35" fmla="*/ 2799 h 2880"/>
              <a:gd name="T36" fmla="*/ 684 w 1864"/>
              <a:gd name="T37" fmla="*/ 2858 h 2880"/>
              <a:gd name="T38" fmla="*/ 460 w 1864"/>
              <a:gd name="T39" fmla="*/ 2880 h 2880"/>
              <a:gd name="T40" fmla="*/ 237 w 1864"/>
              <a:gd name="T41" fmla="*/ 2869 h 2880"/>
              <a:gd name="T42" fmla="*/ 17 w 1864"/>
              <a:gd name="T43" fmla="*/ 2823 h 2880"/>
              <a:gd name="T44" fmla="*/ 222 w 1864"/>
              <a:gd name="T45" fmla="*/ 2706 h 2880"/>
              <a:gd name="T46" fmla="*/ 407 w 1864"/>
              <a:gd name="T47" fmla="*/ 2559 h 2880"/>
              <a:gd name="T48" fmla="*/ 566 w 1864"/>
              <a:gd name="T49" fmla="*/ 2387 h 2880"/>
              <a:gd name="T50" fmla="*/ 697 w 1864"/>
              <a:gd name="T51" fmla="*/ 2193 h 2880"/>
              <a:gd name="T52" fmla="*/ 796 w 1864"/>
              <a:gd name="T53" fmla="*/ 1980 h 2880"/>
              <a:gd name="T54" fmla="*/ 862 w 1864"/>
              <a:gd name="T55" fmla="*/ 1753 h 2880"/>
              <a:gd name="T56" fmla="*/ 891 w 1864"/>
              <a:gd name="T57" fmla="*/ 1513 h 2880"/>
              <a:gd name="T58" fmla="*/ 882 w 1864"/>
              <a:gd name="T59" fmla="*/ 1266 h 2880"/>
              <a:gd name="T60" fmla="*/ 832 w 1864"/>
              <a:gd name="T61" fmla="*/ 1020 h 2880"/>
              <a:gd name="T62" fmla="*/ 746 w 1864"/>
              <a:gd name="T63" fmla="*/ 793 h 2880"/>
              <a:gd name="T64" fmla="*/ 627 w 1864"/>
              <a:gd name="T65" fmla="*/ 586 h 2880"/>
              <a:gd name="T66" fmla="*/ 477 w 1864"/>
              <a:gd name="T67" fmla="*/ 403 h 2880"/>
              <a:gd name="T68" fmla="*/ 303 w 1864"/>
              <a:gd name="T69" fmla="*/ 246 h 2880"/>
              <a:gd name="T70" fmla="*/ 106 w 1864"/>
              <a:gd name="T71" fmla="*/ 117 h 2880"/>
              <a:gd name="T72" fmla="*/ 112 w 1864"/>
              <a:gd name="T73" fmla="*/ 35 h 2880"/>
              <a:gd name="T74" fmla="*/ 337 w 1864"/>
              <a:gd name="T75" fmla="*/ 4 h 28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864" h="2880">
                <a:moveTo>
                  <a:pt x="451" y="0"/>
                </a:moveTo>
                <a:lnTo>
                  <a:pt x="566" y="7"/>
                </a:lnTo>
                <a:lnTo>
                  <a:pt x="678" y="22"/>
                </a:lnTo>
                <a:lnTo>
                  <a:pt x="792" y="48"/>
                </a:lnTo>
                <a:lnTo>
                  <a:pt x="902" y="81"/>
                </a:lnTo>
                <a:lnTo>
                  <a:pt x="1010" y="125"/>
                </a:lnTo>
                <a:lnTo>
                  <a:pt x="1114" y="176"/>
                </a:lnTo>
                <a:lnTo>
                  <a:pt x="1215" y="236"/>
                </a:lnTo>
                <a:lnTo>
                  <a:pt x="1312" y="306"/>
                </a:lnTo>
                <a:lnTo>
                  <a:pt x="1406" y="387"/>
                </a:lnTo>
                <a:lnTo>
                  <a:pt x="1488" y="471"/>
                </a:lnTo>
                <a:lnTo>
                  <a:pt x="1563" y="559"/>
                </a:lnTo>
                <a:lnTo>
                  <a:pt x="1631" y="652"/>
                </a:lnTo>
                <a:lnTo>
                  <a:pt x="1688" y="749"/>
                </a:lnTo>
                <a:lnTo>
                  <a:pt x="1739" y="850"/>
                </a:lnTo>
                <a:lnTo>
                  <a:pt x="1782" y="955"/>
                </a:lnTo>
                <a:lnTo>
                  <a:pt x="1815" y="1061"/>
                </a:lnTo>
                <a:lnTo>
                  <a:pt x="1838" y="1169"/>
                </a:lnTo>
                <a:lnTo>
                  <a:pt x="1855" y="1279"/>
                </a:lnTo>
                <a:lnTo>
                  <a:pt x="1864" y="1389"/>
                </a:lnTo>
                <a:lnTo>
                  <a:pt x="1864" y="1500"/>
                </a:lnTo>
                <a:lnTo>
                  <a:pt x="1855" y="1610"/>
                </a:lnTo>
                <a:lnTo>
                  <a:pt x="1838" y="1720"/>
                </a:lnTo>
                <a:lnTo>
                  <a:pt x="1813" y="1828"/>
                </a:lnTo>
                <a:lnTo>
                  <a:pt x="1778" y="1935"/>
                </a:lnTo>
                <a:lnTo>
                  <a:pt x="1736" y="2039"/>
                </a:lnTo>
                <a:lnTo>
                  <a:pt x="1684" y="2140"/>
                </a:lnTo>
                <a:lnTo>
                  <a:pt x="1624" y="2239"/>
                </a:lnTo>
                <a:lnTo>
                  <a:pt x="1556" y="2332"/>
                </a:lnTo>
                <a:lnTo>
                  <a:pt x="1479" y="2422"/>
                </a:lnTo>
                <a:lnTo>
                  <a:pt x="1393" y="2506"/>
                </a:lnTo>
                <a:lnTo>
                  <a:pt x="1303" y="2583"/>
                </a:lnTo>
                <a:lnTo>
                  <a:pt x="1208" y="2649"/>
                </a:lnTo>
                <a:lnTo>
                  <a:pt x="1109" y="2708"/>
                </a:lnTo>
                <a:lnTo>
                  <a:pt x="1006" y="2759"/>
                </a:lnTo>
                <a:lnTo>
                  <a:pt x="902" y="2799"/>
                </a:lnTo>
                <a:lnTo>
                  <a:pt x="794" y="2832"/>
                </a:lnTo>
                <a:lnTo>
                  <a:pt x="684" y="2858"/>
                </a:lnTo>
                <a:lnTo>
                  <a:pt x="572" y="2872"/>
                </a:lnTo>
                <a:lnTo>
                  <a:pt x="460" y="2880"/>
                </a:lnTo>
                <a:lnTo>
                  <a:pt x="348" y="2880"/>
                </a:lnTo>
                <a:lnTo>
                  <a:pt x="237" y="2869"/>
                </a:lnTo>
                <a:lnTo>
                  <a:pt x="125" y="2850"/>
                </a:lnTo>
                <a:lnTo>
                  <a:pt x="17" y="2823"/>
                </a:lnTo>
                <a:lnTo>
                  <a:pt x="123" y="2768"/>
                </a:lnTo>
                <a:lnTo>
                  <a:pt x="222" y="2706"/>
                </a:lnTo>
                <a:lnTo>
                  <a:pt x="317" y="2636"/>
                </a:lnTo>
                <a:lnTo>
                  <a:pt x="407" y="2559"/>
                </a:lnTo>
                <a:lnTo>
                  <a:pt x="489" y="2477"/>
                </a:lnTo>
                <a:lnTo>
                  <a:pt x="566" y="2387"/>
                </a:lnTo>
                <a:lnTo>
                  <a:pt x="634" y="2294"/>
                </a:lnTo>
                <a:lnTo>
                  <a:pt x="697" y="2193"/>
                </a:lnTo>
                <a:lnTo>
                  <a:pt x="750" y="2088"/>
                </a:lnTo>
                <a:lnTo>
                  <a:pt x="796" y="1980"/>
                </a:lnTo>
                <a:lnTo>
                  <a:pt x="834" y="1869"/>
                </a:lnTo>
                <a:lnTo>
                  <a:pt x="862" y="1753"/>
                </a:lnTo>
                <a:lnTo>
                  <a:pt x="882" y="1634"/>
                </a:lnTo>
                <a:lnTo>
                  <a:pt x="891" y="1513"/>
                </a:lnTo>
                <a:lnTo>
                  <a:pt x="891" y="1390"/>
                </a:lnTo>
                <a:lnTo>
                  <a:pt x="882" y="1266"/>
                </a:lnTo>
                <a:lnTo>
                  <a:pt x="862" y="1141"/>
                </a:lnTo>
                <a:lnTo>
                  <a:pt x="832" y="1020"/>
                </a:lnTo>
                <a:lnTo>
                  <a:pt x="794" y="905"/>
                </a:lnTo>
                <a:lnTo>
                  <a:pt x="746" y="793"/>
                </a:lnTo>
                <a:lnTo>
                  <a:pt x="689" y="687"/>
                </a:lnTo>
                <a:lnTo>
                  <a:pt x="627" y="586"/>
                </a:lnTo>
                <a:lnTo>
                  <a:pt x="555" y="493"/>
                </a:lnTo>
                <a:lnTo>
                  <a:pt x="477" y="403"/>
                </a:lnTo>
                <a:lnTo>
                  <a:pt x="392" y="321"/>
                </a:lnTo>
                <a:lnTo>
                  <a:pt x="303" y="246"/>
                </a:lnTo>
                <a:lnTo>
                  <a:pt x="207" y="178"/>
                </a:lnTo>
                <a:lnTo>
                  <a:pt x="106" y="117"/>
                </a:lnTo>
                <a:lnTo>
                  <a:pt x="0" y="64"/>
                </a:lnTo>
                <a:lnTo>
                  <a:pt x="112" y="35"/>
                </a:lnTo>
                <a:lnTo>
                  <a:pt x="224" y="15"/>
                </a:lnTo>
                <a:lnTo>
                  <a:pt x="337" y="4"/>
                </a:lnTo>
                <a:lnTo>
                  <a:pt x="451" y="0"/>
                </a:lnTo>
                <a:close/>
              </a:path>
            </a:pathLst>
          </a:custGeom>
          <a:solidFill>
            <a:srgbClr val="7D7D7D"/>
          </a:solidFill>
          <a:ln w="0">
            <a:noFill/>
            <a:prstDash val="solid"/>
            <a:round/>
            <a:headEnd/>
            <a:tailEnd/>
          </a:ln>
          <a:effectLst>
            <a:innerShdw blurRad="850900" dist="190500" dir="10200000">
              <a:prstClr val="black">
                <a:alpha val="25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" name="Freeform 15">
            <a:extLst>
              <a:ext uri="{FF2B5EF4-FFF2-40B4-BE49-F238E27FC236}">
                <a16:creationId xmlns:a16="http://schemas.microsoft.com/office/drawing/2014/main" id="{323DF6E3-8A92-8C42-B04B-4B1F40639C99}"/>
              </a:ext>
            </a:extLst>
          </p:cNvPr>
          <p:cNvSpPr>
            <a:spLocks/>
          </p:cNvSpPr>
          <p:nvPr userDrawn="1"/>
        </p:nvSpPr>
        <p:spPr bwMode="auto">
          <a:xfrm>
            <a:off x="3816351" y="2986415"/>
            <a:ext cx="2411413" cy="2409825"/>
          </a:xfrm>
          <a:custGeom>
            <a:avLst/>
            <a:gdLst>
              <a:gd name="T0" fmla="*/ 1605 w 3038"/>
              <a:gd name="T1" fmla="*/ 2 h 3035"/>
              <a:gd name="T2" fmla="*/ 1829 w 3038"/>
              <a:gd name="T3" fmla="*/ 31 h 3035"/>
              <a:gd name="T4" fmla="*/ 2047 w 3038"/>
              <a:gd name="T5" fmla="*/ 93 h 3035"/>
              <a:gd name="T6" fmla="*/ 2258 w 3038"/>
              <a:gd name="T7" fmla="*/ 190 h 3035"/>
              <a:gd name="T8" fmla="*/ 2456 w 3038"/>
              <a:gd name="T9" fmla="*/ 322 h 3035"/>
              <a:gd name="T10" fmla="*/ 2626 w 3038"/>
              <a:gd name="T11" fmla="*/ 478 h 3035"/>
              <a:gd name="T12" fmla="*/ 2769 w 3038"/>
              <a:gd name="T13" fmla="*/ 656 h 3035"/>
              <a:gd name="T14" fmla="*/ 2883 w 3038"/>
              <a:gd name="T15" fmla="*/ 848 h 3035"/>
              <a:gd name="T16" fmla="*/ 2965 w 3038"/>
              <a:gd name="T17" fmla="*/ 1055 h 3035"/>
              <a:gd name="T18" fmla="*/ 3018 w 3038"/>
              <a:gd name="T19" fmla="*/ 1271 h 3035"/>
              <a:gd name="T20" fmla="*/ 3038 w 3038"/>
              <a:gd name="T21" fmla="*/ 1493 h 3035"/>
              <a:gd name="T22" fmla="*/ 3026 w 3038"/>
              <a:gd name="T23" fmla="*/ 1714 h 3035"/>
              <a:gd name="T24" fmla="*/ 2980 w 3038"/>
              <a:gd name="T25" fmla="*/ 1936 h 3035"/>
              <a:gd name="T26" fmla="*/ 2899 w 3038"/>
              <a:gd name="T27" fmla="*/ 2150 h 3035"/>
              <a:gd name="T28" fmla="*/ 2784 w 3038"/>
              <a:gd name="T29" fmla="*/ 2357 h 3035"/>
              <a:gd name="T30" fmla="*/ 2639 w 3038"/>
              <a:gd name="T31" fmla="*/ 2542 h 3035"/>
              <a:gd name="T32" fmla="*/ 2472 w 3038"/>
              <a:gd name="T33" fmla="*/ 2700 h 3035"/>
              <a:gd name="T34" fmla="*/ 2285 w 3038"/>
              <a:gd name="T35" fmla="*/ 2828 h 3035"/>
              <a:gd name="T36" fmla="*/ 2085 w 3038"/>
              <a:gd name="T37" fmla="*/ 2925 h 3035"/>
              <a:gd name="T38" fmla="*/ 1873 w 3038"/>
              <a:gd name="T39" fmla="*/ 2993 h 3035"/>
              <a:gd name="T40" fmla="*/ 1655 w 3038"/>
              <a:gd name="T41" fmla="*/ 3030 h 3035"/>
              <a:gd name="T42" fmla="*/ 1433 w 3038"/>
              <a:gd name="T43" fmla="*/ 3033 h 3035"/>
              <a:gd name="T44" fmla="*/ 1209 w 3038"/>
              <a:gd name="T45" fmla="*/ 3004 h 3035"/>
              <a:gd name="T46" fmla="*/ 991 w 3038"/>
              <a:gd name="T47" fmla="*/ 2940 h 3035"/>
              <a:gd name="T48" fmla="*/ 781 w 3038"/>
              <a:gd name="T49" fmla="*/ 2843 h 3035"/>
              <a:gd name="T50" fmla="*/ 583 w 3038"/>
              <a:gd name="T51" fmla="*/ 2713 h 3035"/>
              <a:gd name="T52" fmla="*/ 410 w 3038"/>
              <a:gd name="T53" fmla="*/ 2555 h 3035"/>
              <a:gd name="T54" fmla="*/ 267 w 3038"/>
              <a:gd name="T55" fmla="*/ 2379 h 3035"/>
              <a:gd name="T56" fmla="*/ 156 w 3038"/>
              <a:gd name="T57" fmla="*/ 2185 h 3035"/>
              <a:gd name="T58" fmla="*/ 71 w 3038"/>
              <a:gd name="T59" fmla="*/ 1978 h 3035"/>
              <a:gd name="T60" fmla="*/ 20 w 3038"/>
              <a:gd name="T61" fmla="*/ 1762 h 3035"/>
              <a:gd name="T62" fmla="*/ 0 w 3038"/>
              <a:gd name="T63" fmla="*/ 1542 h 3035"/>
              <a:gd name="T64" fmla="*/ 13 w 3038"/>
              <a:gd name="T65" fmla="*/ 1319 h 3035"/>
              <a:gd name="T66" fmla="*/ 58 w 3038"/>
              <a:gd name="T67" fmla="*/ 1097 h 3035"/>
              <a:gd name="T68" fmla="*/ 139 w 3038"/>
              <a:gd name="T69" fmla="*/ 883 h 3035"/>
              <a:gd name="T70" fmla="*/ 255 w 3038"/>
              <a:gd name="T71" fmla="*/ 678 h 3035"/>
              <a:gd name="T72" fmla="*/ 399 w 3038"/>
              <a:gd name="T73" fmla="*/ 493 h 3035"/>
              <a:gd name="T74" fmla="*/ 566 w 3038"/>
              <a:gd name="T75" fmla="*/ 335 h 3035"/>
              <a:gd name="T76" fmla="*/ 751 w 3038"/>
              <a:gd name="T77" fmla="*/ 207 h 3035"/>
              <a:gd name="T78" fmla="*/ 953 w 3038"/>
              <a:gd name="T79" fmla="*/ 108 h 3035"/>
              <a:gd name="T80" fmla="*/ 1164 w 3038"/>
              <a:gd name="T81" fmla="*/ 40 h 3035"/>
              <a:gd name="T82" fmla="*/ 1383 w 3038"/>
              <a:gd name="T83" fmla="*/ 5 h 30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038" h="3035">
                <a:moveTo>
                  <a:pt x="1493" y="0"/>
                </a:moveTo>
                <a:lnTo>
                  <a:pt x="1605" y="2"/>
                </a:lnTo>
                <a:lnTo>
                  <a:pt x="1717" y="11"/>
                </a:lnTo>
                <a:lnTo>
                  <a:pt x="1829" y="31"/>
                </a:lnTo>
                <a:lnTo>
                  <a:pt x="1939" y="59"/>
                </a:lnTo>
                <a:lnTo>
                  <a:pt x="2047" y="93"/>
                </a:lnTo>
                <a:lnTo>
                  <a:pt x="2153" y="137"/>
                </a:lnTo>
                <a:lnTo>
                  <a:pt x="2258" y="190"/>
                </a:lnTo>
                <a:lnTo>
                  <a:pt x="2358" y="253"/>
                </a:lnTo>
                <a:lnTo>
                  <a:pt x="2456" y="322"/>
                </a:lnTo>
                <a:lnTo>
                  <a:pt x="2545" y="397"/>
                </a:lnTo>
                <a:lnTo>
                  <a:pt x="2626" y="478"/>
                </a:lnTo>
                <a:lnTo>
                  <a:pt x="2701" y="564"/>
                </a:lnTo>
                <a:lnTo>
                  <a:pt x="2769" y="656"/>
                </a:lnTo>
                <a:lnTo>
                  <a:pt x="2830" y="751"/>
                </a:lnTo>
                <a:lnTo>
                  <a:pt x="2883" y="848"/>
                </a:lnTo>
                <a:lnTo>
                  <a:pt x="2928" y="951"/>
                </a:lnTo>
                <a:lnTo>
                  <a:pt x="2965" y="1055"/>
                </a:lnTo>
                <a:lnTo>
                  <a:pt x="2996" y="1163"/>
                </a:lnTo>
                <a:lnTo>
                  <a:pt x="3018" y="1271"/>
                </a:lnTo>
                <a:lnTo>
                  <a:pt x="3031" y="1381"/>
                </a:lnTo>
                <a:lnTo>
                  <a:pt x="3038" y="1493"/>
                </a:lnTo>
                <a:lnTo>
                  <a:pt x="3035" y="1605"/>
                </a:lnTo>
                <a:lnTo>
                  <a:pt x="3026" y="1714"/>
                </a:lnTo>
                <a:lnTo>
                  <a:pt x="3005" y="1826"/>
                </a:lnTo>
                <a:lnTo>
                  <a:pt x="2980" y="1936"/>
                </a:lnTo>
                <a:lnTo>
                  <a:pt x="2943" y="2044"/>
                </a:lnTo>
                <a:lnTo>
                  <a:pt x="2899" y="2150"/>
                </a:lnTo>
                <a:lnTo>
                  <a:pt x="2844" y="2255"/>
                </a:lnTo>
                <a:lnTo>
                  <a:pt x="2784" y="2357"/>
                </a:lnTo>
                <a:lnTo>
                  <a:pt x="2714" y="2453"/>
                </a:lnTo>
                <a:lnTo>
                  <a:pt x="2639" y="2542"/>
                </a:lnTo>
                <a:lnTo>
                  <a:pt x="2558" y="2625"/>
                </a:lnTo>
                <a:lnTo>
                  <a:pt x="2472" y="2700"/>
                </a:lnTo>
                <a:lnTo>
                  <a:pt x="2380" y="2768"/>
                </a:lnTo>
                <a:lnTo>
                  <a:pt x="2285" y="2828"/>
                </a:lnTo>
                <a:lnTo>
                  <a:pt x="2188" y="2880"/>
                </a:lnTo>
                <a:lnTo>
                  <a:pt x="2085" y="2925"/>
                </a:lnTo>
                <a:lnTo>
                  <a:pt x="1981" y="2964"/>
                </a:lnTo>
                <a:lnTo>
                  <a:pt x="1873" y="2993"/>
                </a:lnTo>
                <a:lnTo>
                  <a:pt x="1765" y="3015"/>
                </a:lnTo>
                <a:lnTo>
                  <a:pt x="1655" y="3030"/>
                </a:lnTo>
                <a:lnTo>
                  <a:pt x="1543" y="3035"/>
                </a:lnTo>
                <a:lnTo>
                  <a:pt x="1433" y="3033"/>
                </a:lnTo>
                <a:lnTo>
                  <a:pt x="1321" y="3022"/>
                </a:lnTo>
                <a:lnTo>
                  <a:pt x="1209" y="3004"/>
                </a:lnTo>
                <a:lnTo>
                  <a:pt x="1099" y="2977"/>
                </a:lnTo>
                <a:lnTo>
                  <a:pt x="991" y="2940"/>
                </a:lnTo>
                <a:lnTo>
                  <a:pt x="885" y="2896"/>
                </a:lnTo>
                <a:lnTo>
                  <a:pt x="781" y="2843"/>
                </a:lnTo>
                <a:lnTo>
                  <a:pt x="680" y="2781"/>
                </a:lnTo>
                <a:lnTo>
                  <a:pt x="583" y="2713"/>
                </a:lnTo>
                <a:lnTo>
                  <a:pt x="493" y="2636"/>
                </a:lnTo>
                <a:lnTo>
                  <a:pt x="410" y="2555"/>
                </a:lnTo>
                <a:lnTo>
                  <a:pt x="335" y="2469"/>
                </a:lnTo>
                <a:lnTo>
                  <a:pt x="267" y="2379"/>
                </a:lnTo>
                <a:lnTo>
                  <a:pt x="209" y="2284"/>
                </a:lnTo>
                <a:lnTo>
                  <a:pt x="156" y="2185"/>
                </a:lnTo>
                <a:lnTo>
                  <a:pt x="110" y="2083"/>
                </a:lnTo>
                <a:lnTo>
                  <a:pt x="71" y="1978"/>
                </a:lnTo>
                <a:lnTo>
                  <a:pt x="42" y="1872"/>
                </a:lnTo>
                <a:lnTo>
                  <a:pt x="20" y="1762"/>
                </a:lnTo>
                <a:lnTo>
                  <a:pt x="7" y="1652"/>
                </a:lnTo>
                <a:lnTo>
                  <a:pt x="0" y="1542"/>
                </a:lnTo>
                <a:lnTo>
                  <a:pt x="3" y="1431"/>
                </a:lnTo>
                <a:lnTo>
                  <a:pt x="13" y="1319"/>
                </a:lnTo>
                <a:lnTo>
                  <a:pt x="31" y="1207"/>
                </a:lnTo>
                <a:lnTo>
                  <a:pt x="58" y="1097"/>
                </a:lnTo>
                <a:lnTo>
                  <a:pt x="95" y="989"/>
                </a:lnTo>
                <a:lnTo>
                  <a:pt x="139" y="883"/>
                </a:lnTo>
                <a:lnTo>
                  <a:pt x="192" y="778"/>
                </a:lnTo>
                <a:lnTo>
                  <a:pt x="255" y="678"/>
                </a:lnTo>
                <a:lnTo>
                  <a:pt x="322" y="581"/>
                </a:lnTo>
                <a:lnTo>
                  <a:pt x="399" y="493"/>
                </a:lnTo>
                <a:lnTo>
                  <a:pt x="480" y="410"/>
                </a:lnTo>
                <a:lnTo>
                  <a:pt x="566" y="335"/>
                </a:lnTo>
                <a:lnTo>
                  <a:pt x="658" y="267"/>
                </a:lnTo>
                <a:lnTo>
                  <a:pt x="751" y="207"/>
                </a:lnTo>
                <a:lnTo>
                  <a:pt x="850" y="154"/>
                </a:lnTo>
                <a:lnTo>
                  <a:pt x="953" y="108"/>
                </a:lnTo>
                <a:lnTo>
                  <a:pt x="1057" y="71"/>
                </a:lnTo>
                <a:lnTo>
                  <a:pt x="1164" y="40"/>
                </a:lnTo>
                <a:lnTo>
                  <a:pt x="1274" y="18"/>
                </a:lnTo>
                <a:lnTo>
                  <a:pt x="1383" y="5"/>
                </a:lnTo>
                <a:lnTo>
                  <a:pt x="1493" y="0"/>
                </a:lnTo>
                <a:close/>
              </a:path>
            </a:pathLst>
          </a:custGeom>
          <a:solidFill>
            <a:srgbClr val="0E78B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Freeform 16">
            <a:extLst>
              <a:ext uri="{FF2B5EF4-FFF2-40B4-BE49-F238E27FC236}">
                <a16:creationId xmlns:a16="http://schemas.microsoft.com/office/drawing/2014/main" id="{4AB5C5B7-F749-3A4C-9808-CD6B596BAD3F}"/>
              </a:ext>
            </a:extLst>
          </p:cNvPr>
          <p:cNvSpPr>
            <a:spLocks/>
          </p:cNvSpPr>
          <p:nvPr userDrawn="1"/>
        </p:nvSpPr>
        <p:spPr bwMode="auto">
          <a:xfrm>
            <a:off x="4703763" y="3676977"/>
            <a:ext cx="2105025" cy="2197100"/>
          </a:xfrm>
          <a:custGeom>
            <a:avLst/>
            <a:gdLst>
              <a:gd name="T0" fmla="*/ 1878 w 2652"/>
              <a:gd name="T1" fmla="*/ 50 h 2768"/>
              <a:gd name="T2" fmla="*/ 2073 w 2652"/>
              <a:gd name="T3" fmla="*/ 171 h 2768"/>
              <a:gd name="T4" fmla="*/ 2243 w 2652"/>
              <a:gd name="T5" fmla="*/ 321 h 2768"/>
              <a:gd name="T6" fmla="*/ 2391 w 2652"/>
              <a:gd name="T7" fmla="*/ 498 h 2768"/>
              <a:gd name="T8" fmla="*/ 2509 w 2652"/>
              <a:gd name="T9" fmla="*/ 698 h 2768"/>
              <a:gd name="T10" fmla="*/ 2593 w 2652"/>
              <a:gd name="T11" fmla="*/ 918 h 2768"/>
              <a:gd name="T12" fmla="*/ 2643 w 2652"/>
              <a:gd name="T13" fmla="*/ 1154 h 2768"/>
              <a:gd name="T14" fmla="*/ 2652 w 2652"/>
              <a:gd name="T15" fmla="*/ 1402 h 2768"/>
              <a:gd name="T16" fmla="*/ 2619 w 2652"/>
              <a:gd name="T17" fmla="*/ 1640 h 2768"/>
              <a:gd name="T18" fmla="*/ 2549 w 2652"/>
              <a:gd name="T19" fmla="*/ 1865 h 2768"/>
              <a:gd name="T20" fmla="*/ 2445 w 2652"/>
              <a:gd name="T21" fmla="*/ 2074 h 2768"/>
              <a:gd name="T22" fmla="*/ 2307 w 2652"/>
              <a:gd name="T23" fmla="*/ 2262 h 2768"/>
              <a:gd name="T24" fmla="*/ 2142 w 2652"/>
              <a:gd name="T25" fmla="*/ 2427 h 2768"/>
              <a:gd name="T26" fmla="*/ 1952 w 2652"/>
              <a:gd name="T27" fmla="*/ 2565 h 2768"/>
              <a:gd name="T28" fmla="*/ 1739 w 2652"/>
              <a:gd name="T29" fmla="*/ 2669 h 2768"/>
              <a:gd name="T30" fmla="*/ 1504 w 2652"/>
              <a:gd name="T31" fmla="*/ 2739 h 2768"/>
              <a:gd name="T32" fmla="*/ 1262 w 2652"/>
              <a:gd name="T33" fmla="*/ 2768 h 2768"/>
              <a:gd name="T34" fmla="*/ 1026 w 2652"/>
              <a:gd name="T35" fmla="*/ 2759 h 2768"/>
              <a:gd name="T36" fmla="*/ 801 w 2652"/>
              <a:gd name="T37" fmla="*/ 2711 h 2768"/>
              <a:gd name="T38" fmla="*/ 588 w 2652"/>
              <a:gd name="T39" fmla="*/ 2629 h 2768"/>
              <a:gd name="T40" fmla="*/ 392 w 2652"/>
              <a:gd name="T41" fmla="*/ 2515 h 2768"/>
              <a:gd name="T42" fmla="*/ 218 w 2652"/>
              <a:gd name="T43" fmla="*/ 2374 h 2768"/>
              <a:gd name="T44" fmla="*/ 66 w 2652"/>
              <a:gd name="T45" fmla="*/ 2206 h 2768"/>
              <a:gd name="T46" fmla="*/ 110 w 2652"/>
              <a:gd name="T47" fmla="*/ 2140 h 2768"/>
              <a:gd name="T48" fmla="*/ 330 w 2652"/>
              <a:gd name="T49" fmla="*/ 2165 h 2768"/>
              <a:gd name="T50" fmla="*/ 550 w 2652"/>
              <a:gd name="T51" fmla="*/ 2160 h 2768"/>
              <a:gd name="T52" fmla="*/ 766 w 2652"/>
              <a:gd name="T53" fmla="*/ 2121 h 2768"/>
              <a:gd name="T54" fmla="*/ 975 w 2652"/>
              <a:gd name="T55" fmla="*/ 2054 h 2768"/>
              <a:gd name="T56" fmla="*/ 1175 w 2652"/>
              <a:gd name="T57" fmla="*/ 1957 h 2768"/>
              <a:gd name="T58" fmla="*/ 1358 w 2652"/>
              <a:gd name="T59" fmla="*/ 1828 h 2768"/>
              <a:gd name="T60" fmla="*/ 1523 w 2652"/>
              <a:gd name="T61" fmla="*/ 1673 h 2768"/>
              <a:gd name="T62" fmla="*/ 1666 w 2652"/>
              <a:gd name="T63" fmla="*/ 1489 h 2768"/>
              <a:gd name="T64" fmla="*/ 1787 w 2652"/>
              <a:gd name="T65" fmla="*/ 1270 h 2768"/>
              <a:gd name="T66" fmla="*/ 1869 w 2652"/>
              <a:gd name="T67" fmla="*/ 1041 h 2768"/>
              <a:gd name="T68" fmla="*/ 1911 w 2652"/>
              <a:gd name="T69" fmla="*/ 806 h 2768"/>
              <a:gd name="T70" fmla="*/ 1917 w 2652"/>
              <a:gd name="T71" fmla="*/ 568 h 2768"/>
              <a:gd name="T72" fmla="*/ 1887 w 2652"/>
              <a:gd name="T73" fmla="*/ 335 h 2768"/>
              <a:gd name="T74" fmla="*/ 1820 w 2652"/>
              <a:gd name="T75" fmla="*/ 108 h 2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652" h="2768">
                <a:moveTo>
                  <a:pt x="1774" y="0"/>
                </a:moveTo>
                <a:lnTo>
                  <a:pt x="1878" y="50"/>
                </a:lnTo>
                <a:lnTo>
                  <a:pt x="1977" y="106"/>
                </a:lnTo>
                <a:lnTo>
                  <a:pt x="2073" y="171"/>
                </a:lnTo>
                <a:lnTo>
                  <a:pt x="2161" y="242"/>
                </a:lnTo>
                <a:lnTo>
                  <a:pt x="2243" y="321"/>
                </a:lnTo>
                <a:lnTo>
                  <a:pt x="2320" y="407"/>
                </a:lnTo>
                <a:lnTo>
                  <a:pt x="2391" y="498"/>
                </a:lnTo>
                <a:lnTo>
                  <a:pt x="2454" y="596"/>
                </a:lnTo>
                <a:lnTo>
                  <a:pt x="2509" y="698"/>
                </a:lnTo>
                <a:lnTo>
                  <a:pt x="2555" y="806"/>
                </a:lnTo>
                <a:lnTo>
                  <a:pt x="2593" y="918"/>
                </a:lnTo>
                <a:lnTo>
                  <a:pt x="2622" y="1035"/>
                </a:lnTo>
                <a:lnTo>
                  <a:pt x="2643" y="1154"/>
                </a:lnTo>
                <a:lnTo>
                  <a:pt x="2652" y="1279"/>
                </a:lnTo>
                <a:lnTo>
                  <a:pt x="2652" y="1402"/>
                </a:lnTo>
                <a:lnTo>
                  <a:pt x="2641" y="1522"/>
                </a:lnTo>
                <a:lnTo>
                  <a:pt x="2619" y="1640"/>
                </a:lnTo>
                <a:lnTo>
                  <a:pt x="2589" y="1755"/>
                </a:lnTo>
                <a:lnTo>
                  <a:pt x="2549" y="1865"/>
                </a:lnTo>
                <a:lnTo>
                  <a:pt x="2501" y="1971"/>
                </a:lnTo>
                <a:lnTo>
                  <a:pt x="2445" y="2074"/>
                </a:lnTo>
                <a:lnTo>
                  <a:pt x="2380" y="2171"/>
                </a:lnTo>
                <a:lnTo>
                  <a:pt x="2307" y="2262"/>
                </a:lnTo>
                <a:lnTo>
                  <a:pt x="2228" y="2349"/>
                </a:lnTo>
                <a:lnTo>
                  <a:pt x="2142" y="2427"/>
                </a:lnTo>
                <a:lnTo>
                  <a:pt x="2051" y="2501"/>
                </a:lnTo>
                <a:lnTo>
                  <a:pt x="1952" y="2565"/>
                </a:lnTo>
                <a:lnTo>
                  <a:pt x="1847" y="2622"/>
                </a:lnTo>
                <a:lnTo>
                  <a:pt x="1739" y="2669"/>
                </a:lnTo>
                <a:lnTo>
                  <a:pt x="1624" y="2709"/>
                </a:lnTo>
                <a:lnTo>
                  <a:pt x="1504" y="2739"/>
                </a:lnTo>
                <a:lnTo>
                  <a:pt x="1382" y="2759"/>
                </a:lnTo>
                <a:lnTo>
                  <a:pt x="1262" y="2768"/>
                </a:lnTo>
                <a:lnTo>
                  <a:pt x="1143" y="2768"/>
                </a:lnTo>
                <a:lnTo>
                  <a:pt x="1026" y="2759"/>
                </a:lnTo>
                <a:lnTo>
                  <a:pt x="912" y="2739"/>
                </a:lnTo>
                <a:lnTo>
                  <a:pt x="801" y="2711"/>
                </a:lnTo>
                <a:lnTo>
                  <a:pt x="693" y="2675"/>
                </a:lnTo>
                <a:lnTo>
                  <a:pt x="588" y="2629"/>
                </a:lnTo>
                <a:lnTo>
                  <a:pt x="489" y="2576"/>
                </a:lnTo>
                <a:lnTo>
                  <a:pt x="392" y="2515"/>
                </a:lnTo>
                <a:lnTo>
                  <a:pt x="302" y="2447"/>
                </a:lnTo>
                <a:lnTo>
                  <a:pt x="218" y="2374"/>
                </a:lnTo>
                <a:lnTo>
                  <a:pt x="139" y="2294"/>
                </a:lnTo>
                <a:lnTo>
                  <a:pt x="66" y="2206"/>
                </a:lnTo>
                <a:lnTo>
                  <a:pt x="0" y="2114"/>
                </a:lnTo>
                <a:lnTo>
                  <a:pt x="110" y="2140"/>
                </a:lnTo>
                <a:lnTo>
                  <a:pt x="220" y="2156"/>
                </a:lnTo>
                <a:lnTo>
                  <a:pt x="330" y="2165"/>
                </a:lnTo>
                <a:lnTo>
                  <a:pt x="440" y="2167"/>
                </a:lnTo>
                <a:lnTo>
                  <a:pt x="550" y="2160"/>
                </a:lnTo>
                <a:lnTo>
                  <a:pt x="660" y="2145"/>
                </a:lnTo>
                <a:lnTo>
                  <a:pt x="766" y="2121"/>
                </a:lnTo>
                <a:lnTo>
                  <a:pt x="872" y="2092"/>
                </a:lnTo>
                <a:lnTo>
                  <a:pt x="975" y="2054"/>
                </a:lnTo>
                <a:lnTo>
                  <a:pt x="1076" y="2010"/>
                </a:lnTo>
                <a:lnTo>
                  <a:pt x="1175" y="1957"/>
                </a:lnTo>
                <a:lnTo>
                  <a:pt x="1268" y="1896"/>
                </a:lnTo>
                <a:lnTo>
                  <a:pt x="1358" y="1828"/>
                </a:lnTo>
                <a:lnTo>
                  <a:pt x="1442" y="1753"/>
                </a:lnTo>
                <a:lnTo>
                  <a:pt x="1523" y="1673"/>
                </a:lnTo>
                <a:lnTo>
                  <a:pt x="1598" y="1585"/>
                </a:lnTo>
                <a:lnTo>
                  <a:pt x="1666" y="1489"/>
                </a:lnTo>
                <a:lnTo>
                  <a:pt x="1732" y="1381"/>
                </a:lnTo>
                <a:lnTo>
                  <a:pt x="1787" y="1270"/>
                </a:lnTo>
                <a:lnTo>
                  <a:pt x="1832" y="1156"/>
                </a:lnTo>
                <a:lnTo>
                  <a:pt x="1869" y="1041"/>
                </a:lnTo>
                <a:lnTo>
                  <a:pt x="1895" y="923"/>
                </a:lnTo>
                <a:lnTo>
                  <a:pt x="1911" y="806"/>
                </a:lnTo>
                <a:lnTo>
                  <a:pt x="1919" y="687"/>
                </a:lnTo>
                <a:lnTo>
                  <a:pt x="1917" y="568"/>
                </a:lnTo>
                <a:lnTo>
                  <a:pt x="1906" y="451"/>
                </a:lnTo>
                <a:lnTo>
                  <a:pt x="1887" y="335"/>
                </a:lnTo>
                <a:lnTo>
                  <a:pt x="1858" y="220"/>
                </a:lnTo>
                <a:lnTo>
                  <a:pt x="1820" y="108"/>
                </a:lnTo>
                <a:lnTo>
                  <a:pt x="1774" y="0"/>
                </a:lnTo>
                <a:close/>
              </a:path>
            </a:pathLst>
          </a:custGeom>
          <a:solidFill>
            <a:srgbClr val="ED6A5E"/>
          </a:solidFill>
          <a:ln w="0">
            <a:noFill/>
            <a:prstDash val="solid"/>
            <a:round/>
            <a:headEnd/>
            <a:tailEnd/>
          </a:ln>
          <a:effectLst>
            <a:innerShdw blurRad="850900" dist="190500" dir="10200000">
              <a:prstClr val="black">
                <a:alpha val="25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" name="Freeform 17">
            <a:extLst>
              <a:ext uri="{FF2B5EF4-FFF2-40B4-BE49-F238E27FC236}">
                <a16:creationId xmlns:a16="http://schemas.microsoft.com/office/drawing/2014/main" id="{59C1D94A-D822-EE49-9373-7537F6C8B34B}"/>
              </a:ext>
            </a:extLst>
          </p:cNvPr>
          <p:cNvSpPr>
            <a:spLocks/>
          </p:cNvSpPr>
          <p:nvPr userDrawn="1"/>
        </p:nvSpPr>
        <p:spPr bwMode="auto">
          <a:xfrm>
            <a:off x="3676651" y="2278390"/>
            <a:ext cx="2363788" cy="2301875"/>
          </a:xfrm>
          <a:custGeom>
            <a:avLst/>
            <a:gdLst>
              <a:gd name="T0" fmla="*/ 924 w 2978"/>
              <a:gd name="T1" fmla="*/ 80 h 2900"/>
              <a:gd name="T2" fmla="*/ 1002 w 2978"/>
              <a:gd name="T3" fmla="*/ 251 h 2900"/>
              <a:gd name="T4" fmla="*/ 1096 w 2978"/>
              <a:gd name="T5" fmla="*/ 430 h 2900"/>
              <a:gd name="T6" fmla="*/ 1204 w 2978"/>
              <a:gd name="T7" fmla="*/ 612 h 2900"/>
              <a:gd name="T8" fmla="*/ 1329 w 2978"/>
              <a:gd name="T9" fmla="*/ 795 h 2900"/>
              <a:gd name="T10" fmla="*/ 1468 w 2978"/>
              <a:gd name="T11" fmla="*/ 974 h 2900"/>
              <a:gd name="T12" fmla="*/ 1627 w 2978"/>
              <a:gd name="T13" fmla="*/ 1147 h 2900"/>
              <a:gd name="T14" fmla="*/ 1803 w 2978"/>
              <a:gd name="T15" fmla="*/ 1308 h 2900"/>
              <a:gd name="T16" fmla="*/ 1998 w 2978"/>
              <a:gd name="T17" fmla="*/ 1452 h 2900"/>
              <a:gd name="T18" fmla="*/ 2212 w 2978"/>
              <a:gd name="T19" fmla="*/ 1577 h 2900"/>
              <a:gd name="T20" fmla="*/ 2445 w 2978"/>
              <a:gd name="T21" fmla="*/ 1680 h 2900"/>
              <a:gd name="T22" fmla="*/ 2701 w 2978"/>
              <a:gd name="T23" fmla="*/ 1755 h 2900"/>
              <a:gd name="T24" fmla="*/ 2978 w 2978"/>
              <a:gd name="T25" fmla="*/ 1797 h 2900"/>
              <a:gd name="T26" fmla="*/ 2897 w 2978"/>
              <a:gd name="T27" fmla="*/ 2013 h 2900"/>
              <a:gd name="T28" fmla="*/ 2786 w 2978"/>
              <a:gd name="T29" fmla="*/ 2216 h 2900"/>
              <a:gd name="T30" fmla="*/ 2644 w 2978"/>
              <a:gd name="T31" fmla="*/ 2400 h 2900"/>
              <a:gd name="T32" fmla="*/ 2478 w 2978"/>
              <a:gd name="T33" fmla="*/ 2559 h 2900"/>
              <a:gd name="T34" fmla="*/ 2283 w 2978"/>
              <a:gd name="T35" fmla="*/ 2694 h 2900"/>
              <a:gd name="T36" fmla="*/ 2065 w 2978"/>
              <a:gd name="T37" fmla="*/ 2799 h 2900"/>
              <a:gd name="T38" fmla="*/ 1827 w 2978"/>
              <a:gd name="T39" fmla="*/ 2868 h 2900"/>
              <a:gd name="T40" fmla="*/ 1587 w 2978"/>
              <a:gd name="T41" fmla="*/ 2900 h 2900"/>
              <a:gd name="T42" fmla="*/ 1349 w 2978"/>
              <a:gd name="T43" fmla="*/ 2890 h 2900"/>
              <a:gd name="T44" fmla="*/ 1118 w 2978"/>
              <a:gd name="T45" fmla="*/ 2846 h 2900"/>
              <a:gd name="T46" fmla="*/ 898 w 2978"/>
              <a:gd name="T47" fmla="*/ 2768 h 2900"/>
              <a:gd name="T48" fmla="*/ 693 w 2978"/>
              <a:gd name="T49" fmla="*/ 2658 h 2900"/>
              <a:gd name="T50" fmla="*/ 506 w 2978"/>
              <a:gd name="T51" fmla="*/ 2515 h 2900"/>
              <a:gd name="T52" fmla="*/ 343 w 2978"/>
              <a:gd name="T53" fmla="*/ 2346 h 2900"/>
              <a:gd name="T54" fmla="*/ 207 w 2978"/>
              <a:gd name="T55" fmla="*/ 2150 h 2900"/>
              <a:gd name="T56" fmla="*/ 101 w 2978"/>
              <a:gd name="T57" fmla="*/ 1932 h 2900"/>
              <a:gd name="T58" fmla="*/ 29 w 2978"/>
              <a:gd name="T59" fmla="*/ 1691 h 2900"/>
              <a:gd name="T60" fmla="*/ 0 w 2978"/>
              <a:gd name="T61" fmla="*/ 1445 h 2900"/>
              <a:gd name="T62" fmla="*/ 9 w 2978"/>
              <a:gd name="T63" fmla="*/ 1203 h 2900"/>
              <a:gd name="T64" fmla="*/ 55 w 2978"/>
              <a:gd name="T65" fmla="*/ 969 h 2900"/>
              <a:gd name="T66" fmla="*/ 137 w 2978"/>
              <a:gd name="T67" fmla="*/ 747 h 2900"/>
              <a:gd name="T68" fmla="*/ 255 w 2978"/>
              <a:gd name="T69" fmla="*/ 540 h 2900"/>
              <a:gd name="T70" fmla="*/ 401 w 2978"/>
              <a:gd name="T71" fmla="*/ 353 h 2900"/>
              <a:gd name="T72" fmla="*/ 575 w 2978"/>
              <a:gd name="T73" fmla="*/ 190 h 2900"/>
              <a:gd name="T74" fmla="*/ 779 w 2978"/>
              <a:gd name="T75" fmla="*/ 57 h 2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978" h="2900">
                <a:moveTo>
                  <a:pt x="889" y="0"/>
                </a:moveTo>
                <a:lnTo>
                  <a:pt x="924" y="80"/>
                </a:lnTo>
                <a:lnTo>
                  <a:pt x="960" y="165"/>
                </a:lnTo>
                <a:lnTo>
                  <a:pt x="1002" y="251"/>
                </a:lnTo>
                <a:lnTo>
                  <a:pt x="1046" y="341"/>
                </a:lnTo>
                <a:lnTo>
                  <a:pt x="1096" y="430"/>
                </a:lnTo>
                <a:lnTo>
                  <a:pt x="1147" y="520"/>
                </a:lnTo>
                <a:lnTo>
                  <a:pt x="1204" y="612"/>
                </a:lnTo>
                <a:lnTo>
                  <a:pt x="1264" y="705"/>
                </a:lnTo>
                <a:lnTo>
                  <a:pt x="1329" y="795"/>
                </a:lnTo>
                <a:lnTo>
                  <a:pt x="1396" y="886"/>
                </a:lnTo>
                <a:lnTo>
                  <a:pt x="1468" y="974"/>
                </a:lnTo>
                <a:lnTo>
                  <a:pt x="1545" y="1062"/>
                </a:lnTo>
                <a:lnTo>
                  <a:pt x="1627" y="1147"/>
                </a:lnTo>
                <a:lnTo>
                  <a:pt x="1712" y="1229"/>
                </a:lnTo>
                <a:lnTo>
                  <a:pt x="1803" y="1308"/>
                </a:lnTo>
                <a:lnTo>
                  <a:pt x="1897" y="1383"/>
                </a:lnTo>
                <a:lnTo>
                  <a:pt x="1998" y="1452"/>
                </a:lnTo>
                <a:lnTo>
                  <a:pt x="2102" y="1518"/>
                </a:lnTo>
                <a:lnTo>
                  <a:pt x="2212" y="1577"/>
                </a:lnTo>
                <a:lnTo>
                  <a:pt x="2326" y="1632"/>
                </a:lnTo>
                <a:lnTo>
                  <a:pt x="2445" y="1680"/>
                </a:lnTo>
                <a:lnTo>
                  <a:pt x="2571" y="1720"/>
                </a:lnTo>
                <a:lnTo>
                  <a:pt x="2701" y="1755"/>
                </a:lnTo>
                <a:lnTo>
                  <a:pt x="2837" y="1780"/>
                </a:lnTo>
                <a:lnTo>
                  <a:pt x="2978" y="1797"/>
                </a:lnTo>
                <a:lnTo>
                  <a:pt x="2941" y="1907"/>
                </a:lnTo>
                <a:lnTo>
                  <a:pt x="2897" y="2013"/>
                </a:lnTo>
                <a:lnTo>
                  <a:pt x="2846" y="2117"/>
                </a:lnTo>
                <a:lnTo>
                  <a:pt x="2786" y="2216"/>
                </a:lnTo>
                <a:lnTo>
                  <a:pt x="2720" y="2310"/>
                </a:lnTo>
                <a:lnTo>
                  <a:pt x="2644" y="2400"/>
                </a:lnTo>
                <a:lnTo>
                  <a:pt x="2564" y="2482"/>
                </a:lnTo>
                <a:lnTo>
                  <a:pt x="2478" y="2559"/>
                </a:lnTo>
                <a:lnTo>
                  <a:pt x="2382" y="2630"/>
                </a:lnTo>
                <a:lnTo>
                  <a:pt x="2283" y="2694"/>
                </a:lnTo>
                <a:lnTo>
                  <a:pt x="2177" y="2749"/>
                </a:lnTo>
                <a:lnTo>
                  <a:pt x="2065" y="2799"/>
                </a:lnTo>
                <a:lnTo>
                  <a:pt x="1948" y="2837"/>
                </a:lnTo>
                <a:lnTo>
                  <a:pt x="1827" y="2868"/>
                </a:lnTo>
                <a:lnTo>
                  <a:pt x="1706" y="2889"/>
                </a:lnTo>
                <a:lnTo>
                  <a:pt x="1587" y="2900"/>
                </a:lnTo>
                <a:lnTo>
                  <a:pt x="1466" y="2900"/>
                </a:lnTo>
                <a:lnTo>
                  <a:pt x="1349" y="2890"/>
                </a:lnTo>
                <a:lnTo>
                  <a:pt x="1231" y="2874"/>
                </a:lnTo>
                <a:lnTo>
                  <a:pt x="1118" y="2846"/>
                </a:lnTo>
                <a:lnTo>
                  <a:pt x="1006" y="2812"/>
                </a:lnTo>
                <a:lnTo>
                  <a:pt x="898" y="2768"/>
                </a:lnTo>
                <a:lnTo>
                  <a:pt x="793" y="2716"/>
                </a:lnTo>
                <a:lnTo>
                  <a:pt x="693" y="2658"/>
                </a:lnTo>
                <a:lnTo>
                  <a:pt x="597" y="2590"/>
                </a:lnTo>
                <a:lnTo>
                  <a:pt x="506" y="2515"/>
                </a:lnTo>
                <a:lnTo>
                  <a:pt x="421" y="2434"/>
                </a:lnTo>
                <a:lnTo>
                  <a:pt x="343" y="2346"/>
                </a:lnTo>
                <a:lnTo>
                  <a:pt x="271" y="2251"/>
                </a:lnTo>
                <a:lnTo>
                  <a:pt x="207" y="2150"/>
                </a:lnTo>
                <a:lnTo>
                  <a:pt x="150" y="2044"/>
                </a:lnTo>
                <a:lnTo>
                  <a:pt x="101" y="1932"/>
                </a:lnTo>
                <a:lnTo>
                  <a:pt x="60" y="1813"/>
                </a:lnTo>
                <a:lnTo>
                  <a:pt x="29" y="1691"/>
                </a:lnTo>
                <a:lnTo>
                  <a:pt x="9" y="1568"/>
                </a:lnTo>
                <a:lnTo>
                  <a:pt x="0" y="1445"/>
                </a:lnTo>
                <a:lnTo>
                  <a:pt x="0" y="1324"/>
                </a:lnTo>
                <a:lnTo>
                  <a:pt x="9" y="1203"/>
                </a:lnTo>
                <a:lnTo>
                  <a:pt x="27" y="1086"/>
                </a:lnTo>
                <a:lnTo>
                  <a:pt x="55" y="969"/>
                </a:lnTo>
                <a:lnTo>
                  <a:pt x="93" y="857"/>
                </a:lnTo>
                <a:lnTo>
                  <a:pt x="137" y="747"/>
                </a:lnTo>
                <a:lnTo>
                  <a:pt x="192" y="641"/>
                </a:lnTo>
                <a:lnTo>
                  <a:pt x="255" y="540"/>
                </a:lnTo>
                <a:lnTo>
                  <a:pt x="324" y="443"/>
                </a:lnTo>
                <a:lnTo>
                  <a:pt x="401" y="353"/>
                </a:lnTo>
                <a:lnTo>
                  <a:pt x="486" y="269"/>
                </a:lnTo>
                <a:lnTo>
                  <a:pt x="575" y="190"/>
                </a:lnTo>
                <a:lnTo>
                  <a:pt x="674" y="119"/>
                </a:lnTo>
                <a:lnTo>
                  <a:pt x="779" y="57"/>
                </a:lnTo>
                <a:lnTo>
                  <a:pt x="889" y="0"/>
                </a:lnTo>
                <a:close/>
              </a:path>
            </a:pathLst>
          </a:custGeom>
          <a:solidFill>
            <a:srgbClr val="7EB24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" name="Freeform 18">
            <a:extLst>
              <a:ext uri="{FF2B5EF4-FFF2-40B4-BE49-F238E27FC236}">
                <a16:creationId xmlns:a16="http://schemas.microsoft.com/office/drawing/2014/main" id="{05197832-EE3C-0F40-B2D9-CEAA310F311F}"/>
              </a:ext>
            </a:extLst>
          </p:cNvPr>
          <p:cNvSpPr>
            <a:spLocks/>
          </p:cNvSpPr>
          <p:nvPr userDrawn="1"/>
        </p:nvSpPr>
        <p:spPr bwMode="auto">
          <a:xfrm>
            <a:off x="3873501" y="3673802"/>
            <a:ext cx="2297113" cy="1665288"/>
          </a:xfrm>
          <a:custGeom>
            <a:avLst/>
            <a:gdLst>
              <a:gd name="T0" fmla="*/ 2790 w 2896"/>
              <a:gd name="T1" fmla="*/ 106 h 2099"/>
              <a:gd name="T2" fmla="*/ 2859 w 2896"/>
              <a:gd name="T3" fmla="*/ 326 h 2099"/>
              <a:gd name="T4" fmla="*/ 2894 w 2896"/>
              <a:gd name="T5" fmla="*/ 553 h 2099"/>
              <a:gd name="T6" fmla="*/ 2890 w 2896"/>
              <a:gd name="T7" fmla="*/ 785 h 2099"/>
              <a:gd name="T8" fmla="*/ 2850 w 2896"/>
              <a:gd name="T9" fmla="*/ 1014 h 2099"/>
              <a:gd name="T10" fmla="*/ 2773 w 2896"/>
              <a:gd name="T11" fmla="*/ 1240 h 2099"/>
              <a:gd name="T12" fmla="*/ 2654 w 2896"/>
              <a:gd name="T13" fmla="*/ 1452 h 2099"/>
              <a:gd name="T14" fmla="*/ 2509 w 2896"/>
              <a:gd name="T15" fmla="*/ 1639 h 2099"/>
              <a:gd name="T16" fmla="*/ 2341 w 2896"/>
              <a:gd name="T17" fmla="*/ 1793 h 2099"/>
              <a:gd name="T18" fmla="*/ 2152 w 2896"/>
              <a:gd name="T19" fmla="*/ 1917 h 2099"/>
              <a:gd name="T20" fmla="*/ 1948 w 2896"/>
              <a:gd name="T21" fmla="*/ 2011 h 2099"/>
              <a:gd name="T22" fmla="*/ 1734 w 2896"/>
              <a:gd name="T23" fmla="*/ 2071 h 2099"/>
              <a:gd name="T24" fmla="*/ 1514 w 2896"/>
              <a:gd name="T25" fmla="*/ 2099 h 2099"/>
              <a:gd name="T26" fmla="*/ 1290 w 2896"/>
              <a:gd name="T27" fmla="*/ 2091 h 2099"/>
              <a:gd name="T28" fmla="*/ 1069 w 2896"/>
              <a:gd name="T29" fmla="*/ 2049 h 2099"/>
              <a:gd name="T30" fmla="*/ 852 w 2896"/>
              <a:gd name="T31" fmla="*/ 1972 h 2099"/>
              <a:gd name="T32" fmla="*/ 647 w 2896"/>
              <a:gd name="T33" fmla="*/ 1859 h 2099"/>
              <a:gd name="T34" fmla="*/ 458 w 2896"/>
              <a:gd name="T35" fmla="*/ 1710 h 2099"/>
              <a:gd name="T36" fmla="*/ 303 w 2896"/>
              <a:gd name="T37" fmla="*/ 1538 h 2099"/>
              <a:gd name="T38" fmla="*/ 176 w 2896"/>
              <a:gd name="T39" fmla="*/ 1348 h 2099"/>
              <a:gd name="T40" fmla="*/ 85 w 2896"/>
              <a:gd name="T41" fmla="*/ 1141 h 2099"/>
              <a:gd name="T42" fmla="*/ 26 w 2896"/>
              <a:gd name="T43" fmla="*/ 925 h 2099"/>
              <a:gd name="T44" fmla="*/ 0 w 2896"/>
              <a:gd name="T45" fmla="*/ 699 h 2099"/>
              <a:gd name="T46" fmla="*/ 9 w 2896"/>
              <a:gd name="T47" fmla="*/ 474 h 2099"/>
              <a:gd name="T48" fmla="*/ 160 w 2896"/>
              <a:gd name="T49" fmla="*/ 661 h 2099"/>
              <a:gd name="T50" fmla="*/ 336 w 2896"/>
              <a:gd name="T51" fmla="*/ 822 h 2099"/>
              <a:gd name="T52" fmla="*/ 532 w 2896"/>
              <a:gd name="T53" fmla="*/ 952 h 2099"/>
              <a:gd name="T54" fmla="*/ 746 w 2896"/>
              <a:gd name="T55" fmla="*/ 1051 h 2099"/>
              <a:gd name="T56" fmla="*/ 975 w 2896"/>
              <a:gd name="T57" fmla="*/ 1115 h 2099"/>
              <a:gd name="T58" fmla="*/ 1214 w 2896"/>
              <a:gd name="T59" fmla="*/ 1143 h 2099"/>
              <a:gd name="T60" fmla="*/ 1457 w 2896"/>
              <a:gd name="T61" fmla="*/ 1132 h 2099"/>
              <a:gd name="T62" fmla="*/ 1701 w 2896"/>
              <a:gd name="T63" fmla="*/ 1080 h 2099"/>
              <a:gd name="T64" fmla="*/ 1919 w 2896"/>
              <a:gd name="T65" fmla="*/ 998 h 2099"/>
              <a:gd name="T66" fmla="*/ 2117 w 2896"/>
              <a:gd name="T67" fmla="*/ 884 h 2099"/>
              <a:gd name="T68" fmla="*/ 2293 w 2896"/>
              <a:gd name="T69" fmla="*/ 747 h 2099"/>
              <a:gd name="T70" fmla="*/ 2445 w 2896"/>
              <a:gd name="T71" fmla="*/ 586 h 2099"/>
              <a:gd name="T72" fmla="*/ 2573 w 2896"/>
              <a:gd name="T73" fmla="*/ 406 h 2099"/>
              <a:gd name="T74" fmla="*/ 2672 w 2896"/>
              <a:gd name="T75" fmla="*/ 210 h 2099"/>
              <a:gd name="T76" fmla="*/ 2742 w 2896"/>
              <a:gd name="T77" fmla="*/ 0 h 20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896" h="2099">
                <a:moveTo>
                  <a:pt x="2742" y="0"/>
                </a:moveTo>
                <a:lnTo>
                  <a:pt x="2790" y="106"/>
                </a:lnTo>
                <a:lnTo>
                  <a:pt x="2828" y="214"/>
                </a:lnTo>
                <a:lnTo>
                  <a:pt x="2859" y="326"/>
                </a:lnTo>
                <a:lnTo>
                  <a:pt x="2881" y="439"/>
                </a:lnTo>
                <a:lnTo>
                  <a:pt x="2894" y="553"/>
                </a:lnTo>
                <a:lnTo>
                  <a:pt x="2896" y="668"/>
                </a:lnTo>
                <a:lnTo>
                  <a:pt x="2890" y="785"/>
                </a:lnTo>
                <a:lnTo>
                  <a:pt x="2876" y="901"/>
                </a:lnTo>
                <a:lnTo>
                  <a:pt x="2850" y="1014"/>
                </a:lnTo>
                <a:lnTo>
                  <a:pt x="2817" y="1128"/>
                </a:lnTo>
                <a:lnTo>
                  <a:pt x="2773" y="1240"/>
                </a:lnTo>
                <a:lnTo>
                  <a:pt x="2718" y="1348"/>
                </a:lnTo>
                <a:lnTo>
                  <a:pt x="2654" y="1452"/>
                </a:lnTo>
                <a:lnTo>
                  <a:pt x="2584" y="1549"/>
                </a:lnTo>
                <a:lnTo>
                  <a:pt x="2509" y="1639"/>
                </a:lnTo>
                <a:lnTo>
                  <a:pt x="2427" y="1720"/>
                </a:lnTo>
                <a:lnTo>
                  <a:pt x="2341" y="1793"/>
                </a:lnTo>
                <a:lnTo>
                  <a:pt x="2247" y="1859"/>
                </a:lnTo>
                <a:lnTo>
                  <a:pt x="2152" y="1917"/>
                </a:lnTo>
                <a:lnTo>
                  <a:pt x="2051" y="1969"/>
                </a:lnTo>
                <a:lnTo>
                  <a:pt x="1948" y="2011"/>
                </a:lnTo>
                <a:lnTo>
                  <a:pt x="1842" y="2046"/>
                </a:lnTo>
                <a:lnTo>
                  <a:pt x="1734" y="2071"/>
                </a:lnTo>
                <a:lnTo>
                  <a:pt x="1624" y="2090"/>
                </a:lnTo>
                <a:lnTo>
                  <a:pt x="1514" y="2099"/>
                </a:lnTo>
                <a:lnTo>
                  <a:pt x="1402" y="2099"/>
                </a:lnTo>
                <a:lnTo>
                  <a:pt x="1290" y="2091"/>
                </a:lnTo>
                <a:lnTo>
                  <a:pt x="1179" y="2075"/>
                </a:lnTo>
                <a:lnTo>
                  <a:pt x="1069" y="2049"/>
                </a:lnTo>
                <a:lnTo>
                  <a:pt x="961" y="2016"/>
                </a:lnTo>
                <a:lnTo>
                  <a:pt x="852" y="1972"/>
                </a:lnTo>
                <a:lnTo>
                  <a:pt x="748" y="1919"/>
                </a:lnTo>
                <a:lnTo>
                  <a:pt x="647" y="1859"/>
                </a:lnTo>
                <a:lnTo>
                  <a:pt x="548" y="1787"/>
                </a:lnTo>
                <a:lnTo>
                  <a:pt x="458" y="1710"/>
                </a:lnTo>
                <a:lnTo>
                  <a:pt x="376" y="1628"/>
                </a:lnTo>
                <a:lnTo>
                  <a:pt x="303" y="1538"/>
                </a:lnTo>
                <a:lnTo>
                  <a:pt x="235" y="1445"/>
                </a:lnTo>
                <a:lnTo>
                  <a:pt x="176" y="1348"/>
                </a:lnTo>
                <a:lnTo>
                  <a:pt x="127" y="1245"/>
                </a:lnTo>
                <a:lnTo>
                  <a:pt x="85" y="1141"/>
                </a:lnTo>
                <a:lnTo>
                  <a:pt x="50" y="1033"/>
                </a:lnTo>
                <a:lnTo>
                  <a:pt x="26" y="925"/>
                </a:lnTo>
                <a:lnTo>
                  <a:pt x="8" y="813"/>
                </a:lnTo>
                <a:lnTo>
                  <a:pt x="0" y="699"/>
                </a:lnTo>
                <a:lnTo>
                  <a:pt x="0" y="586"/>
                </a:lnTo>
                <a:lnTo>
                  <a:pt x="9" y="474"/>
                </a:lnTo>
                <a:lnTo>
                  <a:pt x="81" y="571"/>
                </a:lnTo>
                <a:lnTo>
                  <a:pt x="160" y="661"/>
                </a:lnTo>
                <a:lnTo>
                  <a:pt x="244" y="745"/>
                </a:lnTo>
                <a:lnTo>
                  <a:pt x="336" y="822"/>
                </a:lnTo>
                <a:lnTo>
                  <a:pt x="431" y="890"/>
                </a:lnTo>
                <a:lnTo>
                  <a:pt x="532" y="952"/>
                </a:lnTo>
                <a:lnTo>
                  <a:pt x="638" y="1005"/>
                </a:lnTo>
                <a:lnTo>
                  <a:pt x="746" y="1051"/>
                </a:lnTo>
                <a:lnTo>
                  <a:pt x="860" y="1088"/>
                </a:lnTo>
                <a:lnTo>
                  <a:pt x="975" y="1115"/>
                </a:lnTo>
                <a:lnTo>
                  <a:pt x="1093" y="1133"/>
                </a:lnTo>
                <a:lnTo>
                  <a:pt x="1214" y="1143"/>
                </a:lnTo>
                <a:lnTo>
                  <a:pt x="1334" y="1143"/>
                </a:lnTo>
                <a:lnTo>
                  <a:pt x="1457" y="1132"/>
                </a:lnTo>
                <a:lnTo>
                  <a:pt x="1580" y="1111"/>
                </a:lnTo>
                <a:lnTo>
                  <a:pt x="1701" y="1080"/>
                </a:lnTo>
                <a:lnTo>
                  <a:pt x="1813" y="1044"/>
                </a:lnTo>
                <a:lnTo>
                  <a:pt x="1919" y="998"/>
                </a:lnTo>
                <a:lnTo>
                  <a:pt x="2022" y="945"/>
                </a:lnTo>
                <a:lnTo>
                  <a:pt x="2117" y="884"/>
                </a:lnTo>
                <a:lnTo>
                  <a:pt x="2209" y="818"/>
                </a:lnTo>
                <a:lnTo>
                  <a:pt x="2293" y="747"/>
                </a:lnTo>
                <a:lnTo>
                  <a:pt x="2374" y="670"/>
                </a:lnTo>
                <a:lnTo>
                  <a:pt x="2445" y="586"/>
                </a:lnTo>
                <a:lnTo>
                  <a:pt x="2513" y="498"/>
                </a:lnTo>
                <a:lnTo>
                  <a:pt x="2573" y="406"/>
                </a:lnTo>
                <a:lnTo>
                  <a:pt x="2627" y="309"/>
                </a:lnTo>
                <a:lnTo>
                  <a:pt x="2672" y="210"/>
                </a:lnTo>
                <a:lnTo>
                  <a:pt x="2711" y="106"/>
                </a:lnTo>
                <a:lnTo>
                  <a:pt x="2742" y="0"/>
                </a:lnTo>
                <a:close/>
              </a:path>
            </a:pathLst>
          </a:custGeom>
          <a:solidFill>
            <a:srgbClr val="0E78BC"/>
          </a:solidFill>
          <a:ln w="0">
            <a:noFill/>
            <a:prstDash val="solid"/>
            <a:round/>
            <a:headEnd/>
            <a:tailEnd/>
          </a:ln>
          <a:effectLst>
            <a:innerShdw blurRad="850900" dist="190500" dir="10200000">
              <a:prstClr val="black">
                <a:alpha val="25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" name="Freeform 19">
            <a:extLst>
              <a:ext uri="{FF2B5EF4-FFF2-40B4-BE49-F238E27FC236}">
                <a16:creationId xmlns:a16="http://schemas.microsoft.com/office/drawing/2014/main" id="{4F4A8DBA-2CB5-474B-B66D-E6DB3509C377}"/>
              </a:ext>
            </a:extLst>
          </p:cNvPr>
          <p:cNvSpPr>
            <a:spLocks/>
          </p:cNvSpPr>
          <p:nvPr userDrawn="1"/>
        </p:nvSpPr>
        <p:spPr bwMode="auto">
          <a:xfrm>
            <a:off x="4095751" y="1452890"/>
            <a:ext cx="1811338" cy="2409825"/>
          </a:xfrm>
          <a:custGeom>
            <a:avLst/>
            <a:gdLst>
              <a:gd name="T0" fmla="*/ 1583 w 2281"/>
              <a:gd name="T1" fmla="*/ 0 h 3036"/>
              <a:gd name="T2" fmla="*/ 1812 w 2281"/>
              <a:gd name="T3" fmla="*/ 28 h 3036"/>
              <a:gd name="T4" fmla="*/ 1719 w 2281"/>
              <a:gd name="T5" fmla="*/ 138 h 3036"/>
              <a:gd name="T6" fmla="*/ 1638 w 2281"/>
              <a:gd name="T7" fmla="*/ 266 h 3036"/>
              <a:gd name="T8" fmla="*/ 1574 w 2281"/>
              <a:gd name="T9" fmla="*/ 409 h 3036"/>
              <a:gd name="T10" fmla="*/ 1528 w 2281"/>
              <a:gd name="T11" fmla="*/ 572 h 3036"/>
              <a:gd name="T12" fmla="*/ 1504 w 2281"/>
              <a:gd name="T13" fmla="*/ 753 h 3036"/>
              <a:gd name="T14" fmla="*/ 1506 w 2281"/>
              <a:gd name="T15" fmla="*/ 955 h 3036"/>
              <a:gd name="T16" fmla="*/ 1541 w 2281"/>
              <a:gd name="T17" fmla="*/ 1270 h 3036"/>
              <a:gd name="T18" fmla="*/ 1592 w 2281"/>
              <a:gd name="T19" fmla="*/ 1552 h 3036"/>
              <a:gd name="T20" fmla="*/ 1658 w 2281"/>
              <a:gd name="T21" fmla="*/ 1801 h 3036"/>
              <a:gd name="T22" fmla="*/ 1735 w 2281"/>
              <a:gd name="T23" fmla="*/ 2021 h 3036"/>
              <a:gd name="T24" fmla="*/ 1816 w 2281"/>
              <a:gd name="T25" fmla="*/ 2210 h 3036"/>
              <a:gd name="T26" fmla="*/ 1900 w 2281"/>
              <a:gd name="T27" fmla="*/ 2371 h 3036"/>
              <a:gd name="T28" fmla="*/ 1981 w 2281"/>
              <a:gd name="T29" fmla="*/ 2503 h 3036"/>
              <a:gd name="T30" fmla="*/ 2058 w 2281"/>
              <a:gd name="T31" fmla="*/ 2609 h 3036"/>
              <a:gd name="T32" fmla="*/ 2124 w 2281"/>
              <a:gd name="T33" fmla="*/ 2689 h 3036"/>
              <a:gd name="T34" fmla="*/ 2175 w 2281"/>
              <a:gd name="T35" fmla="*/ 2746 h 3036"/>
              <a:gd name="T36" fmla="*/ 2210 w 2281"/>
              <a:gd name="T37" fmla="*/ 2777 h 3036"/>
              <a:gd name="T38" fmla="*/ 2221 w 2281"/>
              <a:gd name="T39" fmla="*/ 2788 h 3036"/>
              <a:gd name="T40" fmla="*/ 2168 w 2281"/>
              <a:gd name="T41" fmla="*/ 2889 h 3036"/>
              <a:gd name="T42" fmla="*/ 1930 w 2281"/>
              <a:gd name="T43" fmla="*/ 2977 h 3036"/>
              <a:gd name="T44" fmla="*/ 1678 w 2281"/>
              <a:gd name="T45" fmla="*/ 3027 h 3036"/>
              <a:gd name="T46" fmla="*/ 1422 w 2281"/>
              <a:gd name="T47" fmla="*/ 3032 h 3036"/>
              <a:gd name="T48" fmla="*/ 1163 w 2281"/>
              <a:gd name="T49" fmla="*/ 2994 h 3036"/>
              <a:gd name="T50" fmla="*/ 907 w 2281"/>
              <a:gd name="T51" fmla="*/ 2907 h 3036"/>
              <a:gd name="T52" fmla="*/ 700 w 2281"/>
              <a:gd name="T53" fmla="*/ 2798 h 3036"/>
              <a:gd name="T54" fmla="*/ 516 w 2281"/>
              <a:gd name="T55" fmla="*/ 2658 h 3036"/>
              <a:gd name="T56" fmla="*/ 357 w 2281"/>
              <a:gd name="T57" fmla="*/ 2499 h 3036"/>
              <a:gd name="T58" fmla="*/ 227 w 2281"/>
              <a:gd name="T59" fmla="*/ 2318 h 3036"/>
              <a:gd name="T60" fmla="*/ 124 w 2281"/>
              <a:gd name="T61" fmla="*/ 2122 h 3036"/>
              <a:gd name="T62" fmla="*/ 51 w 2281"/>
              <a:gd name="T63" fmla="*/ 1911 h 3036"/>
              <a:gd name="T64" fmla="*/ 9 w 2281"/>
              <a:gd name="T65" fmla="*/ 1693 h 3036"/>
              <a:gd name="T66" fmla="*/ 0 w 2281"/>
              <a:gd name="T67" fmla="*/ 1469 h 3036"/>
              <a:gd name="T68" fmla="*/ 23 w 2281"/>
              <a:gd name="T69" fmla="*/ 1242 h 3036"/>
              <a:gd name="T70" fmla="*/ 82 w 2281"/>
              <a:gd name="T71" fmla="*/ 1019 h 3036"/>
              <a:gd name="T72" fmla="*/ 179 w 2281"/>
              <a:gd name="T73" fmla="*/ 801 h 3036"/>
              <a:gd name="T74" fmla="*/ 304 w 2281"/>
              <a:gd name="T75" fmla="*/ 603 h 3036"/>
              <a:gd name="T76" fmla="*/ 456 w 2281"/>
              <a:gd name="T77" fmla="*/ 431 h 3036"/>
              <a:gd name="T78" fmla="*/ 630 w 2281"/>
              <a:gd name="T79" fmla="*/ 284 h 3036"/>
              <a:gd name="T80" fmla="*/ 823 w 2281"/>
              <a:gd name="T81" fmla="*/ 167 h 3036"/>
              <a:gd name="T82" fmla="*/ 1028 w 2281"/>
              <a:gd name="T83" fmla="*/ 81 h 3036"/>
              <a:gd name="T84" fmla="*/ 1246 w 2281"/>
              <a:gd name="T85" fmla="*/ 24 h 3036"/>
              <a:gd name="T86" fmla="*/ 1470 w 2281"/>
              <a:gd name="T87" fmla="*/ 0 h 3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281" h="3036">
                <a:moveTo>
                  <a:pt x="1470" y="0"/>
                </a:moveTo>
                <a:lnTo>
                  <a:pt x="1583" y="0"/>
                </a:lnTo>
                <a:lnTo>
                  <a:pt x="1699" y="10"/>
                </a:lnTo>
                <a:lnTo>
                  <a:pt x="1812" y="28"/>
                </a:lnTo>
                <a:lnTo>
                  <a:pt x="1763" y="81"/>
                </a:lnTo>
                <a:lnTo>
                  <a:pt x="1719" y="138"/>
                </a:lnTo>
                <a:lnTo>
                  <a:pt x="1677" y="200"/>
                </a:lnTo>
                <a:lnTo>
                  <a:pt x="1638" y="266"/>
                </a:lnTo>
                <a:lnTo>
                  <a:pt x="1603" y="336"/>
                </a:lnTo>
                <a:lnTo>
                  <a:pt x="1574" y="409"/>
                </a:lnTo>
                <a:lnTo>
                  <a:pt x="1548" y="488"/>
                </a:lnTo>
                <a:lnTo>
                  <a:pt x="1528" y="572"/>
                </a:lnTo>
                <a:lnTo>
                  <a:pt x="1513" y="660"/>
                </a:lnTo>
                <a:lnTo>
                  <a:pt x="1504" y="753"/>
                </a:lnTo>
                <a:lnTo>
                  <a:pt x="1502" y="852"/>
                </a:lnTo>
                <a:lnTo>
                  <a:pt x="1506" y="955"/>
                </a:lnTo>
                <a:lnTo>
                  <a:pt x="1521" y="1118"/>
                </a:lnTo>
                <a:lnTo>
                  <a:pt x="1541" y="1270"/>
                </a:lnTo>
                <a:lnTo>
                  <a:pt x="1565" y="1415"/>
                </a:lnTo>
                <a:lnTo>
                  <a:pt x="1592" y="1552"/>
                </a:lnTo>
                <a:lnTo>
                  <a:pt x="1623" y="1680"/>
                </a:lnTo>
                <a:lnTo>
                  <a:pt x="1658" y="1801"/>
                </a:lnTo>
                <a:lnTo>
                  <a:pt x="1695" y="1915"/>
                </a:lnTo>
                <a:lnTo>
                  <a:pt x="1735" y="2021"/>
                </a:lnTo>
                <a:lnTo>
                  <a:pt x="1776" y="2118"/>
                </a:lnTo>
                <a:lnTo>
                  <a:pt x="1816" y="2210"/>
                </a:lnTo>
                <a:lnTo>
                  <a:pt x="1858" y="2294"/>
                </a:lnTo>
                <a:lnTo>
                  <a:pt x="1900" y="2371"/>
                </a:lnTo>
                <a:lnTo>
                  <a:pt x="1941" y="2440"/>
                </a:lnTo>
                <a:lnTo>
                  <a:pt x="1981" y="2503"/>
                </a:lnTo>
                <a:lnTo>
                  <a:pt x="2021" y="2559"/>
                </a:lnTo>
                <a:lnTo>
                  <a:pt x="2058" y="2609"/>
                </a:lnTo>
                <a:lnTo>
                  <a:pt x="2093" y="2653"/>
                </a:lnTo>
                <a:lnTo>
                  <a:pt x="2124" y="2689"/>
                </a:lnTo>
                <a:lnTo>
                  <a:pt x="2151" y="2721"/>
                </a:lnTo>
                <a:lnTo>
                  <a:pt x="2175" y="2746"/>
                </a:lnTo>
                <a:lnTo>
                  <a:pt x="2195" y="2765"/>
                </a:lnTo>
                <a:lnTo>
                  <a:pt x="2210" y="2777"/>
                </a:lnTo>
                <a:lnTo>
                  <a:pt x="2219" y="2787"/>
                </a:lnTo>
                <a:lnTo>
                  <a:pt x="2221" y="2788"/>
                </a:lnTo>
                <a:lnTo>
                  <a:pt x="2281" y="2829"/>
                </a:lnTo>
                <a:lnTo>
                  <a:pt x="2168" y="2889"/>
                </a:lnTo>
                <a:lnTo>
                  <a:pt x="2050" y="2939"/>
                </a:lnTo>
                <a:lnTo>
                  <a:pt x="1930" y="2977"/>
                </a:lnTo>
                <a:lnTo>
                  <a:pt x="1805" y="3008"/>
                </a:lnTo>
                <a:lnTo>
                  <a:pt x="1678" y="3027"/>
                </a:lnTo>
                <a:lnTo>
                  <a:pt x="1552" y="3036"/>
                </a:lnTo>
                <a:lnTo>
                  <a:pt x="1422" y="3032"/>
                </a:lnTo>
                <a:lnTo>
                  <a:pt x="1292" y="3019"/>
                </a:lnTo>
                <a:lnTo>
                  <a:pt x="1163" y="2994"/>
                </a:lnTo>
                <a:lnTo>
                  <a:pt x="1035" y="2957"/>
                </a:lnTo>
                <a:lnTo>
                  <a:pt x="907" y="2907"/>
                </a:lnTo>
                <a:lnTo>
                  <a:pt x="801" y="2856"/>
                </a:lnTo>
                <a:lnTo>
                  <a:pt x="700" y="2798"/>
                </a:lnTo>
                <a:lnTo>
                  <a:pt x="604" y="2732"/>
                </a:lnTo>
                <a:lnTo>
                  <a:pt x="516" y="2658"/>
                </a:lnTo>
                <a:lnTo>
                  <a:pt x="434" y="2581"/>
                </a:lnTo>
                <a:lnTo>
                  <a:pt x="357" y="2499"/>
                </a:lnTo>
                <a:lnTo>
                  <a:pt x="289" y="2409"/>
                </a:lnTo>
                <a:lnTo>
                  <a:pt x="227" y="2318"/>
                </a:lnTo>
                <a:lnTo>
                  <a:pt x="172" y="2221"/>
                </a:lnTo>
                <a:lnTo>
                  <a:pt x="124" y="2122"/>
                </a:lnTo>
                <a:lnTo>
                  <a:pt x="84" y="2017"/>
                </a:lnTo>
                <a:lnTo>
                  <a:pt x="51" y="1911"/>
                </a:lnTo>
                <a:lnTo>
                  <a:pt x="25" y="1803"/>
                </a:lnTo>
                <a:lnTo>
                  <a:pt x="9" y="1693"/>
                </a:lnTo>
                <a:lnTo>
                  <a:pt x="0" y="1581"/>
                </a:lnTo>
                <a:lnTo>
                  <a:pt x="0" y="1469"/>
                </a:lnTo>
                <a:lnTo>
                  <a:pt x="7" y="1356"/>
                </a:lnTo>
                <a:lnTo>
                  <a:pt x="23" y="1242"/>
                </a:lnTo>
                <a:lnTo>
                  <a:pt x="49" y="1131"/>
                </a:lnTo>
                <a:lnTo>
                  <a:pt x="82" y="1019"/>
                </a:lnTo>
                <a:lnTo>
                  <a:pt x="126" y="907"/>
                </a:lnTo>
                <a:lnTo>
                  <a:pt x="179" y="801"/>
                </a:lnTo>
                <a:lnTo>
                  <a:pt x="238" y="698"/>
                </a:lnTo>
                <a:lnTo>
                  <a:pt x="304" y="603"/>
                </a:lnTo>
                <a:lnTo>
                  <a:pt x="377" y="513"/>
                </a:lnTo>
                <a:lnTo>
                  <a:pt x="456" y="431"/>
                </a:lnTo>
                <a:lnTo>
                  <a:pt x="540" y="354"/>
                </a:lnTo>
                <a:lnTo>
                  <a:pt x="630" y="284"/>
                </a:lnTo>
                <a:lnTo>
                  <a:pt x="724" y="222"/>
                </a:lnTo>
                <a:lnTo>
                  <a:pt x="823" y="167"/>
                </a:lnTo>
                <a:lnTo>
                  <a:pt x="923" y="119"/>
                </a:lnTo>
                <a:lnTo>
                  <a:pt x="1028" y="81"/>
                </a:lnTo>
                <a:lnTo>
                  <a:pt x="1136" y="48"/>
                </a:lnTo>
                <a:lnTo>
                  <a:pt x="1246" y="24"/>
                </a:lnTo>
                <a:lnTo>
                  <a:pt x="1358" y="8"/>
                </a:lnTo>
                <a:lnTo>
                  <a:pt x="1470" y="0"/>
                </a:lnTo>
                <a:close/>
              </a:path>
            </a:pathLst>
          </a:custGeom>
          <a:solidFill>
            <a:srgbClr val="23212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" name="Freeform 20">
            <a:extLst>
              <a:ext uri="{FF2B5EF4-FFF2-40B4-BE49-F238E27FC236}">
                <a16:creationId xmlns:a16="http://schemas.microsoft.com/office/drawing/2014/main" id="{F0D2E1AF-30EC-C84A-A496-41E347D70CB2}"/>
              </a:ext>
            </a:extLst>
          </p:cNvPr>
          <p:cNvSpPr>
            <a:spLocks/>
          </p:cNvSpPr>
          <p:nvPr userDrawn="1"/>
        </p:nvSpPr>
        <p:spPr bwMode="auto">
          <a:xfrm>
            <a:off x="4846638" y="1171902"/>
            <a:ext cx="1966913" cy="2411413"/>
          </a:xfrm>
          <a:custGeom>
            <a:avLst/>
            <a:gdLst>
              <a:gd name="T0" fmla="*/ 1622 w 2478"/>
              <a:gd name="T1" fmla="*/ 3 h 3037"/>
              <a:gd name="T2" fmla="*/ 1853 w 2478"/>
              <a:gd name="T3" fmla="*/ 38 h 3037"/>
              <a:gd name="T4" fmla="*/ 2075 w 2478"/>
              <a:gd name="T5" fmla="*/ 106 h 3037"/>
              <a:gd name="T6" fmla="*/ 2286 w 2478"/>
              <a:gd name="T7" fmla="*/ 209 h 3037"/>
              <a:gd name="T8" fmla="*/ 2478 w 2478"/>
              <a:gd name="T9" fmla="*/ 342 h 3037"/>
              <a:gd name="T10" fmla="*/ 2240 w 2478"/>
              <a:gd name="T11" fmla="*/ 366 h 3037"/>
              <a:gd name="T12" fmla="*/ 2011 w 2478"/>
              <a:gd name="T13" fmla="*/ 425 h 3037"/>
              <a:gd name="T14" fmla="*/ 1796 w 2478"/>
              <a:gd name="T15" fmla="*/ 520 h 3037"/>
              <a:gd name="T16" fmla="*/ 1600 w 2478"/>
              <a:gd name="T17" fmla="*/ 645 h 3037"/>
              <a:gd name="T18" fmla="*/ 1423 w 2478"/>
              <a:gd name="T19" fmla="*/ 798 h 3037"/>
              <a:gd name="T20" fmla="*/ 1272 w 2478"/>
              <a:gd name="T21" fmla="*/ 980 h 3037"/>
              <a:gd name="T22" fmla="*/ 1149 w 2478"/>
              <a:gd name="T23" fmla="*/ 1185 h 3037"/>
              <a:gd name="T24" fmla="*/ 1060 w 2478"/>
              <a:gd name="T25" fmla="*/ 1412 h 3037"/>
              <a:gd name="T26" fmla="*/ 1005 w 2478"/>
              <a:gd name="T27" fmla="*/ 1656 h 3037"/>
              <a:gd name="T28" fmla="*/ 992 w 2478"/>
              <a:gd name="T29" fmla="*/ 1901 h 3037"/>
              <a:gd name="T30" fmla="*/ 1018 w 2478"/>
              <a:gd name="T31" fmla="*/ 2141 h 3037"/>
              <a:gd name="T32" fmla="*/ 1080 w 2478"/>
              <a:gd name="T33" fmla="*/ 2370 h 3037"/>
              <a:gd name="T34" fmla="*/ 1177 w 2478"/>
              <a:gd name="T35" fmla="*/ 2585 h 3037"/>
              <a:gd name="T36" fmla="*/ 1305 w 2478"/>
              <a:gd name="T37" fmla="*/ 2782 h 3037"/>
              <a:gd name="T38" fmla="*/ 1461 w 2478"/>
              <a:gd name="T39" fmla="*/ 2958 h 3037"/>
              <a:gd name="T40" fmla="*/ 1439 w 2478"/>
              <a:gd name="T41" fmla="*/ 3035 h 3037"/>
              <a:gd name="T42" fmla="*/ 1221 w 2478"/>
              <a:gd name="T43" fmla="*/ 3006 h 3037"/>
              <a:gd name="T44" fmla="*/ 1008 w 2478"/>
              <a:gd name="T45" fmla="*/ 2947 h 3037"/>
              <a:gd name="T46" fmla="*/ 807 w 2478"/>
              <a:gd name="T47" fmla="*/ 2859 h 3037"/>
              <a:gd name="T48" fmla="*/ 618 w 2478"/>
              <a:gd name="T49" fmla="*/ 2742 h 3037"/>
              <a:gd name="T50" fmla="*/ 448 w 2478"/>
              <a:gd name="T51" fmla="*/ 2595 h 3037"/>
              <a:gd name="T52" fmla="*/ 299 w 2478"/>
              <a:gd name="T53" fmla="*/ 2423 h 3037"/>
              <a:gd name="T54" fmla="*/ 174 w 2478"/>
              <a:gd name="T55" fmla="*/ 2225 h 3037"/>
              <a:gd name="T56" fmla="*/ 81 w 2478"/>
              <a:gd name="T57" fmla="*/ 2009 h 3037"/>
              <a:gd name="T58" fmla="*/ 22 w 2478"/>
              <a:gd name="T59" fmla="*/ 1786 h 3037"/>
              <a:gd name="T60" fmla="*/ 0 w 2478"/>
              <a:gd name="T61" fmla="*/ 1562 h 3037"/>
              <a:gd name="T62" fmla="*/ 10 w 2478"/>
              <a:gd name="T63" fmla="*/ 1339 h 3037"/>
              <a:gd name="T64" fmla="*/ 52 w 2478"/>
              <a:gd name="T65" fmla="*/ 1121 h 3037"/>
              <a:gd name="T66" fmla="*/ 127 w 2478"/>
              <a:gd name="T67" fmla="*/ 912 h 3037"/>
              <a:gd name="T68" fmla="*/ 229 w 2478"/>
              <a:gd name="T69" fmla="*/ 714 h 3037"/>
              <a:gd name="T70" fmla="*/ 361 w 2478"/>
              <a:gd name="T71" fmla="*/ 535 h 3037"/>
              <a:gd name="T72" fmla="*/ 523 w 2478"/>
              <a:gd name="T73" fmla="*/ 372 h 3037"/>
              <a:gd name="T74" fmla="*/ 708 w 2478"/>
              <a:gd name="T75" fmla="*/ 234 h 3037"/>
              <a:gd name="T76" fmla="*/ 924 w 2478"/>
              <a:gd name="T77" fmla="*/ 121 h 3037"/>
              <a:gd name="T78" fmla="*/ 1153 w 2478"/>
              <a:gd name="T79" fmla="*/ 44 h 3037"/>
              <a:gd name="T80" fmla="*/ 1388 w 2478"/>
              <a:gd name="T81" fmla="*/ 5 h 30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478" h="3037">
                <a:moveTo>
                  <a:pt x="1507" y="0"/>
                </a:moveTo>
                <a:lnTo>
                  <a:pt x="1622" y="3"/>
                </a:lnTo>
                <a:lnTo>
                  <a:pt x="1740" y="16"/>
                </a:lnTo>
                <a:lnTo>
                  <a:pt x="1853" y="38"/>
                </a:lnTo>
                <a:lnTo>
                  <a:pt x="1965" y="68"/>
                </a:lnTo>
                <a:lnTo>
                  <a:pt x="2075" y="106"/>
                </a:lnTo>
                <a:lnTo>
                  <a:pt x="2181" y="154"/>
                </a:lnTo>
                <a:lnTo>
                  <a:pt x="2286" y="209"/>
                </a:lnTo>
                <a:lnTo>
                  <a:pt x="2385" y="271"/>
                </a:lnTo>
                <a:lnTo>
                  <a:pt x="2478" y="342"/>
                </a:lnTo>
                <a:lnTo>
                  <a:pt x="2357" y="348"/>
                </a:lnTo>
                <a:lnTo>
                  <a:pt x="2240" y="366"/>
                </a:lnTo>
                <a:lnTo>
                  <a:pt x="2124" y="392"/>
                </a:lnTo>
                <a:lnTo>
                  <a:pt x="2011" y="425"/>
                </a:lnTo>
                <a:lnTo>
                  <a:pt x="1903" y="469"/>
                </a:lnTo>
                <a:lnTo>
                  <a:pt x="1796" y="520"/>
                </a:lnTo>
                <a:lnTo>
                  <a:pt x="1696" y="579"/>
                </a:lnTo>
                <a:lnTo>
                  <a:pt x="1600" y="645"/>
                </a:lnTo>
                <a:lnTo>
                  <a:pt x="1509" y="718"/>
                </a:lnTo>
                <a:lnTo>
                  <a:pt x="1423" y="798"/>
                </a:lnTo>
                <a:lnTo>
                  <a:pt x="1344" y="886"/>
                </a:lnTo>
                <a:lnTo>
                  <a:pt x="1272" y="980"/>
                </a:lnTo>
                <a:lnTo>
                  <a:pt x="1206" y="1079"/>
                </a:lnTo>
                <a:lnTo>
                  <a:pt x="1149" y="1185"/>
                </a:lnTo>
                <a:lnTo>
                  <a:pt x="1100" y="1297"/>
                </a:lnTo>
                <a:lnTo>
                  <a:pt x="1060" y="1412"/>
                </a:lnTo>
                <a:lnTo>
                  <a:pt x="1027" y="1533"/>
                </a:lnTo>
                <a:lnTo>
                  <a:pt x="1005" y="1656"/>
                </a:lnTo>
                <a:lnTo>
                  <a:pt x="994" y="1780"/>
                </a:lnTo>
                <a:lnTo>
                  <a:pt x="992" y="1901"/>
                </a:lnTo>
                <a:lnTo>
                  <a:pt x="999" y="2022"/>
                </a:lnTo>
                <a:lnTo>
                  <a:pt x="1018" y="2141"/>
                </a:lnTo>
                <a:lnTo>
                  <a:pt x="1045" y="2257"/>
                </a:lnTo>
                <a:lnTo>
                  <a:pt x="1080" y="2370"/>
                </a:lnTo>
                <a:lnTo>
                  <a:pt x="1124" y="2480"/>
                </a:lnTo>
                <a:lnTo>
                  <a:pt x="1177" y="2585"/>
                </a:lnTo>
                <a:lnTo>
                  <a:pt x="1237" y="2685"/>
                </a:lnTo>
                <a:lnTo>
                  <a:pt x="1305" y="2782"/>
                </a:lnTo>
                <a:lnTo>
                  <a:pt x="1380" y="2872"/>
                </a:lnTo>
                <a:lnTo>
                  <a:pt x="1461" y="2958"/>
                </a:lnTo>
                <a:lnTo>
                  <a:pt x="1551" y="3037"/>
                </a:lnTo>
                <a:lnTo>
                  <a:pt x="1439" y="3035"/>
                </a:lnTo>
                <a:lnTo>
                  <a:pt x="1329" y="3024"/>
                </a:lnTo>
                <a:lnTo>
                  <a:pt x="1221" y="3006"/>
                </a:lnTo>
                <a:lnTo>
                  <a:pt x="1113" y="2982"/>
                </a:lnTo>
                <a:lnTo>
                  <a:pt x="1008" y="2947"/>
                </a:lnTo>
                <a:lnTo>
                  <a:pt x="906" y="2907"/>
                </a:lnTo>
                <a:lnTo>
                  <a:pt x="807" y="2859"/>
                </a:lnTo>
                <a:lnTo>
                  <a:pt x="710" y="2804"/>
                </a:lnTo>
                <a:lnTo>
                  <a:pt x="618" y="2742"/>
                </a:lnTo>
                <a:lnTo>
                  <a:pt x="530" y="2672"/>
                </a:lnTo>
                <a:lnTo>
                  <a:pt x="448" y="2595"/>
                </a:lnTo>
                <a:lnTo>
                  <a:pt x="371" y="2513"/>
                </a:lnTo>
                <a:lnTo>
                  <a:pt x="299" y="2423"/>
                </a:lnTo>
                <a:lnTo>
                  <a:pt x="233" y="2326"/>
                </a:lnTo>
                <a:lnTo>
                  <a:pt x="174" y="2225"/>
                </a:lnTo>
                <a:lnTo>
                  <a:pt x="123" y="2117"/>
                </a:lnTo>
                <a:lnTo>
                  <a:pt x="81" y="2009"/>
                </a:lnTo>
                <a:lnTo>
                  <a:pt x="48" y="1898"/>
                </a:lnTo>
                <a:lnTo>
                  <a:pt x="22" y="1786"/>
                </a:lnTo>
                <a:lnTo>
                  <a:pt x="8" y="1674"/>
                </a:lnTo>
                <a:lnTo>
                  <a:pt x="0" y="1562"/>
                </a:lnTo>
                <a:lnTo>
                  <a:pt x="0" y="1451"/>
                </a:lnTo>
                <a:lnTo>
                  <a:pt x="10" y="1339"/>
                </a:lnTo>
                <a:lnTo>
                  <a:pt x="28" y="1229"/>
                </a:lnTo>
                <a:lnTo>
                  <a:pt x="52" y="1121"/>
                </a:lnTo>
                <a:lnTo>
                  <a:pt x="85" y="1015"/>
                </a:lnTo>
                <a:lnTo>
                  <a:pt x="127" y="912"/>
                </a:lnTo>
                <a:lnTo>
                  <a:pt x="174" y="811"/>
                </a:lnTo>
                <a:lnTo>
                  <a:pt x="229" y="714"/>
                </a:lnTo>
                <a:lnTo>
                  <a:pt x="292" y="623"/>
                </a:lnTo>
                <a:lnTo>
                  <a:pt x="361" y="535"/>
                </a:lnTo>
                <a:lnTo>
                  <a:pt x="438" y="450"/>
                </a:lnTo>
                <a:lnTo>
                  <a:pt x="523" y="372"/>
                </a:lnTo>
                <a:lnTo>
                  <a:pt x="612" y="300"/>
                </a:lnTo>
                <a:lnTo>
                  <a:pt x="708" y="234"/>
                </a:lnTo>
                <a:lnTo>
                  <a:pt x="812" y="176"/>
                </a:lnTo>
                <a:lnTo>
                  <a:pt x="924" y="121"/>
                </a:lnTo>
                <a:lnTo>
                  <a:pt x="1038" y="79"/>
                </a:lnTo>
                <a:lnTo>
                  <a:pt x="1153" y="44"/>
                </a:lnTo>
                <a:lnTo>
                  <a:pt x="1270" y="20"/>
                </a:lnTo>
                <a:lnTo>
                  <a:pt x="1388" y="5"/>
                </a:lnTo>
                <a:lnTo>
                  <a:pt x="1507" y="0"/>
                </a:lnTo>
                <a:close/>
              </a:path>
            </a:pathLst>
          </a:custGeom>
          <a:solidFill>
            <a:srgbClr val="C3C6E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" name="Freeform 21">
            <a:extLst>
              <a:ext uri="{FF2B5EF4-FFF2-40B4-BE49-F238E27FC236}">
                <a16:creationId xmlns:a16="http://schemas.microsoft.com/office/drawing/2014/main" id="{E5CB96BA-CBDB-D140-AFC4-263F8AEEAF5C}"/>
              </a:ext>
            </a:extLst>
          </p:cNvPr>
          <p:cNvSpPr>
            <a:spLocks/>
          </p:cNvSpPr>
          <p:nvPr userDrawn="1"/>
        </p:nvSpPr>
        <p:spPr bwMode="auto">
          <a:xfrm>
            <a:off x="4918076" y="1230640"/>
            <a:ext cx="1814513" cy="2292350"/>
          </a:xfrm>
          <a:custGeom>
            <a:avLst/>
            <a:gdLst>
              <a:gd name="T0" fmla="*/ 1617 w 2287"/>
              <a:gd name="T1" fmla="*/ 11 h 2887"/>
              <a:gd name="T2" fmla="*/ 1855 w 2287"/>
              <a:gd name="T3" fmla="*/ 61 h 2887"/>
              <a:gd name="T4" fmla="*/ 2080 w 2287"/>
              <a:gd name="T5" fmla="*/ 148 h 2887"/>
              <a:gd name="T6" fmla="*/ 2287 w 2287"/>
              <a:gd name="T7" fmla="*/ 273 h 2887"/>
              <a:gd name="T8" fmla="*/ 2053 w 2287"/>
              <a:gd name="T9" fmla="*/ 310 h 2887"/>
              <a:gd name="T10" fmla="*/ 1829 w 2287"/>
              <a:gd name="T11" fmla="*/ 385 h 2887"/>
              <a:gd name="T12" fmla="*/ 1620 w 2287"/>
              <a:gd name="T13" fmla="*/ 491 h 2887"/>
              <a:gd name="T14" fmla="*/ 1432 w 2287"/>
              <a:gd name="T15" fmla="*/ 628 h 2887"/>
              <a:gd name="T16" fmla="*/ 1265 w 2287"/>
              <a:gd name="T17" fmla="*/ 795 h 2887"/>
              <a:gd name="T18" fmla="*/ 1125 w 2287"/>
              <a:gd name="T19" fmla="*/ 989 h 2887"/>
              <a:gd name="T20" fmla="*/ 1017 w 2287"/>
              <a:gd name="T21" fmla="*/ 1205 h 2887"/>
              <a:gd name="T22" fmla="*/ 946 w 2287"/>
              <a:gd name="T23" fmla="*/ 1442 h 2887"/>
              <a:gd name="T24" fmla="*/ 911 w 2287"/>
              <a:gd name="T25" fmla="*/ 1695 h 2887"/>
              <a:gd name="T26" fmla="*/ 920 w 2287"/>
              <a:gd name="T27" fmla="*/ 1944 h 2887"/>
              <a:gd name="T28" fmla="*/ 970 w 2287"/>
              <a:gd name="T29" fmla="*/ 2182 h 2887"/>
              <a:gd name="T30" fmla="*/ 1056 w 2287"/>
              <a:gd name="T31" fmla="*/ 2409 h 2887"/>
              <a:gd name="T32" fmla="*/ 1177 w 2287"/>
              <a:gd name="T33" fmla="*/ 2616 h 2887"/>
              <a:gd name="T34" fmla="*/ 1331 w 2287"/>
              <a:gd name="T35" fmla="*/ 2803 h 2887"/>
              <a:gd name="T36" fmla="*/ 1309 w 2287"/>
              <a:gd name="T37" fmla="*/ 2880 h 2887"/>
              <a:gd name="T38" fmla="*/ 1096 w 2287"/>
              <a:gd name="T39" fmla="*/ 2845 h 2887"/>
              <a:gd name="T40" fmla="*/ 889 w 2287"/>
              <a:gd name="T41" fmla="*/ 2777 h 2887"/>
              <a:gd name="T42" fmla="*/ 697 w 2287"/>
              <a:gd name="T43" fmla="*/ 2678 h 2887"/>
              <a:gd name="T44" fmla="*/ 517 w 2287"/>
              <a:gd name="T45" fmla="*/ 2552 h 2887"/>
              <a:gd name="T46" fmla="*/ 359 w 2287"/>
              <a:gd name="T47" fmla="*/ 2396 h 2887"/>
              <a:gd name="T48" fmla="*/ 224 w 2287"/>
              <a:gd name="T49" fmla="*/ 2215 h 2887"/>
              <a:gd name="T50" fmla="*/ 116 w 2287"/>
              <a:gd name="T51" fmla="*/ 2008 h 2887"/>
              <a:gd name="T52" fmla="*/ 40 w 2287"/>
              <a:gd name="T53" fmla="*/ 1790 h 2887"/>
              <a:gd name="T54" fmla="*/ 4 w 2287"/>
              <a:gd name="T55" fmla="*/ 1564 h 2887"/>
              <a:gd name="T56" fmla="*/ 4 w 2287"/>
              <a:gd name="T57" fmla="*/ 1341 h 2887"/>
              <a:gd name="T58" fmla="*/ 37 w 2287"/>
              <a:gd name="T59" fmla="*/ 1123 h 2887"/>
              <a:gd name="T60" fmla="*/ 101 w 2287"/>
              <a:gd name="T61" fmla="*/ 911 h 2887"/>
              <a:gd name="T62" fmla="*/ 200 w 2287"/>
              <a:gd name="T63" fmla="*/ 711 h 2887"/>
              <a:gd name="T64" fmla="*/ 326 w 2287"/>
              <a:gd name="T65" fmla="*/ 528 h 2887"/>
              <a:gd name="T66" fmla="*/ 484 w 2287"/>
              <a:gd name="T67" fmla="*/ 365 h 2887"/>
              <a:gd name="T68" fmla="*/ 669 w 2287"/>
              <a:gd name="T69" fmla="*/ 225 h 2887"/>
              <a:gd name="T70" fmla="*/ 889 w 2287"/>
              <a:gd name="T71" fmla="*/ 112 h 2887"/>
              <a:gd name="T72" fmla="*/ 1129 w 2287"/>
              <a:gd name="T73" fmla="*/ 35 h 2887"/>
              <a:gd name="T74" fmla="*/ 1373 w 2287"/>
              <a:gd name="T75" fmla="*/ 2 h 28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287" h="2887">
                <a:moveTo>
                  <a:pt x="1496" y="0"/>
                </a:moveTo>
                <a:lnTo>
                  <a:pt x="1617" y="11"/>
                </a:lnTo>
                <a:lnTo>
                  <a:pt x="1736" y="29"/>
                </a:lnTo>
                <a:lnTo>
                  <a:pt x="1855" y="61"/>
                </a:lnTo>
                <a:lnTo>
                  <a:pt x="1968" y="99"/>
                </a:lnTo>
                <a:lnTo>
                  <a:pt x="2080" y="148"/>
                </a:lnTo>
                <a:lnTo>
                  <a:pt x="2187" y="205"/>
                </a:lnTo>
                <a:lnTo>
                  <a:pt x="2287" y="273"/>
                </a:lnTo>
                <a:lnTo>
                  <a:pt x="2170" y="286"/>
                </a:lnTo>
                <a:lnTo>
                  <a:pt x="2053" y="310"/>
                </a:lnTo>
                <a:lnTo>
                  <a:pt x="1939" y="343"/>
                </a:lnTo>
                <a:lnTo>
                  <a:pt x="1829" y="385"/>
                </a:lnTo>
                <a:lnTo>
                  <a:pt x="1723" y="434"/>
                </a:lnTo>
                <a:lnTo>
                  <a:pt x="1620" y="491"/>
                </a:lnTo>
                <a:lnTo>
                  <a:pt x="1523" y="557"/>
                </a:lnTo>
                <a:lnTo>
                  <a:pt x="1432" y="628"/>
                </a:lnTo>
                <a:lnTo>
                  <a:pt x="1345" y="709"/>
                </a:lnTo>
                <a:lnTo>
                  <a:pt x="1265" y="795"/>
                </a:lnTo>
                <a:lnTo>
                  <a:pt x="1191" y="889"/>
                </a:lnTo>
                <a:lnTo>
                  <a:pt x="1125" y="989"/>
                </a:lnTo>
                <a:lnTo>
                  <a:pt x="1069" y="1094"/>
                </a:lnTo>
                <a:lnTo>
                  <a:pt x="1017" y="1205"/>
                </a:lnTo>
                <a:lnTo>
                  <a:pt x="977" y="1321"/>
                </a:lnTo>
                <a:lnTo>
                  <a:pt x="946" y="1442"/>
                </a:lnTo>
                <a:lnTo>
                  <a:pt x="922" y="1568"/>
                </a:lnTo>
                <a:lnTo>
                  <a:pt x="911" y="1695"/>
                </a:lnTo>
                <a:lnTo>
                  <a:pt x="911" y="1821"/>
                </a:lnTo>
                <a:lnTo>
                  <a:pt x="920" y="1944"/>
                </a:lnTo>
                <a:lnTo>
                  <a:pt x="940" y="2065"/>
                </a:lnTo>
                <a:lnTo>
                  <a:pt x="970" y="2182"/>
                </a:lnTo>
                <a:lnTo>
                  <a:pt x="1008" y="2297"/>
                </a:lnTo>
                <a:lnTo>
                  <a:pt x="1056" y="2409"/>
                </a:lnTo>
                <a:lnTo>
                  <a:pt x="1113" y="2515"/>
                </a:lnTo>
                <a:lnTo>
                  <a:pt x="1177" y="2616"/>
                </a:lnTo>
                <a:lnTo>
                  <a:pt x="1250" y="2713"/>
                </a:lnTo>
                <a:lnTo>
                  <a:pt x="1331" y="2803"/>
                </a:lnTo>
                <a:lnTo>
                  <a:pt x="1419" y="2887"/>
                </a:lnTo>
                <a:lnTo>
                  <a:pt x="1309" y="2880"/>
                </a:lnTo>
                <a:lnTo>
                  <a:pt x="1201" y="2867"/>
                </a:lnTo>
                <a:lnTo>
                  <a:pt x="1096" y="2845"/>
                </a:lnTo>
                <a:lnTo>
                  <a:pt x="992" y="2814"/>
                </a:lnTo>
                <a:lnTo>
                  <a:pt x="889" y="2777"/>
                </a:lnTo>
                <a:lnTo>
                  <a:pt x="792" y="2731"/>
                </a:lnTo>
                <a:lnTo>
                  <a:pt x="697" y="2678"/>
                </a:lnTo>
                <a:lnTo>
                  <a:pt x="605" y="2618"/>
                </a:lnTo>
                <a:lnTo>
                  <a:pt x="517" y="2552"/>
                </a:lnTo>
                <a:lnTo>
                  <a:pt x="436" y="2479"/>
                </a:lnTo>
                <a:lnTo>
                  <a:pt x="359" y="2396"/>
                </a:lnTo>
                <a:lnTo>
                  <a:pt x="288" y="2310"/>
                </a:lnTo>
                <a:lnTo>
                  <a:pt x="224" y="2215"/>
                </a:lnTo>
                <a:lnTo>
                  <a:pt x="165" y="2116"/>
                </a:lnTo>
                <a:lnTo>
                  <a:pt x="116" y="2008"/>
                </a:lnTo>
                <a:lnTo>
                  <a:pt x="73" y="1900"/>
                </a:lnTo>
                <a:lnTo>
                  <a:pt x="40" y="1790"/>
                </a:lnTo>
                <a:lnTo>
                  <a:pt x="18" y="1678"/>
                </a:lnTo>
                <a:lnTo>
                  <a:pt x="4" y="1564"/>
                </a:lnTo>
                <a:lnTo>
                  <a:pt x="0" y="1453"/>
                </a:lnTo>
                <a:lnTo>
                  <a:pt x="4" y="1341"/>
                </a:lnTo>
                <a:lnTo>
                  <a:pt x="15" y="1231"/>
                </a:lnTo>
                <a:lnTo>
                  <a:pt x="37" y="1123"/>
                </a:lnTo>
                <a:lnTo>
                  <a:pt x="64" y="1015"/>
                </a:lnTo>
                <a:lnTo>
                  <a:pt x="101" y="911"/>
                </a:lnTo>
                <a:lnTo>
                  <a:pt x="147" y="810"/>
                </a:lnTo>
                <a:lnTo>
                  <a:pt x="200" y="711"/>
                </a:lnTo>
                <a:lnTo>
                  <a:pt x="259" y="617"/>
                </a:lnTo>
                <a:lnTo>
                  <a:pt x="326" y="528"/>
                </a:lnTo>
                <a:lnTo>
                  <a:pt x="402" y="443"/>
                </a:lnTo>
                <a:lnTo>
                  <a:pt x="484" y="365"/>
                </a:lnTo>
                <a:lnTo>
                  <a:pt x="574" y="291"/>
                </a:lnTo>
                <a:lnTo>
                  <a:pt x="669" y="225"/>
                </a:lnTo>
                <a:lnTo>
                  <a:pt x="772" y="167"/>
                </a:lnTo>
                <a:lnTo>
                  <a:pt x="889" y="112"/>
                </a:lnTo>
                <a:lnTo>
                  <a:pt x="1008" y="68"/>
                </a:lnTo>
                <a:lnTo>
                  <a:pt x="1129" y="35"/>
                </a:lnTo>
                <a:lnTo>
                  <a:pt x="1252" y="13"/>
                </a:lnTo>
                <a:lnTo>
                  <a:pt x="1373" y="2"/>
                </a:lnTo>
                <a:lnTo>
                  <a:pt x="1496" y="0"/>
                </a:lnTo>
                <a:close/>
              </a:path>
            </a:pathLst>
          </a:custGeom>
          <a:solidFill>
            <a:srgbClr val="C3C6E5"/>
          </a:solidFill>
          <a:ln w="0">
            <a:noFill/>
            <a:prstDash val="solid"/>
            <a:round/>
            <a:headEnd/>
            <a:tailEnd/>
          </a:ln>
          <a:effectLst>
            <a:innerShdw blurRad="850900" dist="190500" dir="10200000">
              <a:prstClr val="black">
                <a:alpha val="25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" name="Freeform 22">
            <a:extLst>
              <a:ext uri="{FF2B5EF4-FFF2-40B4-BE49-F238E27FC236}">
                <a16:creationId xmlns:a16="http://schemas.microsoft.com/office/drawing/2014/main" id="{97CFE1B4-FA8B-064D-8FCC-1C3526492E71}"/>
              </a:ext>
            </a:extLst>
          </p:cNvPr>
          <p:cNvSpPr>
            <a:spLocks/>
          </p:cNvSpPr>
          <p:nvPr userDrawn="1"/>
        </p:nvSpPr>
        <p:spPr bwMode="auto">
          <a:xfrm>
            <a:off x="4152901" y="1498927"/>
            <a:ext cx="1744663" cy="2317750"/>
          </a:xfrm>
          <a:custGeom>
            <a:avLst/>
            <a:gdLst>
              <a:gd name="T0" fmla="*/ 1268 w 2197"/>
              <a:gd name="T1" fmla="*/ 84 h 2920"/>
              <a:gd name="T2" fmla="*/ 1125 w 2197"/>
              <a:gd name="T3" fmla="*/ 266 h 2920"/>
              <a:gd name="T4" fmla="*/ 1013 w 2197"/>
              <a:gd name="T5" fmla="*/ 465 h 2920"/>
              <a:gd name="T6" fmla="*/ 933 w 2197"/>
              <a:gd name="T7" fmla="*/ 680 h 2920"/>
              <a:gd name="T8" fmla="*/ 885 w 2197"/>
              <a:gd name="T9" fmla="*/ 903 h 2920"/>
              <a:gd name="T10" fmla="*/ 872 w 2197"/>
              <a:gd name="T11" fmla="*/ 1132 h 2920"/>
              <a:gd name="T12" fmla="*/ 893 w 2197"/>
              <a:gd name="T13" fmla="*/ 1363 h 2920"/>
              <a:gd name="T14" fmla="*/ 951 w 2197"/>
              <a:gd name="T15" fmla="*/ 1590 h 2920"/>
              <a:gd name="T16" fmla="*/ 1046 w 2197"/>
              <a:gd name="T17" fmla="*/ 1813 h 2920"/>
              <a:gd name="T18" fmla="*/ 1177 w 2197"/>
              <a:gd name="T19" fmla="*/ 2020 h 2920"/>
              <a:gd name="T20" fmla="*/ 1336 w 2197"/>
              <a:gd name="T21" fmla="*/ 2200 h 2920"/>
              <a:gd name="T22" fmla="*/ 1517 w 2197"/>
              <a:gd name="T23" fmla="*/ 2348 h 2920"/>
              <a:gd name="T24" fmla="*/ 1717 w 2197"/>
              <a:gd name="T25" fmla="*/ 2467 h 2920"/>
              <a:gd name="T26" fmla="*/ 1932 w 2197"/>
              <a:gd name="T27" fmla="*/ 2554 h 2920"/>
              <a:gd name="T28" fmla="*/ 2071 w 2197"/>
              <a:gd name="T29" fmla="*/ 2614 h 2920"/>
              <a:gd name="T30" fmla="*/ 2115 w 2197"/>
              <a:gd name="T31" fmla="*/ 2660 h 2920"/>
              <a:gd name="T32" fmla="*/ 2137 w 2197"/>
              <a:gd name="T33" fmla="*/ 2680 h 2920"/>
              <a:gd name="T34" fmla="*/ 2197 w 2197"/>
              <a:gd name="T35" fmla="*/ 2722 h 2920"/>
              <a:gd name="T36" fmla="*/ 1976 w 2197"/>
              <a:gd name="T37" fmla="*/ 2826 h 2920"/>
              <a:gd name="T38" fmla="*/ 1741 w 2197"/>
              <a:gd name="T39" fmla="*/ 2894 h 2920"/>
              <a:gd name="T40" fmla="*/ 1495 w 2197"/>
              <a:gd name="T41" fmla="*/ 2920 h 2920"/>
              <a:gd name="T42" fmla="*/ 1246 w 2197"/>
              <a:gd name="T43" fmla="*/ 2905 h 2920"/>
              <a:gd name="T44" fmla="*/ 997 w 2197"/>
              <a:gd name="T45" fmla="*/ 2845 h 2920"/>
              <a:gd name="T46" fmla="*/ 768 w 2197"/>
              <a:gd name="T47" fmla="*/ 2744 h 2920"/>
              <a:gd name="T48" fmla="*/ 570 w 2197"/>
              <a:gd name="T49" fmla="*/ 2618 h 2920"/>
              <a:gd name="T50" fmla="*/ 400 w 2197"/>
              <a:gd name="T51" fmla="*/ 2464 h 2920"/>
              <a:gd name="T52" fmla="*/ 257 w 2197"/>
              <a:gd name="T53" fmla="*/ 2288 h 2920"/>
              <a:gd name="T54" fmla="*/ 145 w 2197"/>
              <a:gd name="T55" fmla="*/ 2094 h 2920"/>
              <a:gd name="T56" fmla="*/ 62 w 2197"/>
              <a:gd name="T57" fmla="*/ 1885 h 2920"/>
              <a:gd name="T58" fmla="*/ 15 w 2197"/>
              <a:gd name="T59" fmla="*/ 1665 h 2920"/>
              <a:gd name="T60" fmla="*/ 0 w 2197"/>
              <a:gd name="T61" fmla="*/ 1438 h 2920"/>
              <a:gd name="T62" fmla="*/ 20 w 2197"/>
              <a:gd name="T63" fmla="*/ 1211 h 2920"/>
              <a:gd name="T64" fmla="*/ 79 w 2197"/>
              <a:gd name="T65" fmla="*/ 984 h 2920"/>
              <a:gd name="T66" fmla="*/ 174 w 2197"/>
              <a:gd name="T67" fmla="*/ 764 h 2920"/>
              <a:gd name="T68" fmla="*/ 301 w 2197"/>
              <a:gd name="T69" fmla="*/ 570 h 2920"/>
              <a:gd name="T70" fmla="*/ 451 w 2197"/>
              <a:gd name="T71" fmla="*/ 401 h 2920"/>
              <a:gd name="T72" fmla="*/ 625 w 2197"/>
              <a:gd name="T73" fmla="*/ 260 h 2920"/>
              <a:gd name="T74" fmla="*/ 816 w 2197"/>
              <a:gd name="T75" fmla="*/ 147 h 2920"/>
              <a:gd name="T76" fmla="*/ 1023 w 2197"/>
              <a:gd name="T77" fmla="*/ 64 h 2920"/>
              <a:gd name="T78" fmla="*/ 1239 w 2197"/>
              <a:gd name="T79" fmla="*/ 13 h 2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197" h="2920">
                <a:moveTo>
                  <a:pt x="1349" y="0"/>
                </a:moveTo>
                <a:lnTo>
                  <a:pt x="1268" y="84"/>
                </a:lnTo>
                <a:lnTo>
                  <a:pt x="1193" y="172"/>
                </a:lnTo>
                <a:lnTo>
                  <a:pt x="1125" y="266"/>
                </a:lnTo>
                <a:lnTo>
                  <a:pt x="1065" y="365"/>
                </a:lnTo>
                <a:lnTo>
                  <a:pt x="1013" y="465"/>
                </a:lnTo>
                <a:lnTo>
                  <a:pt x="969" y="572"/>
                </a:lnTo>
                <a:lnTo>
                  <a:pt x="933" y="680"/>
                </a:lnTo>
                <a:lnTo>
                  <a:pt x="905" y="789"/>
                </a:lnTo>
                <a:lnTo>
                  <a:pt x="885" y="903"/>
                </a:lnTo>
                <a:lnTo>
                  <a:pt x="874" y="1017"/>
                </a:lnTo>
                <a:lnTo>
                  <a:pt x="872" y="1132"/>
                </a:lnTo>
                <a:lnTo>
                  <a:pt x="878" y="1247"/>
                </a:lnTo>
                <a:lnTo>
                  <a:pt x="893" y="1363"/>
                </a:lnTo>
                <a:lnTo>
                  <a:pt x="916" y="1476"/>
                </a:lnTo>
                <a:lnTo>
                  <a:pt x="951" y="1590"/>
                </a:lnTo>
                <a:lnTo>
                  <a:pt x="993" y="1704"/>
                </a:lnTo>
                <a:lnTo>
                  <a:pt x="1046" y="1813"/>
                </a:lnTo>
                <a:lnTo>
                  <a:pt x="1109" y="1920"/>
                </a:lnTo>
                <a:lnTo>
                  <a:pt x="1177" y="2020"/>
                </a:lnTo>
                <a:lnTo>
                  <a:pt x="1254" y="2114"/>
                </a:lnTo>
                <a:lnTo>
                  <a:pt x="1336" y="2200"/>
                </a:lnTo>
                <a:lnTo>
                  <a:pt x="1424" y="2277"/>
                </a:lnTo>
                <a:lnTo>
                  <a:pt x="1517" y="2348"/>
                </a:lnTo>
                <a:lnTo>
                  <a:pt x="1615" y="2412"/>
                </a:lnTo>
                <a:lnTo>
                  <a:pt x="1717" y="2467"/>
                </a:lnTo>
                <a:lnTo>
                  <a:pt x="1824" y="2513"/>
                </a:lnTo>
                <a:lnTo>
                  <a:pt x="1932" y="2554"/>
                </a:lnTo>
                <a:lnTo>
                  <a:pt x="2043" y="2585"/>
                </a:lnTo>
                <a:lnTo>
                  <a:pt x="2071" y="2614"/>
                </a:lnTo>
                <a:lnTo>
                  <a:pt x="2095" y="2640"/>
                </a:lnTo>
                <a:lnTo>
                  <a:pt x="2115" y="2660"/>
                </a:lnTo>
                <a:lnTo>
                  <a:pt x="2128" y="2673"/>
                </a:lnTo>
                <a:lnTo>
                  <a:pt x="2137" y="2680"/>
                </a:lnTo>
                <a:lnTo>
                  <a:pt x="2141" y="2684"/>
                </a:lnTo>
                <a:lnTo>
                  <a:pt x="2197" y="2722"/>
                </a:lnTo>
                <a:lnTo>
                  <a:pt x="2089" y="2779"/>
                </a:lnTo>
                <a:lnTo>
                  <a:pt x="1976" y="2826"/>
                </a:lnTo>
                <a:lnTo>
                  <a:pt x="1860" y="2865"/>
                </a:lnTo>
                <a:lnTo>
                  <a:pt x="1741" y="2894"/>
                </a:lnTo>
                <a:lnTo>
                  <a:pt x="1618" y="2913"/>
                </a:lnTo>
                <a:lnTo>
                  <a:pt x="1495" y="2920"/>
                </a:lnTo>
                <a:lnTo>
                  <a:pt x="1371" y="2918"/>
                </a:lnTo>
                <a:lnTo>
                  <a:pt x="1246" y="2905"/>
                </a:lnTo>
                <a:lnTo>
                  <a:pt x="1122" y="2880"/>
                </a:lnTo>
                <a:lnTo>
                  <a:pt x="997" y="2845"/>
                </a:lnTo>
                <a:lnTo>
                  <a:pt x="874" y="2797"/>
                </a:lnTo>
                <a:lnTo>
                  <a:pt x="768" y="2744"/>
                </a:lnTo>
                <a:lnTo>
                  <a:pt x="665" y="2685"/>
                </a:lnTo>
                <a:lnTo>
                  <a:pt x="570" y="2618"/>
                </a:lnTo>
                <a:lnTo>
                  <a:pt x="482" y="2544"/>
                </a:lnTo>
                <a:lnTo>
                  <a:pt x="400" y="2464"/>
                </a:lnTo>
                <a:lnTo>
                  <a:pt x="324" y="2378"/>
                </a:lnTo>
                <a:lnTo>
                  <a:pt x="257" y="2288"/>
                </a:lnTo>
                <a:lnTo>
                  <a:pt x="198" y="2193"/>
                </a:lnTo>
                <a:lnTo>
                  <a:pt x="145" y="2094"/>
                </a:lnTo>
                <a:lnTo>
                  <a:pt x="99" y="1989"/>
                </a:lnTo>
                <a:lnTo>
                  <a:pt x="62" y="1885"/>
                </a:lnTo>
                <a:lnTo>
                  <a:pt x="35" y="1775"/>
                </a:lnTo>
                <a:lnTo>
                  <a:pt x="15" y="1665"/>
                </a:lnTo>
                <a:lnTo>
                  <a:pt x="2" y="1552"/>
                </a:lnTo>
                <a:lnTo>
                  <a:pt x="0" y="1438"/>
                </a:lnTo>
                <a:lnTo>
                  <a:pt x="5" y="1324"/>
                </a:lnTo>
                <a:lnTo>
                  <a:pt x="20" y="1211"/>
                </a:lnTo>
                <a:lnTo>
                  <a:pt x="44" y="1095"/>
                </a:lnTo>
                <a:lnTo>
                  <a:pt x="79" y="984"/>
                </a:lnTo>
                <a:lnTo>
                  <a:pt x="123" y="872"/>
                </a:lnTo>
                <a:lnTo>
                  <a:pt x="174" y="764"/>
                </a:lnTo>
                <a:lnTo>
                  <a:pt x="235" y="665"/>
                </a:lnTo>
                <a:lnTo>
                  <a:pt x="301" y="570"/>
                </a:lnTo>
                <a:lnTo>
                  <a:pt x="372" y="482"/>
                </a:lnTo>
                <a:lnTo>
                  <a:pt x="451" y="401"/>
                </a:lnTo>
                <a:lnTo>
                  <a:pt x="535" y="326"/>
                </a:lnTo>
                <a:lnTo>
                  <a:pt x="625" y="260"/>
                </a:lnTo>
                <a:lnTo>
                  <a:pt x="718" y="200"/>
                </a:lnTo>
                <a:lnTo>
                  <a:pt x="816" y="147"/>
                </a:lnTo>
                <a:lnTo>
                  <a:pt x="918" y="101"/>
                </a:lnTo>
                <a:lnTo>
                  <a:pt x="1023" y="64"/>
                </a:lnTo>
                <a:lnTo>
                  <a:pt x="1129" y="35"/>
                </a:lnTo>
                <a:lnTo>
                  <a:pt x="1239" y="13"/>
                </a:lnTo>
                <a:lnTo>
                  <a:pt x="1349" y="0"/>
                </a:lnTo>
                <a:close/>
              </a:path>
            </a:pathLst>
          </a:custGeom>
          <a:solidFill>
            <a:srgbClr val="232120"/>
          </a:solidFill>
          <a:ln w="0">
            <a:noFill/>
            <a:prstDash val="solid"/>
            <a:round/>
            <a:headEnd/>
            <a:tailEnd/>
          </a:ln>
          <a:effectLst>
            <a:innerShdw blurRad="850900" dist="190500" dir="10200000">
              <a:prstClr val="black">
                <a:alpha val="25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" name="Freeform 23">
            <a:extLst>
              <a:ext uri="{FF2B5EF4-FFF2-40B4-BE49-F238E27FC236}">
                <a16:creationId xmlns:a16="http://schemas.microsoft.com/office/drawing/2014/main" id="{118F7E54-B00C-FB4A-84C6-33E10F790029}"/>
              </a:ext>
            </a:extLst>
          </p:cNvPr>
          <p:cNvSpPr>
            <a:spLocks/>
          </p:cNvSpPr>
          <p:nvPr userDrawn="1"/>
        </p:nvSpPr>
        <p:spPr bwMode="auto">
          <a:xfrm>
            <a:off x="3730626" y="2530802"/>
            <a:ext cx="2254250" cy="1995488"/>
          </a:xfrm>
          <a:custGeom>
            <a:avLst/>
            <a:gdLst>
              <a:gd name="T0" fmla="*/ 460 w 2840"/>
              <a:gd name="T1" fmla="*/ 113 h 2515"/>
              <a:gd name="T2" fmla="*/ 469 w 2840"/>
              <a:gd name="T3" fmla="*/ 337 h 2515"/>
              <a:gd name="T4" fmla="*/ 511 w 2840"/>
              <a:gd name="T5" fmla="*/ 555 h 2515"/>
              <a:gd name="T6" fmla="*/ 584 w 2840"/>
              <a:gd name="T7" fmla="*/ 764 h 2515"/>
              <a:gd name="T8" fmla="*/ 687 w 2840"/>
              <a:gd name="T9" fmla="*/ 960 h 2515"/>
              <a:gd name="T10" fmla="*/ 819 w 2840"/>
              <a:gd name="T11" fmla="*/ 1141 h 2515"/>
              <a:gd name="T12" fmla="*/ 976 w 2840"/>
              <a:gd name="T13" fmla="*/ 1302 h 2515"/>
              <a:gd name="T14" fmla="*/ 1160 w 2840"/>
              <a:gd name="T15" fmla="*/ 1440 h 2515"/>
              <a:gd name="T16" fmla="*/ 1367 w 2840"/>
              <a:gd name="T17" fmla="*/ 1549 h 2515"/>
              <a:gd name="T18" fmla="*/ 1623 w 2840"/>
              <a:gd name="T19" fmla="*/ 1636 h 2515"/>
              <a:gd name="T20" fmla="*/ 1882 w 2840"/>
              <a:gd name="T21" fmla="*/ 1674 h 2515"/>
              <a:gd name="T22" fmla="*/ 2138 w 2840"/>
              <a:gd name="T23" fmla="*/ 1669 h 2515"/>
              <a:gd name="T24" fmla="*/ 2390 w 2840"/>
              <a:gd name="T25" fmla="*/ 1619 h 2515"/>
              <a:gd name="T26" fmla="*/ 2628 w 2840"/>
              <a:gd name="T27" fmla="*/ 1531 h 2515"/>
              <a:gd name="T28" fmla="*/ 2716 w 2840"/>
              <a:gd name="T29" fmla="*/ 1454 h 2515"/>
              <a:gd name="T30" fmla="*/ 2806 w 2840"/>
              <a:gd name="T31" fmla="*/ 1577 h 2515"/>
              <a:gd name="T32" fmla="*/ 2714 w 2840"/>
              <a:gd name="T33" fmla="*/ 1775 h 2515"/>
              <a:gd name="T34" fmla="*/ 2593 w 2840"/>
              <a:gd name="T35" fmla="*/ 1956 h 2515"/>
              <a:gd name="T36" fmla="*/ 2445 w 2840"/>
              <a:gd name="T37" fmla="*/ 2119 h 2515"/>
              <a:gd name="T38" fmla="*/ 2272 w 2840"/>
              <a:gd name="T39" fmla="*/ 2258 h 2515"/>
              <a:gd name="T40" fmla="*/ 2078 w 2840"/>
              <a:gd name="T41" fmla="*/ 2372 h 2515"/>
              <a:gd name="T42" fmla="*/ 1862 w 2840"/>
              <a:gd name="T43" fmla="*/ 2454 h 2515"/>
              <a:gd name="T44" fmla="*/ 1631 w 2840"/>
              <a:gd name="T45" fmla="*/ 2504 h 2515"/>
              <a:gd name="T46" fmla="*/ 1400 w 2840"/>
              <a:gd name="T47" fmla="*/ 2515 h 2515"/>
              <a:gd name="T48" fmla="*/ 1176 w 2840"/>
              <a:gd name="T49" fmla="*/ 2489 h 2515"/>
              <a:gd name="T50" fmla="*/ 960 w 2840"/>
              <a:gd name="T51" fmla="*/ 2431 h 2515"/>
              <a:gd name="T52" fmla="*/ 758 w 2840"/>
              <a:gd name="T53" fmla="*/ 2339 h 2515"/>
              <a:gd name="T54" fmla="*/ 571 w 2840"/>
              <a:gd name="T55" fmla="*/ 2218 h 2515"/>
              <a:gd name="T56" fmla="*/ 403 w 2840"/>
              <a:gd name="T57" fmla="*/ 2070 h 2515"/>
              <a:gd name="T58" fmla="*/ 260 w 2840"/>
              <a:gd name="T59" fmla="*/ 1896 h 2515"/>
              <a:gd name="T60" fmla="*/ 144 w 2840"/>
              <a:gd name="T61" fmla="*/ 1698 h 2515"/>
              <a:gd name="T62" fmla="*/ 58 w 2840"/>
              <a:gd name="T63" fmla="*/ 1478 h 2515"/>
              <a:gd name="T64" fmla="*/ 11 w 2840"/>
              <a:gd name="T65" fmla="*/ 1242 h 2515"/>
              <a:gd name="T66" fmla="*/ 0 w 2840"/>
              <a:gd name="T67" fmla="*/ 1009 h 2515"/>
              <a:gd name="T68" fmla="*/ 27 w 2840"/>
              <a:gd name="T69" fmla="*/ 780 h 2515"/>
              <a:gd name="T70" fmla="*/ 89 w 2840"/>
              <a:gd name="T71" fmla="*/ 560 h 2515"/>
              <a:gd name="T72" fmla="*/ 185 w 2840"/>
              <a:gd name="T73" fmla="*/ 355 h 2515"/>
              <a:gd name="T74" fmla="*/ 311 w 2840"/>
              <a:gd name="T75" fmla="*/ 166 h 2515"/>
              <a:gd name="T76" fmla="*/ 467 w 2840"/>
              <a:gd name="T77" fmla="*/ 0 h 2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840" h="2515">
                <a:moveTo>
                  <a:pt x="467" y="0"/>
                </a:moveTo>
                <a:lnTo>
                  <a:pt x="460" y="113"/>
                </a:lnTo>
                <a:lnTo>
                  <a:pt x="460" y="225"/>
                </a:lnTo>
                <a:lnTo>
                  <a:pt x="469" y="337"/>
                </a:lnTo>
                <a:lnTo>
                  <a:pt x="485" y="447"/>
                </a:lnTo>
                <a:lnTo>
                  <a:pt x="511" y="555"/>
                </a:lnTo>
                <a:lnTo>
                  <a:pt x="544" y="661"/>
                </a:lnTo>
                <a:lnTo>
                  <a:pt x="584" y="764"/>
                </a:lnTo>
                <a:lnTo>
                  <a:pt x="632" y="864"/>
                </a:lnTo>
                <a:lnTo>
                  <a:pt x="687" y="960"/>
                </a:lnTo>
                <a:lnTo>
                  <a:pt x="749" y="1053"/>
                </a:lnTo>
                <a:lnTo>
                  <a:pt x="819" y="1141"/>
                </a:lnTo>
                <a:lnTo>
                  <a:pt x="894" y="1223"/>
                </a:lnTo>
                <a:lnTo>
                  <a:pt x="976" y="1302"/>
                </a:lnTo>
                <a:lnTo>
                  <a:pt x="1064" y="1374"/>
                </a:lnTo>
                <a:lnTo>
                  <a:pt x="1160" y="1440"/>
                </a:lnTo>
                <a:lnTo>
                  <a:pt x="1261" y="1498"/>
                </a:lnTo>
                <a:lnTo>
                  <a:pt x="1367" y="1549"/>
                </a:lnTo>
                <a:lnTo>
                  <a:pt x="1495" y="1599"/>
                </a:lnTo>
                <a:lnTo>
                  <a:pt x="1623" y="1636"/>
                </a:lnTo>
                <a:lnTo>
                  <a:pt x="1752" y="1661"/>
                </a:lnTo>
                <a:lnTo>
                  <a:pt x="1882" y="1674"/>
                </a:lnTo>
                <a:lnTo>
                  <a:pt x="2012" y="1678"/>
                </a:lnTo>
                <a:lnTo>
                  <a:pt x="2138" y="1669"/>
                </a:lnTo>
                <a:lnTo>
                  <a:pt x="2265" y="1650"/>
                </a:lnTo>
                <a:lnTo>
                  <a:pt x="2390" y="1619"/>
                </a:lnTo>
                <a:lnTo>
                  <a:pt x="2510" y="1581"/>
                </a:lnTo>
                <a:lnTo>
                  <a:pt x="2628" y="1531"/>
                </a:lnTo>
                <a:lnTo>
                  <a:pt x="2741" y="1471"/>
                </a:lnTo>
                <a:lnTo>
                  <a:pt x="2716" y="1454"/>
                </a:lnTo>
                <a:lnTo>
                  <a:pt x="2840" y="1473"/>
                </a:lnTo>
                <a:lnTo>
                  <a:pt x="2806" y="1577"/>
                </a:lnTo>
                <a:lnTo>
                  <a:pt x="2763" y="1678"/>
                </a:lnTo>
                <a:lnTo>
                  <a:pt x="2714" y="1775"/>
                </a:lnTo>
                <a:lnTo>
                  <a:pt x="2657" y="1868"/>
                </a:lnTo>
                <a:lnTo>
                  <a:pt x="2593" y="1956"/>
                </a:lnTo>
                <a:lnTo>
                  <a:pt x="2521" y="2040"/>
                </a:lnTo>
                <a:lnTo>
                  <a:pt x="2445" y="2119"/>
                </a:lnTo>
                <a:lnTo>
                  <a:pt x="2362" y="2192"/>
                </a:lnTo>
                <a:lnTo>
                  <a:pt x="2272" y="2258"/>
                </a:lnTo>
                <a:lnTo>
                  <a:pt x="2177" y="2319"/>
                </a:lnTo>
                <a:lnTo>
                  <a:pt x="2078" y="2372"/>
                </a:lnTo>
                <a:lnTo>
                  <a:pt x="1972" y="2418"/>
                </a:lnTo>
                <a:lnTo>
                  <a:pt x="1862" y="2454"/>
                </a:lnTo>
                <a:lnTo>
                  <a:pt x="1746" y="2484"/>
                </a:lnTo>
                <a:lnTo>
                  <a:pt x="1631" y="2504"/>
                </a:lnTo>
                <a:lnTo>
                  <a:pt x="1515" y="2513"/>
                </a:lnTo>
                <a:lnTo>
                  <a:pt x="1400" y="2515"/>
                </a:lnTo>
                <a:lnTo>
                  <a:pt x="1288" y="2506"/>
                </a:lnTo>
                <a:lnTo>
                  <a:pt x="1176" y="2489"/>
                </a:lnTo>
                <a:lnTo>
                  <a:pt x="1066" y="2464"/>
                </a:lnTo>
                <a:lnTo>
                  <a:pt x="960" y="2431"/>
                </a:lnTo>
                <a:lnTo>
                  <a:pt x="857" y="2388"/>
                </a:lnTo>
                <a:lnTo>
                  <a:pt x="758" y="2339"/>
                </a:lnTo>
                <a:lnTo>
                  <a:pt x="661" y="2282"/>
                </a:lnTo>
                <a:lnTo>
                  <a:pt x="571" y="2218"/>
                </a:lnTo>
                <a:lnTo>
                  <a:pt x="483" y="2147"/>
                </a:lnTo>
                <a:lnTo>
                  <a:pt x="403" y="2070"/>
                </a:lnTo>
                <a:lnTo>
                  <a:pt x="330" y="1985"/>
                </a:lnTo>
                <a:lnTo>
                  <a:pt x="260" y="1896"/>
                </a:lnTo>
                <a:lnTo>
                  <a:pt x="198" y="1799"/>
                </a:lnTo>
                <a:lnTo>
                  <a:pt x="144" y="1698"/>
                </a:lnTo>
                <a:lnTo>
                  <a:pt x="97" y="1590"/>
                </a:lnTo>
                <a:lnTo>
                  <a:pt x="58" y="1478"/>
                </a:lnTo>
                <a:lnTo>
                  <a:pt x="29" y="1359"/>
                </a:lnTo>
                <a:lnTo>
                  <a:pt x="11" y="1242"/>
                </a:lnTo>
                <a:lnTo>
                  <a:pt x="0" y="1124"/>
                </a:lnTo>
                <a:lnTo>
                  <a:pt x="0" y="1009"/>
                </a:lnTo>
                <a:lnTo>
                  <a:pt x="9" y="894"/>
                </a:lnTo>
                <a:lnTo>
                  <a:pt x="27" y="780"/>
                </a:lnTo>
                <a:lnTo>
                  <a:pt x="55" y="668"/>
                </a:lnTo>
                <a:lnTo>
                  <a:pt x="89" y="560"/>
                </a:lnTo>
                <a:lnTo>
                  <a:pt x="133" y="456"/>
                </a:lnTo>
                <a:lnTo>
                  <a:pt x="185" y="355"/>
                </a:lnTo>
                <a:lnTo>
                  <a:pt x="245" y="258"/>
                </a:lnTo>
                <a:lnTo>
                  <a:pt x="311" y="166"/>
                </a:lnTo>
                <a:lnTo>
                  <a:pt x="386" y="80"/>
                </a:lnTo>
                <a:lnTo>
                  <a:pt x="467" y="0"/>
                </a:lnTo>
                <a:close/>
              </a:path>
            </a:pathLst>
          </a:custGeom>
          <a:solidFill>
            <a:srgbClr val="7EB240"/>
          </a:solidFill>
          <a:ln w="0">
            <a:noFill/>
            <a:prstDash val="solid"/>
            <a:round/>
            <a:headEnd/>
            <a:tailEnd/>
          </a:ln>
          <a:effectLst>
            <a:innerShdw blurRad="850900" dist="190500" dir="10200000">
              <a:prstClr val="black">
                <a:alpha val="25000"/>
              </a:prstClr>
            </a:inn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" name="Freeform 24">
            <a:extLst>
              <a:ext uri="{FF2B5EF4-FFF2-40B4-BE49-F238E27FC236}">
                <a16:creationId xmlns:a16="http://schemas.microsoft.com/office/drawing/2014/main" id="{12F4DF3E-36B1-FE46-9B43-475A4F644479}"/>
              </a:ext>
            </a:extLst>
          </p:cNvPr>
          <p:cNvSpPr>
            <a:spLocks/>
          </p:cNvSpPr>
          <p:nvPr userDrawn="1"/>
        </p:nvSpPr>
        <p:spPr bwMode="auto">
          <a:xfrm>
            <a:off x="5241926" y="2757815"/>
            <a:ext cx="1665288" cy="1663700"/>
          </a:xfrm>
          <a:custGeom>
            <a:avLst/>
            <a:gdLst>
              <a:gd name="T0" fmla="*/ 1156 w 2098"/>
              <a:gd name="T1" fmla="*/ 6 h 2098"/>
              <a:gd name="T2" fmla="*/ 1362 w 2098"/>
              <a:gd name="T3" fmla="*/ 46 h 2098"/>
              <a:gd name="T4" fmla="*/ 1549 w 2098"/>
              <a:gd name="T5" fmla="*/ 127 h 2098"/>
              <a:gd name="T6" fmla="*/ 1715 w 2098"/>
              <a:gd name="T7" fmla="*/ 239 h 2098"/>
              <a:gd name="T8" fmla="*/ 1858 w 2098"/>
              <a:gd name="T9" fmla="*/ 382 h 2098"/>
              <a:gd name="T10" fmla="*/ 1972 w 2098"/>
              <a:gd name="T11" fmla="*/ 548 h 2098"/>
              <a:gd name="T12" fmla="*/ 2051 w 2098"/>
              <a:gd name="T13" fmla="*/ 737 h 2098"/>
              <a:gd name="T14" fmla="*/ 2093 w 2098"/>
              <a:gd name="T15" fmla="*/ 942 h 2098"/>
              <a:gd name="T16" fmla="*/ 2093 w 2098"/>
              <a:gd name="T17" fmla="*/ 1156 h 2098"/>
              <a:gd name="T18" fmla="*/ 2051 w 2098"/>
              <a:gd name="T19" fmla="*/ 1362 h 2098"/>
              <a:gd name="T20" fmla="*/ 1972 w 2098"/>
              <a:gd name="T21" fmla="*/ 1548 h 2098"/>
              <a:gd name="T22" fmla="*/ 1858 w 2098"/>
              <a:gd name="T23" fmla="*/ 1715 h 2098"/>
              <a:gd name="T24" fmla="*/ 1715 w 2098"/>
              <a:gd name="T25" fmla="*/ 1858 h 2098"/>
              <a:gd name="T26" fmla="*/ 1549 w 2098"/>
              <a:gd name="T27" fmla="*/ 1972 h 2098"/>
              <a:gd name="T28" fmla="*/ 1362 w 2098"/>
              <a:gd name="T29" fmla="*/ 2050 h 2098"/>
              <a:gd name="T30" fmla="*/ 1156 w 2098"/>
              <a:gd name="T31" fmla="*/ 2092 h 2098"/>
              <a:gd name="T32" fmla="*/ 942 w 2098"/>
              <a:gd name="T33" fmla="*/ 2092 h 2098"/>
              <a:gd name="T34" fmla="*/ 737 w 2098"/>
              <a:gd name="T35" fmla="*/ 2050 h 2098"/>
              <a:gd name="T36" fmla="*/ 548 w 2098"/>
              <a:gd name="T37" fmla="*/ 1972 h 2098"/>
              <a:gd name="T38" fmla="*/ 381 w 2098"/>
              <a:gd name="T39" fmla="*/ 1858 h 2098"/>
              <a:gd name="T40" fmla="*/ 238 w 2098"/>
              <a:gd name="T41" fmla="*/ 1715 h 2098"/>
              <a:gd name="T42" fmla="*/ 126 w 2098"/>
              <a:gd name="T43" fmla="*/ 1548 h 2098"/>
              <a:gd name="T44" fmla="*/ 46 w 2098"/>
              <a:gd name="T45" fmla="*/ 1362 h 2098"/>
              <a:gd name="T46" fmla="*/ 5 w 2098"/>
              <a:gd name="T47" fmla="*/ 1156 h 2098"/>
              <a:gd name="T48" fmla="*/ 5 w 2098"/>
              <a:gd name="T49" fmla="*/ 942 h 2098"/>
              <a:gd name="T50" fmla="*/ 46 w 2098"/>
              <a:gd name="T51" fmla="*/ 737 h 2098"/>
              <a:gd name="T52" fmla="*/ 126 w 2098"/>
              <a:gd name="T53" fmla="*/ 548 h 2098"/>
              <a:gd name="T54" fmla="*/ 238 w 2098"/>
              <a:gd name="T55" fmla="*/ 382 h 2098"/>
              <a:gd name="T56" fmla="*/ 381 w 2098"/>
              <a:gd name="T57" fmla="*/ 239 h 2098"/>
              <a:gd name="T58" fmla="*/ 548 w 2098"/>
              <a:gd name="T59" fmla="*/ 127 h 2098"/>
              <a:gd name="T60" fmla="*/ 737 w 2098"/>
              <a:gd name="T61" fmla="*/ 46 h 2098"/>
              <a:gd name="T62" fmla="*/ 942 w 2098"/>
              <a:gd name="T63" fmla="*/ 6 h 20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98" h="2098">
                <a:moveTo>
                  <a:pt x="1048" y="0"/>
                </a:moveTo>
                <a:lnTo>
                  <a:pt x="1156" y="6"/>
                </a:lnTo>
                <a:lnTo>
                  <a:pt x="1261" y="21"/>
                </a:lnTo>
                <a:lnTo>
                  <a:pt x="1362" y="46"/>
                </a:lnTo>
                <a:lnTo>
                  <a:pt x="1457" y="83"/>
                </a:lnTo>
                <a:lnTo>
                  <a:pt x="1549" y="127"/>
                </a:lnTo>
                <a:lnTo>
                  <a:pt x="1635" y="180"/>
                </a:lnTo>
                <a:lnTo>
                  <a:pt x="1715" y="239"/>
                </a:lnTo>
                <a:lnTo>
                  <a:pt x="1790" y="306"/>
                </a:lnTo>
                <a:lnTo>
                  <a:pt x="1858" y="382"/>
                </a:lnTo>
                <a:lnTo>
                  <a:pt x="1919" y="462"/>
                </a:lnTo>
                <a:lnTo>
                  <a:pt x="1972" y="548"/>
                </a:lnTo>
                <a:lnTo>
                  <a:pt x="2016" y="640"/>
                </a:lnTo>
                <a:lnTo>
                  <a:pt x="2051" y="737"/>
                </a:lnTo>
                <a:lnTo>
                  <a:pt x="2076" y="838"/>
                </a:lnTo>
                <a:lnTo>
                  <a:pt x="2093" y="942"/>
                </a:lnTo>
                <a:lnTo>
                  <a:pt x="2098" y="1048"/>
                </a:lnTo>
                <a:lnTo>
                  <a:pt x="2093" y="1156"/>
                </a:lnTo>
                <a:lnTo>
                  <a:pt x="2076" y="1261"/>
                </a:lnTo>
                <a:lnTo>
                  <a:pt x="2051" y="1362"/>
                </a:lnTo>
                <a:lnTo>
                  <a:pt x="2016" y="1457"/>
                </a:lnTo>
                <a:lnTo>
                  <a:pt x="1972" y="1548"/>
                </a:lnTo>
                <a:lnTo>
                  <a:pt x="1919" y="1634"/>
                </a:lnTo>
                <a:lnTo>
                  <a:pt x="1858" y="1715"/>
                </a:lnTo>
                <a:lnTo>
                  <a:pt x="1790" y="1790"/>
                </a:lnTo>
                <a:lnTo>
                  <a:pt x="1715" y="1858"/>
                </a:lnTo>
                <a:lnTo>
                  <a:pt x="1635" y="1918"/>
                </a:lnTo>
                <a:lnTo>
                  <a:pt x="1549" y="1972"/>
                </a:lnTo>
                <a:lnTo>
                  <a:pt x="1457" y="2015"/>
                </a:lnTo>
                <a:lnTo>
                  <a:pt x="1362" y="2050"/>
                </a:lnTo>
                <a:lnTo>
                  <a:pt x="1261" y="2076"/>
                </a:lnTo>
                <a:lnTo>
                  <a:pt x="1156" y="2092"/>
                </a:lnTo>
                <a:lnTo>
                  <a:pt x="1048" y="2098"/>
                </a:lnTo>
                <a:lnTo>
                  <a:pt x="942" y="2092"/>
                </a:lnTo>
                <a:lnTo>
                  <a:pt x="837" y="2076"/>
                </a:lnTo>
                <a:lnTo>
                  <a:pt x="737" y="2050"/>
                </a:lnTo>
                <a:lnTo>
                  <a:pt x="639" y="2015"/>
                </a:lnTo>
                <a:lnTo>
                  <a:pt x="548" y="1972"/>
                </a:lnTo>
                <a:lnTo>
                  <a:pt x="462" y="1918"/>
                </a:lnTo>
                <a:lnTo>
                  <a:pt x="381" y="1858"/>
                </a:lnTo>
                <a:lnTo>
                  <a:pt x="306" y="1790"/>
                </a:lnTo>
                <a:lnTo>
                  <a:pt x="238" y="1715"/>
                </a:lnTo>
                <a:lnTo>
                  <a:pt x="179" y="1634"/>
                </a:lnTo>
                <a:lnTo>
                  <a:pt x="126" y="1548"/>
                </a:lnTo>
                <a:lnTo>
                  <a:pt x="82" y="1457"/>
                </a:lnTo>
                <a:lnTo>
                  <a:pt x="46" y="1362"/>
                </a:lnTo>
                <a:lnTo>
                  <a:pt x="20" y="1261"/>
                </a:lnTo>
                <a:lnTo>
                  <a:pt x="5" y="1156"/>
                </a:lnTo>
                <a:lnTo>
                  <a:pt x="0" y="1048"/>
                </a:lnTo>
                <a:lnTo>
                  <a:pt x="5" y="942"/>
                </a:lnTo>
                <a:lnTo>
                  <a:pt x="20" y="838"/>
                </a:lnTo>
                <a:lnTo>
                  <a:pt x="46" y="737"/>
                </a:lnTo>
                <a:lnTo>
                  <a:pt x="82" y="640"/>
                </a:lnTo>
                <a:lnTo>
                  <a:pt x="126" y="548"/>
                </a:lnTo>
                <a:lnTo>
                  <a:pt x="179" y="462"/>
                </a:lnTo>
                <a:lnTo>
                  <a:pt x="238" y="382"/>
                </a:lnTo>
                <a:lnTo>
                  <a:pt x="306" y="306"/>
                </a:lnTo>
                <a:lnTo>
                  <a:pt x="381" y="239"/>
                </a:lnTo>
                <a:lnTo>
                  <a:pt x="462" y="180"/>
                </a:lnTo>
                <a:lnTo>
                  <a:pt x="548" y="127"/>
                </a:lnTo>
                <a:lnTo>
                  <a:pt x="639" y="83"/>
                </a:lnTo>
                <a:lnTo>
                  <a:pt x="737" y="46"/>
                </a:lnTo>
                <a:lnTo>
                  <a:pt x="837" y="21"/>
                </a:lnTo>
                <a:lnTo>
                  <a:pt x="942" y="6"/>
                </a:lnTo>
                <a:lnTo>
                  <a:pt x="1048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  <a:effectLst>
            <a:innerShdw blurRad="533400" dir="10860000">
              <a:prstClr val="black">
                <a:alpha val="48000"/>
              </a:prstClr>
            </a:innerShdw>
          </a:effectLst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algn="ctr"/>
            <a:endParaRPr 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C775B9-3B35-B641-B358-066FD535C64D}"/>
              </a:ext>
            </a:extLst>
          </p:cNvPr>
          <p:cNvSpPr txBox="1"/>
          <p:nvPr userDrawn="1"/>
        </p:nvSpPr>
        <p:spPr>
          <a:xfrm>
            <a:off x="5172412" y="258527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A4B619-BFD5-5944-91EA-3719AE4D0590}"/>
              </a:ext>
            </a:extLst>
          </p:cNvPr>
          <p:cNvSpPr txBox="1"/>
          <p:nvPr userDrawn="1"/>
        </p:nvSpPr>
        <p:spPr>
          <a:xfrm>
            <a:off x="6493783" y="246520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F2E7EF-A6A8-7845-8217-F8153E7BADBE}"/>
              </a:ext>
            </a:extLst>
          </p:cNvPr>
          <p:cNvSpPr txBox="1"/>
          <p:nvPr userDrawn="1"/>
        </p:nvSpPr>
        <p:spPr>
          <a:xfrm>
            <a:off x="6916474" y="312081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687877F-5DCB-7A44-A2BC-FE68DFD668FA}"/>
              </a:ext>
            </a:extLst>
          </p:cNvPr>
          <p:cNvSpPr txBox="1"/>
          <p:nvPr userDrawn="1"/>
        </p:nvSpPr>
        <p:spPr>
          <a:xfrm>
            <a:off x="6830209" y="393169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A3E12D-D237-9E42-A6CE-F7145DE8F994}"/>
              </a:ext>
            </a:extLst>
          </p:cNvPr>
          <p:cNvSpPr txBox="1"/>
          <p:nvPr userDrawn="1"/>
        </p:nvSpPr>
        <p:spPr>
          <a:xfrm>
            <a:off x="6209106" y="439751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6A3499-9D5F-8C42-82A7-FBC431A43ADD}"/>
              </a:ext>
            </a:extLst>
          </p:cNvPr>
          <p:cNvSpPr txBox="1"/>
          <p:nvPr userDrawn="1"/>
        </p:nvSpPr>
        <p:spPr>
          <a:xfrm>
            <a:off x="5502230" y="437091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8F5DE5-02A4-2648-8CE4-431A3E6833F5}"/>
              </a:ext>
            </a:extLst>
          </p:cNvPr>
          <p:cNvSpPr txBox="1"/>
          <p:nvPr userDrawn="1"/>
        </p:nvSpPr>
        <p:spPr>
          <a:xfrm>
            <a:off x="4975852" y="393998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cs typeface="Arial" pitchFamily="34" charset="0"/>
              </a:rPr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332054-24E9-2841-BFFB-E30992295AB2}"/>
              </a:ext>
            </a:extLst>
          </p:cNvPr>
          <p:cNvSpPr txBox="1"/>
          <p:nvPr userDrawn="1"/>
        </p:nvSpPr>
        <p:spPr>
          <a:xfrm>
            <a:off x="4794251" y="3227200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8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39F4BDDD-C4DF-43A1-BF70-C151F988E6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55" y="397519"/>
            <a:ext cx="6908305" cy="973138"/>
          </a:xfrm>
        </p:spPr>
        <p:txBody>
          <a:bodyPr anchor="t">
            <a:normAutofit/>
          </a:bodyPr>
          <a:lstStyle>
            <a:lvl1pPr marL="0" indent="0" algn="l">
              <a:buNone/>
              <a:defRPr sz="5000" b="1">
                <a:solidFill>
                  <a:srgbClr val="8EC152"/>
                </a:solidFill>
                <a:latin typeface="Poppins SemiBold" panose="02000000000000000000" pitchFamily="2" charset="0"/>
                <a:cs typeface="Poppins SemiBold" panose="02000000000000000000" pitchFamily="2" charset="0"/>
              </a:defRPr>
            </a:lvl1pPr>
          </a:lstStyle>
          <a:p>
            <a:pPr lvl="0"/>
            <a:r>
              <a:rPr lang="en-US" dirty="0"/>
              <a:t>Nine Step Template </a:t>
            </a:r>
            <a:endParaRPr lang="en-ZA" dirty="0"/>
          </a:p>
        </p:txBody>
      </p:sp>
      <p:sp>
        <p:nvSpPr>
          <p:cNvPr id="50" name="Picture Placeholder 70">
            <a:extLst>
              <a:ext uri="{FF2B5EF4-FFF2-40B4-BE49-F238E27FC236}">
                <a16:creationId xmlns:a16="http://schemas.microsoft.com/office/drawing/2014/main" id="{BC707937-9ACD-4DCE-BFA4-B2864D71EEF6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586764" y="3101549"/>
            <a:ext cx="974642" cy="974642"/>
          </a:xfrm>
        </p:spPr>
        <p:txBody>
          <a:bodyPr>
            <a:noAutofit/>
          </a:bodyPr>
          <a:lstStyle>
            <a:lvl1pPr marL="0" indent="0" algn="ctr">
              <a:buNone/>
              <a:defRPr sz="6000"/>
            </a:lvl1pPr>
          </a:lstStyle>
          <a:p>
            <a:r>
              <a:rPr lang="en-US" dirty="0"/>
              <a:t>P</a:t>
            </a:r>
            <a:endParaRPr lang="en-ZA" dirty="0"/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50F68AEC-E363-4420-A46D-5F6D7DE00E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6131" y="1700372"/>
            <a:ext cx="908670" cy="474292"/>
          </a:xfrm>
          <a:effectLst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0682F8E4-C91B-4FB6-9C7D-F8CC03139E1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67539" y="2423818"/>
            <a:ext cx="891126" cy="465135"/>
          </a:xfrm>
          <a:effectLst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3" name="Text Placeholder 4">
            <a:extLst>
              <a:ext uri="{FF2B5EF4-FFF2-40B4-BE49-F238E27FC236}">
                <a16:creationId xmlns:a16="http://schemas.microsoft.com/office/drawing/2014/main" id="{F1434600-B70F-4A88-AA4D-611FCD118A3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87029" y="2623710"/>
            <a:ext cx="891126" cy="465135"/>
          </a:xfrm>
          <a:effectLst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EDAEED21-184F-412B-8287-64FF05FC0DA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283170" y="3380072"/>
            <a:ext cx="891126" cy="465135"/>
          </a:xfrm>
          <a:effectLst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5" name="Text Placeholder 4">
            <a:extLst>
              <a:ext uri="{FF2B5EF4-FFF2-40B4-BE49-F238E27FC236}">
                <a16:creationId xmlns:a16="http://schemas.microsoft.com/office/drawing/2014/main" id="{94C7865E-599D-45F0-8943-DF2CBBE338B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73877" y="4377860"/>
            <a:ext cx="891126" cy="465135"/>
          </a:xfrm>
          <a:effectLst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6" name="Text Placeholder 4">
            <a:extLst>
              <a:ext uri="{FF2B5EF4-FFF2-40B4-BE49-F238E27FC236}">
                <a16:creationId xmlns:a16="http://schemas.microsoft.com/office/drawing/2014/main" id="{7B12042D-0C18-4D45-96D9-35E6DBB0A37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39083" y="4841368"/>
            <a:ext cx="891126" cy="465135"/>
          </a:xfrm>
          <a:effectLst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CFA89C53-3D60-436A-A3B2-7C761EBFDB0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5261" y="4666788"/>
            <a:ext cx="891126" cy="465135"/>
          </a:xfrm>
          <a:effectLst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223B97D4-8ABA-43EA-81BD-4EB980B2C1F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24156" y="3786479"/>
            <a:ext cx="891126" cy="465135"/>
          </a:xfrm>
          <a:effectLst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AF4BF687-03C8-4DCE-91C3-7D1929E221B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52502" y="1913536"/>
            <a:ext cx="891126" cy="465135"/>
          </a:xfrm>
          <a:effectLst/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0B81DB5-0E3C-4AFC-971B-2FD054FDD9BE}"/>
              </a:ext>
            </a:extLst>
          </p:cNvPr>
          <p:cNvSpPr txBox="1"/>
          <p:nvPr userDrawn="1"/>
        </p:nvSpPr>
        <p:spPr>
          <a:xfrm>
            <a:off x="5886367" y="232485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B0E9923B-AF40-4947-BAAB-5D9DC79CBAE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6111" y="3553911"/>
            <a:ext cx="2519108" cy="2301875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  <p:sp>
        <p:nvSpPr>
          <p:cNvPr id="63" name="Text Placeholder 4">
            <a:extLst>
              <a:ext uri="{FF2B5EF4-FFF2-40B4-BE49-F238E27FC236}">
                <a16:creationId xmlns:a16="http://schemas.microsoft.com/office/drawing/2014/main" id="{D6E7D1DC-F043-432B-B470-99626A9F634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3961" y="3549978"/>
            <a:ext cx="2519108" cy="2301875"/>
          </a:xfrm>
          <a:effectLst/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Sample text. Enter text here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4770264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ep_Funnel_Template_V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DCCCA28A-5480-4D8B-8723-31810CCF00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3" name="Picture 42" descr="A picture containing clock, drawing&#10;&#10;Description automatically generated">
            <a:extLst>
              <a:ext uri="{FF2B5EF4-FFF2-40B4-BE49-F238E27FC236}">
                <a16:creationId xmlns:a16="http://schemas.microsoft.com/office/drawing/2014/main" id="{D66E1ED0-0EEC-48E1-A566-EB4C0A64A8F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0610" y="394722"/>
            <a:ext cx="1304146" cy="254945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EF34DC3-102A-4B49-B5C4-90BB8F220A1A}"/>
              </a:ext>
            </a:extLst>
          </p:cNvPr>
          <p:cNvSpPr/>
          <p:nvPr userDrawn="1"/>
        </p:nvSpPr>
        <p:spPr>
          <a:xfrm>
            <a:off x="3537528" y="1616364"/>
            <a:ext cx="3398982" cy="3398982"/>
          </a:xfrm>
          <a:prstGeom prst="ellipse">
            <a:avLst/>
          </a:prstGeom>
          <a:scene3d>
            <a:camera prst="obliqueTopRigh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93008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24" Type="http://schemas.openxmlformats.org/officeDocument/2006/relationships/slideLayout" Target="../slideLayouts/slideLayout47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A3F30-61EB-4A32-AE0A-5565D3E82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9FF74-878D-4B3E-9B3F-4480E719B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3B86A-F93F-4126-8FC4-BBB817E49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E2320-84BE-4949-BE15-B2751D92B9BA}" type="datetimeFigureOut">
              <a:rPr lang="en-ZA" smtClean="0"/>
              <a:t>2022/09/02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D53D9-1C8C-4A09-A7EE-D757D43DF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37AB0-4D2D-43F7-93B0-B0E666A98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63734-9B93-43C9-9812-35126E26B8D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4743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3" r:id="rId2"/>
    <p:sldLayoutId id="2147483884" r:id="rId3"/>
    <p:sldLayoutId id="2147483885" r:id="rId4"/>
    <p:sldLayoutId id="2147483886" r:id="rId5"/>
    <p:sldLayoutId id="2147483887" r:id="rId6"/>
    <p:sldLayoutId id="2147483888" r:id="rId7"/>
    <p:sldLayoutId id="2147483890" r:id="rId8"/>
    <p:sldLayoutId id="2147483891" r:id="rId9"/>
    <p:sldLayoutId id="2147483889" r:id="rId10"/>
    <p:sldLayoutId id="2147483892" r:id="rId11"/>
    <p:sldLayoutId id="2147483896" r:id="rId12"/>
    <p:sldLayoutId id="2147483893" r:id="rId13"/>
    <p:sldLayoutId id="2147483894" r:id="rId14"/>
    <p:sldLayoutId id="2147483895" r:id="rId15"/>
    <p:sldLayoutId id="2147483897" r:id="rId16"/>
    <p:sldLayoutId id="2147483898" r:id="rId17"/>
    <p:sldLayoutId id="2147483899" r:id="rId18"/>
    <p:sldLayoutId id="2147483900" r:id="rId19"/>
    <p:sldLayoutId id="2147483901" r:id="rId20"/>
    <p:sldLayoutId id="2147483902" r:id="rId21"/>
    <p:sldLayoutId id="2147483909" r:id="rId22"/>
    <p:sldLayoutId id="2147483910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9747BB-F99C-4DC1-B478-7D8E35240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596D5-520D-408F-ACE2-DB9E63B47C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02CA6-3583-4F33-B629-9127F1E725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0D2931-C0DA-470C-9F35-502C9F7E6AAA}" type="datetimeFigureOut">
              <a:rPr lang="en-ZA" smtClean="0"/>
              <a:t>2022/09/02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3DE93-328D-4F17-883D-1CA9F7685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E2441-90D1-4E1D-B9C9-2989B3FAF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5AF7F-32B3-4706-B23A-A561FFD923B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47899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4" r:id="rId2"/>
    <p:sldLayoutId id="2147483804" r:id="rId3"/>
    <p:sldLayoutId id="2147483795" r:id="rId4"/>
    <p:sldLayoutId id="2147483799" r:id="rId5"/>
    <p:sldLayoutId id="2147483794" r:id="rId6"/>
    <p:sldLayoutId id="2147483800" r:id="rId7"/>
    <p:sldLayoutId id="2147483797" r:id="rId8"/>
    <p:sldLayoutId id="2147483796" r:id="rId9"/>
    <p:sldLayoutId id="2147483879" r:id="rId10"/>
    <p:sldLayoutId id="2147483873" r:id="rId11"/>
    <p:sldLayoutId id="2147483881" r:id="rId12"/>
    <p:sldLayoutId id="2147483754" r:id="rId13"/>
    <p:sldLayoutId id="2147483768" r:id="rId14"/>
    <p:sldLayoutId id="2147483798" r:id="rId15"/>
    <p:sldLayoutId id="2147483760" r:id="rId16"/>
    <p:sldLayoutId id="2147483715" r:id="rId17"/>
    <p:sldLayoutId id="2147483907" r:id="rId18"/>
    <p:sldLayoutId id="2147483851" r:id="rId19"/>
    <p:sldLayoutId id="2147483784" r:id="rId20"/>
    <p:sldLayoutId id="2147483826" r:id="rId21"/>
    <p:sldLayoutId id="2147483880" r:id="rId22"/>
    <p:sldLayoutId id="2147483858" r:id="rId23"/>
    <p:sldLayoutId id="2147483908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21.jpeg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3.xml"/><Relationship Id="rId6" Type="http://schemas.microsoft.com/office/2007/relationships/hdphoto" Target="../media/hdphoto1.wdp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31B49-7C81-46A5-A8C6-D77C799C3E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Programme Experience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014A3-B3E7-4DCF-83F3-B1A043DE12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Mentee Name </a:t>
            </a:r>
          </a:p>
        </p:txBody>
      </p:sp>
    </p:spTree>
    <p:extLst>
      <p:ext uri="{BB962C8B-B14F-4D97-AF65-F5344CB8AC3E}">
        <p14:creationId xmlns:p14="http://schemas.microsoft.com/office/powerpoint/2010/main" val="2018325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648A2-9D15-D30D-D00D-F6A8AC1A22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3F7F3-CF6E-8040-D66F-6CE11CA211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and learning</a:t>
            </a:r>
          </a:p>
        </p:txBody>
      </p:sp>
    </p:spTree>
    <p:extLst>
      <p:ext uri="{BB962C8B-B14F-4D97-AF65-F5344CB8AC3E}">
        <p14:creationId xmlns:p14="http://schemas.microsoft.com/office/powerpoint/2010/main" val="2486653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9D60EF-9EBC-B9A8-966E-844E1935A960}"/>
              </a:ext>
            </a:extLst>
          </p:cNvPr>
          <p:cNvSpPr txBox="1"/>
          <p:nvPr/>
        </p:nvSpPr>
        <p:spPr>
          <a:xfrm>
            <a:off x="704850" y="539234"/>
            <a:ext cx="107823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800" dirty="0">
                <a:solidFill>
                  <a:srgbClr val="002060"/>
                </a:solidFill>
                <a:latin typeface="Montserrat ExtraBold" panose="00000900000000000000" pitchFamily="2" charset="0"/>
              </a:rPr>
              <a:t>Observations of the company’s strengths and opportunities.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3EC9BA-7E42-6066-B2C4-48B97B7A036A}"/>
              </a:ext>
            </a:extLst>
          </p:cNvPr>
          <p:cNvSpPr txBox="1"/>
          <p:nvPr/>
        </p:nvSpPr>
        <p:spPr>
          <a:xfrm>
            <a:off x="704850" y="1381125"/>
            <a:ext cx="1055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394737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9D60EF-9EBC-B9A8-966E-844E1935A960}"/>
              </a:ext>
            </a:extLst>
          </p:cNvPr>
          <p:cNvSpPr txBox="1"/>
          <p:nvPr/>
        </p:nvSpPr>
        <p:spPr>
          <a:xfrm>
            <a:off x="704850" y="539234"/>
            <a:ext cx="10782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800" dirty="0">
                <a:solidFill>
                  <a:srgbClr val="002060"/>
                </a:solidFill>
                <a:latin typeface="Montserrat ExtraBold" panose="00000900000000000000" pitchFamily="2" charset="0"/>
              </a:rPr>
              <a:t>Own identified strengths and opportunities.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3EC9BA-7E42-6066-B2C4-48B97B7A036A}"/>
              </a:ext>
            </a:extLst>
          </p:cNvPr>
          <p:cNvSpPr txBox="1"/>
          <p:nvPr/>
        </p:nvSpPr>
        <p:spPr>
          <a:xfrm>
            <a:off x="704850" y="1381125"/>
            <a:ext cx="1055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Your text here</a:t>
            </a:r>
          </a:p>
        </p:txBody>
      </p:sp>
    </p:spTree>
    <p:extLst>
      <p:ext uri="{BB962C8B-B14F-4D97-AF65-F5344CB8AC3E}">
        <p14:creationId xmlns:p14="http://schemas.microsoft.com/office/powerpoint/2010/main" val="782352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F211DA5-C24B-15BA-2C35-6DD4F33388F7}"/>
              </a:ext>
            </a:extLst>
          </p:cNvPr>
          <p:cNvSpPr txBox="1">
            <a:spLocks/>
          </p:cNvSpPr>
          <p:nvPr/>
        </p:nvSpPr>
        <p:spPr>
          <a:xfrm>
            <a:off x="1501515" y="1253743"/>
            <a:ext cx="4127112" cy="44762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ZA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2C24BCA-89C7-4B5C-E811-DAFA95C2DB6E}"/>
              </a:ext>
            </a:extLst>
          </p:cNvPr>
          <p:cNvSpPr txBox="1">
            <a:spLocks/>
          </p:cNvSpPr>
          <p:nvPr/>
        </p:nvSpPr>
        <p:spPr>
          <a:xfrm>
            <a:off x="6381543" y="1253742"/>
            <a:ext cx="5404057" cy="38767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ZA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C205D2-320F-632E-1B93-D402B051608E}"/>
              </a:ext>
            </a:extLst>
          </p:cNvPr>
          <p:cNvSpPr txBox="1"/>
          <p:nvPr/>
        </p:nvSpPr>
        <p:spPr>
          <a:xfrm>
            <a:off x="453746" y="189459"/>
            <a:ext cx="10349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800" dirty="0">
                <a:latin typeface="Montserrat ExtraBold" panose="00000900000000000000" pitchFamily="2" charset="0"/>
              </a:rPr>
              <a:t>Outcomes of learning goals:</a:t>
            </a:r>
            <a:endParaRPr lang="en-ZA" sz="2800" dirty="0">
              <a:solidFill>
                <a:srgbClr val="002060"/>
              </a:solidFill>
              <a:latin typeface="Montserrat ExtraBold" panose="00000900000000000000" pitchFamily="2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76DB3FB-8F9F-D8B4-754B-3E5B32DE6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056129"/>
              </p:ext>
            </p:extLst>
          </p:nvPr>
        </p:nvGraphicFramePr>
        <p:xfrm>
          <a:off x="453746" y="1316769"/>
          <a:ext cx="11154054" cy="487471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577027">
                  <a:extLst>
                    <a:ext uri="{9D8B030D-6E8A-4147-A177-3AD203B41FA5}">
                      <a16:colId xmlns:a16="http://schemas.microsoft.com/office/drawing/2014/main" val="3276744479"/>
                    </a:ext>
                  </a:extLst>
                </a:gridCol>
                <a:gridCol w="5577027">
                  <a:extLst>
                    <a:ext uri="{9D8B030D-6E8A-4147-A177-3AD203B41FA5}">
                      <a16:colId xmlns:a16="http://schemas.microsoft.com/office/drawing/2014/main" val="3162238870"/>
                    </a:ext>
                  </a:extLst>
                </a:gridCol>
              </a:tblGrid>
              <a:tr h="780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Learning goals: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ZA" sz="1800" dirty="0"/>
                        <a:t>Met / Did not meet / My opinion</a:t>
                      </a:r>
                      <a:endParaRPr lang="en-ZA" sz="18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701840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r>
                        <a:rPr lang="en-ZA" sz="1200" dirty="0"/>
                        <a:t>Example: Gain practical experience and more in-depth knowledge of the supervisory/team-leader environment.</a:t>
                      </a:r>
                      <a:endParaRPr lang="en-ZA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82832" marR="182832" marT="91416" marB="91416"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188759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r>
                        <a:rPr lang="en-ZA" sz="1200" dirty="0"/>
                        <a:t>Example: Acquire a better understanding of what their own role will entail i.e. Job description. 	</a:t>
                      </a:r>
                      <a:endParaRPr lang="en-ZA" sz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82832" marR="182832" marT="91416" marB="91416"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561475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73817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966315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77552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179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607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F211DA5-C24B-15BA-2C35-6DD4F33388F7}"/>
              </a:ext>
            </a:extLst>
          </p:cNvPr>
          <p:cNvSpPr txBox="1">
            <a:spLocks/>
          </p:cNvSpPr>
          <p:nvPr/>
        </p:nvSpPr>
        <p:spPr>
          <a:xfrm>
            <a:off x="1501515" y="1253743"/>
            <a:ext cx="4127112" cy="44762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ZA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2C24BCA-89C7-4B5C-E811-DAFA95C2DB6E}"/>
              </a:ext>
            </a:extLst>
          </p:cNvPr>
          <p:cNvSpPr txBox="1">
            <a:spLocks/>
          </p:cNvSpPr>
          <p:nvPr/>
        </p:nvSpPr>
        <p:spPr>
          <a:xfrm>
            <a:off x="6381543" y="1253742"/>
            <a:ext cx="5404057" cy="38767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ZA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C205D2-320F-632E-1B93-D402B051608E}"/>
              </a:ext>
            </a:extLst>
          </p:cNvPr>
          <p:cNvSpPr txBox="1"/>
          <p:nvPr/>
        </p:nvSpPr>
        <p:spPr>
          <a:xfrm>
            <a:off x="521479" y="92093"/>
            <a:ext cx="103497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800" dirty="0">
                <a:solidFill>
                  <a:srgbClr val="002060"/>
                </a:solidFill>
                <a:latin typeface="Montserrat ExtraBold" panose="00000900000000000000" pitchFamily="2" charset="0"/>
              </a:rPr>
              <a:t>What was your biggest challenge(s) during this programme and how did you overcome them?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76DB3FB-8F9F-D8B4-754B-3E5B32DE6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205679"/>
              </p:ext>
            </p:extLst>
          </p:nvPr>
        </p:nvGraphicFramePr>
        <p:xfrm>
          <a:off x="453746" y="1232778"/>
          <a:ext cx="11154054" cy="487471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577027">
                  <a:extLst>
                    <a:ext uri="{9D8B030D-6E8A-4147-A177-3AD203B41FA5}">
                      <a16:colId xmlns:a16="http://schemas.microsoft.com/office/drawing/2014/main" val="3276744479"/>
                    </a:ext>
                  </a:extLst>
                </a:gridCol>
                <a:gridCol w="5577027">
                  <a:extLst>
                    <a:ext uri="{9D8B030D-6E8A-4147-A177-3AD203B41FA5}">
                      <a16:colId xmlns:a16="http://schemas.microsoft.com/office/drawing/2014/main" val="3162238870"/>
                    </a:ext>
                  </a:extLst>
                </a:gridCol>
              </a:tblGrid>
              <a:tr h="7809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Challenge: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What did I do to overcome the challenge?</a:t>
                      </a:r>
                      <a:endParaRPr lang="en-ZA" dirty="0">
                        <a:solidFill>
                          <a:schemeClr val="bg1"/>
                        </a:solidFill>
                        <a:latin typeface="Montserrat ExtraBold" panose="000009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701840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188759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561475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73817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966315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77552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179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2910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B88374-C490-3B23-EDEA-9BF602485230}"/>
              </a:ext>
            </a:extLst>
          </p:cNvPr>
          <p:cNvSpPr txBox="1"/>
          <p:nvPr/>
        </p:nvSpPr>
        <p:spPr>
          <a:xfrm>
            <a:off x="453746" y="189459"/>
            <a:ext cx="10349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800" dirty="0">
                <a:solidFill>
                  <a:schemeClr val="bg1"/>
                </a:solidFill>
                <a:latin typeface="Montserrat ExtraBold" panose="00000900000000000000" pitchFamily="2" charset="0"/>
              </a:rPr>
              <a:t>What I learned from my company’s departments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5D1C75F-17C8-3935-B0F2-A40CBB1F8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512185"/>
              </p:ext>
            </p:extLst>
          </p:nvPr>
        </p:nvGraphicFramePr>
        <p:xfrm>
          <a:off x="669925" y="1100665"/>
          <a:ext cx="10788650" cy="4700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8375">
                  <a:extLst>
                    <a:ext uri="{9D8B030D-6E8A-4147-A177-3AD203B41FA5}">
                      <a16:colId xmlns:a16="http://schemas.microsoft.com/office/drawing/2014/main" val="2597295338"/>
                    </a:ext>
                  </a:extLst>
                </a:gridCol>
                <a:gridCol w="6010275">
                  <a:extLst>
                    <a:ext uri="{9D8B030D-6E8A-4147-A177-3AD203B41FA5}">
                      <a16:colId xmlns:a16="http://schemas.microsoft.com/office/drawing/2014/main" val="2885829687"/>
                    </a:ext>
                  </a:extLst>
                </a:gridCol>
              </a:tblGrid>
              <a:tr h="94001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ZA" sz="2000" dirty="0"/>
                        <a:t>Learned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ZA" sz="2000" dirty="0"/>
                        <a:t>How I benefitted: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294704"/>
                  </a:ext>
                </a:extLst>
              </a:tr>
              <a:tr h="940012">
                <a:tc>
                  <a:txBody>
                    <a:bodyPr/>
                    <a:lstStyle/>
                    <a:p>
                      <a:pPr algn="l"/>
                      <a:endParaRPr lang="en-ZA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sz="18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2687367"/>
                  </a:ext>
                </a:extLst>
              </a:tr>
              <a:tr h="940012">
                <a:tc>
                  <a:txBody>
                    <a:bodyPr/>
                    <a:lstStyle/>
                    <a:p>
                      <a:pPr algn="l"/>
                      <a:endParaRPr lang="en-ZA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ZA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2987410"/>
                  </a:ext>
                </a:extLst>
              </a:tr>
              <a:tr h="940012">
                <a:tc>
                  <a:txBody>
                    <a:bodyPr/>
                    <a:lstStyle/>
                    <a:p>
                      <a:pPr algn="l"/>
                      <a:endParaRPr lang="en-ZA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ZA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8822808"/>
                  </a:ext>
                </a:extLst>
              </a:tr>
              <a:tr h="940012">
                <a:tc>
                  <a:txBody>
                    <a:bodyPr/>
                    <a:lstStyle/>
                    <a:p>
                      <a:pPr algn="l"/>
                      <a:endParaRPr lang="en-ZA" sz="1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ZA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3755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493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0BFB1C5-B740-746B-EB12-7E27665C2E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31726" y="659286"/>
            <a:ext cx="4081341" cy="1076381"/>
          </a:xfrm>
        </p:spPr>
        <p:txBody>
          <a:bodyPr>
            <a:noAutofit/>
          </a:bodyPr>
          <a:lstStyle/>
          <a:p>
            <a:r>
              <a:rPr lang="en-ZA" sz="2400" dirty="0"/>
              <a:t>To record my daily actions I used a reflective journal…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4AB66-06C8-3191-9E22-7090AE9AE2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400" dirty="0"/>
              <a:t>Add your text here.  </a:t>
            </a:r>
          </a:p>
          <a:p>
            <a:pPr marL="0" indent="0" algn="ctr">
              <a:buNone/>
            </a:pPr>
            <a:r>
              <a:rPr lang="en-US" sz="1400" dirty="0"/>
              <a:t>Here too, you are welcome to </a:t>
            </a:r>
            <a:r>
              <a:rPr lang="en-US" sz="1400" dirty="0" err="1"/>
              <a:t>customise</a:t>
            </a:r>
            <a:r>
              <a:rPr lang="en-US" sz="1400" dirty="0"/>
              <a:t> your layout.</a:t>
            </a:r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400" dirty="0"/>
              <a:t>Continue </a:t>
            </a:r>
            <a:r>
              <a:rPr lang="en-US" sz="1400" dirty="0" err="1"/>
              <a:t>customising</a:t>
            </a:r>
            <a:r>
              <a:rPr lang="en-US" sz="1400" dirty="0"/>
              <a:t> your text/contents.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55286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F211DA5-C24B-15BA-2C35-6DD4F33388F7}"/>
              </a:ext>
            </a:extLst>
          </p:cNvPr>
          <p:cNvSpPr txBox="1">
            <a:spLocks/>
          </p:cNvSpPr>
          <p:nvPr/>
        </p:nvSpPr>
        <p:spPr>
          <a:xfrm>
            <a:off x="1501515" y="1253743"/>
            <a:ext cx="4127112" cy="44762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ZA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2C24BCA-89C7-4B5C-E811-DAFA95C2DB6E}"/>
              </a:ext>
            </a:extLst>
          </p:cNvPr>
          <p:cNvSpPr txBox="1">
            <a:spLocks/>
          </p:cNvSpPr>
          <p:nvPr/>
        </p:nvSpPr>
        <p:spPr>
          <a:xfrm>
            <a:off x="6381543" y="1253742"/>
            <a:ext cx="5404057" cy="38767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ZA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C205D2-320F-632E-1B93-D402B051608E}"/>
              </a:ext>
            </a:extLst>
          </p:cNvPr>
          <p:cNvSpPr txBox="1"/>
          <p:nvPr/>
        </p:nvSpPr>
        <p:spPr>
          <a:xfrm>
            <a:off x="453746" y="189459"/>
            <a:ext cx="10349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800" dirty="0">
                <a:latin typeface="Montserrat ExtraBold" panose="00000900000000000000" pitchFamily="2" charset="0"/>
              </a:rPr>
              <a:t>What I have learned from my project</a:t>
            </a:r>
            <a:endParaRPr lang="en-ZA" sz="2800" dirty="0">
              <a:solidFill>
                <a:srgbClr val="002060"/>
              </a:solidFill>
              <a:latin typeface="Montserrat ExtraBold" panose="00000900000000000000" pitchFamily="2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76DB3FB-8F9F-D8B4-754B-3E5B32DE6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488294"/>
              </p:ext>
            </p:extLst>
          </p:nvPr>
        </p:nvGraphicFramePr>
        <p:xfrm>
          <a:off x="453746" y="1151467"/>
          <a:ext cx="11154054" cy="4819887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577027">
                  <a:extLst>
                    <a:ext uri="{9D8B030D-6E8A-4147-A177-3AD203B41FA5}">
                      <a16:colId xmlns:a16="http://schemas.microsoft.com/office/drawing/2014/main" val="3276744479"/>
                    </a:ext>
                  </a:extLst>
                </a:gridCol>
                <a:gridCol w="5577027">
                  <a:extLst>
                    <a:ext uri="{9D8B030D-6E8A-4147-A177-3AD203B41FA5}">
                      <a16:colId xmlns:a16="http://schemas.microsoft.com/office/drawing/2014/main" val="3162238870"/>
                    </a:ext>
                  </a:extLst>
                </a:gridCol>
              </a:tblGrid>
              <a:tr h="7261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Learned: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>
                          <a:solidFill>
                            <a:schemeClr val="bg1"/>
                          </a:solidFill>
                        </a:rPr>
                        <a:t>How I benefitted:</a:t>
                      </a:r>
                      <a:endParaRPr lang="en-ZA" dirty="0">
                        <a:solidFill>
                          <a:schemeClr val="bg1"/>
                        </a:solidFill>
                        <a:latin typeface="Montserrat ExtraBold" panose="000009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701840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188759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561475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73817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966315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77552"/>
                  </a:ext>
                </a:extLst>
              </a:tr>
              <a:tr h="682288"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179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5354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F211DA5-C24B-15BA-2C35-6DD4F33388F7}"/>
              </a:ext>
            </a:extLst>
          </p:cNvPr>
          <p:cNvSpPr txBox="1">
            <a:spLocks/>
          </p:cNvSpPr>
          <p:nvPr/>
        </p:nvSpPr>
        <p:spPr>
          <a:xfrm>
            <a:off x="1501515" y="1253743"/>
            <a:ext cx="4127112" cy="44762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ZA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2C24BCA-89C7-4B5C-E811-DAFA95C2DB6E}"/>
              </a:ext>
            </a:extLst>
          </p:cNvPr>
          <p:cNvSpPr txBox="1">
            <a:spLocks/>
          </p:cNvSpPr>
          <p:nvPr/>
        </p:nvSpPr>
        <p:spPr>
          <a:xfrm>
            <a:off x="6381543" y="1253742"/>
            <a:ext cx="5404057" cy="38767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ZA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C205D2-320F-632E-1B93-D402B051608E}"/>
              </a:ext>
            </a:extLst>
          </p:cNvPr>
          <p:cNvSpPr txBox="1"/>
          <p:nvPr/>
        </p:nvSpPr>
        <p:spPr>
          <a:xfrm>
            <a:off x="521479" y="92093"/>
            <a:ext cx="103497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800" dirty="0">
                <a:solidFill>
                  <a:srgbClr val="002060"/>
                </a:solidFill>
                <a:latin typeface="Montserrat ExtraBold" panose="00000900000000000000" pitchFamily="2" charset="0"/>
              </a:rPr>
              <a:t>Monthly progress reports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7CBD4BDC-5609-B4A7-77C5-59EE58429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007280"/>
              </p:ext>
            </p:extLst>
          </p:nvPr>
        </p:nvGraphicFramePr>
        <p:xfrm>
          <a:off x="622300" y="807678"/>
          <a:ext cx="10988676" cy="5507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5625">
                  <a:extLst>
                    <a:ext uri="{9D8B030D-6E8A-4147-A177-3AD203B41FA5}">
                      <a16:colId xmlns:a16="http://schemas.microsoft.com/office/drawing/2014/main" val="3946825487"/>
                    </a:ext>
                  </a:extLst>
                </a:gridCol>
                <a:gridCol w="2276475">
                  <a:extLst>
                    <a:ext uri="{9D8B030D-6E8A-4147-A177-3AD203B41FA5}">
                      <a16:colId xmlns:a16="http://schemas.microsoft.com/office/drawing/2014/main" val="146890348"/>
                    </a:ext>
                  </a:extLst>
                </a:gridCol>
                <a:gridCol w="6886576">
                  <a:extLst>
                    <a:ext uri="{9D8B030D-6E8A-4147-A177-3AD203B41FA5}">
                      <a16:colId xmlns:a16="http://schemas.microsoft.com/office/drawing/2014/main" val="4258235751"/>
                    </a:ext>
                  </a:extLst>
                </a:gridCol>
              </a:tblGrid>
              <a:tr h="419982">
                <a:tc>
                  <a:txBody>
                    <a:bodyPr/>
                    <a:lstStyle/>
                    <a:p>
                      <a:r>
                        <a:rPr lang="en-ZA" dirty="0"/>
                        <a:t>Progress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3314864"/>
                  </a:ext>
                </a:extLst>
              </a:tr>
              <a:tr h="467790">
                <a:tc>
                  <a:txBody>
                    <a:bodyPr/>
                    <a:lstStyle/>
                    <a:p>
                      <a:r>
                        <a:rPr lang="en-ZA" dirty="0"/>
                        <a:t>Month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800" dirty="0">
                          <a:latin typeface="+mn-lt"/>
                        </a:rPr>
                        <a:t>Yes/No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800" dirty="0">
                          <a:latin typeface="+mn-lt"/>
                        </a:rPr>
                        <a:t>Example: The mentor said I need to change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767990"/>
                  </a:ext>
                </a:extLst>
              </a:tr>
              <a:tr h="419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Month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Yes/No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527203"/>
                  </a:ext>
                </a:extLst>
              </a:tr>
              <a:tr h="419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Month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Yes/No</a:t>
                      </a:r>
                      <a:endParaRPr kumimoji="0" lang="en-ZA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220941"/>
                  </a:ext>
                </a:extLst>
              </a:tr>
              <a:tr h="419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Month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Yes/No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571611"/>
                  </a:ext>
                </a:extLst>
              </a:tr>
              <a:tr h="419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Month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Yes/No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080676"/>
                  </a:ext>
                </a:extLst>
              </a:tr>
              <a:tr h="419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Month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Yes/No</a:t>
                      </a:r>
                      <a:endParaRPr kumimoji="0" lang="en-ZA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784141"/>
                  </a:ext>
                </a:extLst>
              </a:tr>
              <a:tr h="419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Month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Yes/No</a:t>
                      </a:r>
                      <a:endParaRPr kumimoji="0" lang="en-ZA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395049"/>
                  </a:ext>
                </a:extLst>
              </a:tr>
              <a:tr h="419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Month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Yes/No</a:t>
                      </a:r>
                      <a:endParaRPr kumimoji="0" lang="en-ZA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4005985"/>
                  </a:ext>
                </a:extLst>
              </a:tr>
              <a:tr h="419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Month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Yes/No</a:t>
                      </a:r>
                      <a:endParaRPr kumimoji="0" lang="en-ZA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115457"/>
                  </a:ext>
                </a:extLst>
              </a:tr>
              <a:tr h="419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Month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Yes/No</a:t>
                      </a:r>
                      <a:endParaRPr kumimoji="0" lang="en-ZA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8914775"/>
                  </a:ext>
                </a:extLst>
              </a:tr>
              <a:tr h="419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Month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Yes/No</a:t>
                      </a:r>
                      <a:endParaRPr kumimoji="0" lang="en-ZA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723615"/>
                  </a:ext>
                </a:extLst>
              </a:tr>
              <a:tr h="4199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dirty="0"/>
                        <a:t>Month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8283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ZA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Yes/No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ZA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134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775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734B9C-368F-4004-436C-D5D777451F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2031" t="21075" r="4610" b="14991"/>
          <a:stretch/>
        </p:blipFill>
        <p:spPr>
          <a:xfrm>
            <a:off x="-425734" y="0"/>
            <a:ext cx="12617734" cy="6858000"/>
          </a:xfrm>
          <a:prstGeom prst="rect">
            <a:avLst/>
          </a:prstGeom>
        </p:spPr>
      </p:pic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B84E0C4C-9506-D17D-61BA-C1EDED0741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827089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939255-BEBB-493B-B543-9FE53C6AE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ZA" sz="2800" dirty="0">
                <a:solidFill>
                  <a:srgbClr val="002060"/>
                </a:solidFill>
                <a:latin typeface="Montserrat ExtraBold" panose="00000900000000000000" pitchFamily="2" charset="0"/>
              </a:rPr>
              <a:t>What did you learn from your mentor during this phase?</a:t>
            </a:r>
          </a:p>
        </p:txBody>
      </p:sp>
      <p:pic>
        <p:nvPicPr>
          <p:cNvPr id="5" name="Picture Placeholder 4" descr="A person standing on a table&#10;&#10;Description automatically generated">
            <a:extLst>
              <a:ext uri="{FF2B5EF4-FFF2-40B4-BE49-F238E27FC236}">
                <a16:creationId xmlns:a16="http://schemas.microsoft.com/office/drawing/2014/main" id="{204658DA-F76D-4FA4-A63D-60FD241E847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13" b="5613"/>
          <a:stretch/>
        </p:blipFill>
        <p:spPr/>
      </p:pic>
    </p:spTree>
    <p:custDataLst>
      <p:tags r:id="rId1"/>
    </p:custDataLst>
    <p:extLst>
      <p:ext uri="{BB962C8B-B14F-4D97-AF65-F5344CB8AC3E}">
        <p14:creationId xmlns:p14="http://schemas.microsoft.com/office/powerpoint/2010/main" val="654440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648A2-9D15-D30D-D00D-F6A8AC1A22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3F7F3-CF6E-8040-D66F-6CE11CA211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My project experience</a:t>
            </a:r>
          </a:p>
        </p:txBody>
      </p:sp>
    </p:spTree>
    <p:extLst>
      <p:ext uri="{BB962C8B-B14F-4D97-AF65-F5344CB8AC3E}">
        <p14:creationId xmlns:p14="http://schemas.microsoft.com/office/powerpoint/2010/main" val="1395501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679C0-980B-4A82-B82D-37B4A7F93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275" y="800537"/>
            <a:ext cx="10619150" cy="762679"/>
          </a:xfrm>
        </p:spPr>
        <p:txBody>
          <a:bodyPr>
            <a:noAutofit/>
          </a:bodyPr>
          <a:lstStyle/>
          <a:p>
            <a:r>
              <a:rPr lang="en-ZA" dirty="0"/>
              <a:t>Phase 1: Induction into my role as a mentee/current job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F39E5DD-C87C-42D1-B744-C9DF31094446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394129789"/>
              </p:ext>
            </p:extLst>
          </p:nvPr>
        </p:nvGraphicFramePr>
        <p:xfrm>
          <a:off x="843575" y="1539302"/>
          <a:ext cx="10619150" cy="4793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3370">
                  <a:extLst>
                    <a:ext uri="{9D8B030D-6E8A-4147-A177-3AD203B41FA5}">
                      <a16:colId xmlns:a16="http://schemas.microsoft.com/office/drawing/2014/main" val="1840610609"/>
                    </a:ext>
                  </a:extLst>
                </a:gridCol>
                <a:gridCol w="5995780">
                  <a:extLst>
                    <a:ext uri="{9D8B030D-6E8A-4147-A177-3AD203B41FA5}">
                      <a16:colId xmlns:a16="http://schemas.microsoft.com/office/drawing/2014/main" val="3696788938"/>
                    </a:ext>
                  </a:extLst>
                </a:gridCol>
              </a:tblGrid>
              <a:tr h="736768">
                <a:tc>
                  <a:txBody>
                    <a:bodyPr/>
                    <a:lstStyle/>
                    <a:p>
                      <a:pPr algn="ctr"/>
                      <a:r>
                        <a:rPr lang="en-ZA" sz="2400" dirty="0"/>
                        <a:t>My experience</a:t>
                      </a:r>
                      <a:endParaRPr lang="en-ZA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7354" marR="157354" marT="78677" marB="786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 learned</a:t>
                      </a:r>
                    </a:p>
                  </a:txBody>
                  <a:tcPr marL="157354" marR="157354" marT="78677" marB="78677" anchor="ctr"/>
                </a:tc>
                <a:extLst>
                  <a:ext uri="{0D108BD9-81ED-4DB2-BD59-A6C34878D82A}">
                    <a16:rowId xmlns:a16="http://schemas.microsoft.com/office/drawing/2014/main" val="4185102408"/>
                  </a:ext>
                </a:extLst>
              </a:tr>
              <a:tr h="81132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7354" marR="157354" marT="78677" marB="78677"/>
                </a:tc>
                <a:tc>
                  <a:txBody>
                    <a:bodyPr/>
                    <a:lstStyle/>
                    <a:p>
                      <a:endParaRPr lang="en-ZA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7354" marR="157354" marT="78677" marB="78677"/>
                </a:tc>
                <a:extLst>
                  <a:ext uri="{0D108BD9-81ED-4DB2-BD59-A6C34878D82A}">
                    <a16:rowId xmlns:a16="http://schemas.microsoft.com/office/drawing/2014/main" val="3923814725"/>
                  </a:ext>
                </a:extLst>
              </a:tr>
              <a:tr h="811327">
                <a:tc>
                  <a:txBody>
                    <a:bodyPr/>
                    <a:lstStyle/>
                    <a:p>
                      <a:endParaRPr lang="en-ZA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7354" marR="157354" marT="78677" marB="78677"/>
                </a:tc>
                <a:tc>
                  <a:txBody>
                    <a:bodyPr/>
                    <a:lstStyle/>
                    <a:p>
                      <a:endParaRPr lang="en-ZA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7354" marR="157354" marT="78677" marB="78677"/>
                </a:tc>
                <a:extLst>
                  <a:ext uri="{0D108BD9-81ED-4DB2-BD59-A6C34878D82A}">
                    <a16:rowId xmlns:a16="http://schemas.microsoft.com/office/drawing/2014/main" val="2786718917"/>
                  </a:ext>
                </a:extLst>
              </a:tr>
              <a:tr h="811327">
                <a:tc>
                  <a:txBody>
                    <a:bodyPr/>
                    <a:lstStyle/>
                    <a:p>
                      <a:endParaRPr lang="en-ZA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7354" marR="157354" marT="78677" marB="78677"/>
                </a:tc>
                <a:tc>
                  <a:txBody>
                    <a:bodyPr/>
                    <a:lstStyle/>
                    <a:p>
                      <a:endParaRPr lang="en-ZA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7354" marR="157354" marT="78677" marB="78677"/>
                </a:tc>
                <a:extLst>
                  <a:ext uri="{0D108BD9-81ED-4DB2-BD59-A6C34878D82A}">
                    <a16:rowId xmlns:a16="http://schemas.microsoft.com/office/drawing/2014/main" val="1145280226"/>
                  </a:ext>
                </a:extLst>
              </a:tr>
              <a:tr h="811327">
                <a:tc>
                  <a:txBody>
                    <a:bodyPr/>
                    <a:lstStyle/>
                    <a:p>
                      <a:endParaRPr lang="en-ZA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7354" marR="157354" marT="78677" marB="78677"/>
                </a:tc>
                <a:tc>
                  <a:txBody>
                    <a:bodyPr/>
                    <a:lstStyle/>
                    <a:p>
                      <a:endParaRPr lang="en-ZA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7354" marR="157354" marT="78677" marB="78677"/>
                </a:tc>
                <a:extLst>
                  <a:ext uri="{0D108BD9-81ED-4DB2-BD59-A6C34878D82A}">
                    <a16:rowId xmlns:a16="http://schemas.microsoft.com/office/drawing/2014/main" val="3040967071"/>
                  </a:ext>
                </a:extLst>
              </a:tr>
              <a:tr h="811327">
                <a:tc>
                  <a:txBody>
                    <a:bodyPr/>
                    <a:lstStyle/>
                    <a:p>
                      <a:endParaRPr lang="en-ZA" sz="2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7354" marR="157354" marT="78677" marB="78677"/>
                </a:tc>
                <a:tc>
                  <a:txBody>
                    <a:bodyPr/>
                    <a:lstStyle/>
                    <a:p>
                      <a:endParaRPr lang="en-ZA" sz="2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7354" marR="157354" marT="78677" marB="78677"/>
                </a:tc>
                <a:extLst>
                  <a:ext uri="{0D108BD9-81ED-4DB2-BD59-A6C34878D82A}">
                    <a16:rowId xmlns:a16="http://schemas.microsoft.com/office/drawing/2014/main" val="351007418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197928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7D36B-0D8C-4CD7-89D6-54C25A72A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7864" y="938686"/>
            <a:ext cx="10612876" cy="762679"/>
          </a:xfrm>
        </p:spPr>
        <p:txBody>
          <a:bodyPr>
            <a:noAutofit/>
          </a:bodyPr>
          <a:lstStyle/>
          <a:p>
            <a:r>
              <a:rPr lang="en-ZA" dirty="0"/>
              <a:t>Phase 2: Identification of problem/need and solution implementation.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C0EDCD51-0EDD-40F2-8C19-1A2381BD96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7965194"/>
              </p:ext>
            </p:extLst>
          </p:nvPr>
        </p:nvGraphicFramePr>
        <p:xfrm>
          <a:off x="752745" y="1851101"/>
          <a:ext cx="10612876" cy="4355145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4826057">
                  <a:extLst>
                    <a:ext uri="{9D8B030D-6E8A-4147-A177-3AD203B41FA5}">
                      <a16:colId xmlns:a16="http://schemas.microsoft.com/office/drawing/2014/main" val="1840610609"/>
                    </a:ext>
                  </a:extLst>
                </a:gridCol>
                <a:gridCol w="5786819">
                  <a:extLst>
                    <a:ext uri="{9D8B030D-6E8A-4147-A177-3AD203B41FA5}">
                      <a16:colId xmlns:a16="http://schemas.microsoft.com/office/drawing/2014/main" val="3696788938"/>
                    </a:ext>
                  </a:extLst>
                </a:gridCol>
              </a:tblGrid>
              <a:tr h="680180">
                <a:tc>
                  <a:txBody>
                    <a:bodyPr/>
                    <a:lstStyle/>
                    <a:p>
                      <a:pPr algn="ctr"/>
                      <a:r>
                        <a:rPr lang="en-ZA" sz="2400" b="1" dirty="0">
                          <a:solidFill>
                            <a:srgbClr val="FFFFFF"/>
                          </a:solidFill>
                        </a:rPr>
                        <a:t>Problem/need identified</a:t>
                      </a:r>
                    </a:p>
                  </a:txBody>
                  <a:tcPr marL="227556" marR="136534" marT="136534" marB="136534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b="1" dirty="0">
                          <a:solidFill>
                            <a:srgbClr val="FFFFFF"/>
                          </a:solidFill>
                        </a:rPr>
                        <a:t>Solution for the problem/need</a:t>
                      </a:r>
                    </a:p>
                  </a:txBody>
                  <a:tcPr marL="227556" marR="136534" marT="136534" marB="136534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102408"/>
                  </a:ext>
                </a:extLst>
              </a:tr>
              <a:tr h="73499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7556" marR="136534" marT="136534" marB="136534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7556" marR="136534" marT="136534" marB="136534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814725"/>
                  </a:ext>
                </a:extLst>
              </a:tr>
              <a:tr h="734993">
                <a:tc>
                  <a:txBody>
                    <a:bodyPr/>
                    <a:lstStyle/>
                    <a:p>
                      <a:endParaRPr lang="en-ZA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7556" marR="136534" marT="136534" marB="136534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7556" marR="136534" marT="136534" marB="136534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18917"/>
                  </a:ext>
                </a:extLst>
              </a:tr>
              <a:tr h="734993">
                <a:tc>
                  <a:txBody>
                    <a:bodyPr/>
                    <a:lstStyle/>
                    <a:p>
                      <a:endParaRPr lang="en-ZA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7556" marR="136534" marT="136534" marB="136534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7556" marR="136534" marT="136534" marB="136534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280226"/>
                  </a:ext>
                </a:extLst>
              </a:tr>
              <a:tr h="734993">
                <a:tc>
                  <a:txBody>
                    <a:bodyPr/>
                    <a:lstStyle/>
                    <a:p>
                      <a:endParaRPr lang="en-ZA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7556" marR="136534" marT="136534" marB="136534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7556" marR="136534" marT="136534" marB="136534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967071"/>
                  </a:ext>
                </a:extLst>
              </a:tr>
              <a:tr h="734993">
                <a:tc>
                  <a:txBody>
                    <a:bodyPr/>
                    <a:lstStyle/>
                    <a:p>
                      <a:endParaRPr lang="en-ZA" sz="16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7556" marR="136534" marT="136534" marB="136534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sz="16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27556" marR="136534" marT="136534" marB="136534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14984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324716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D8CEB-5D2B-4D98-B622-77945FE82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1514" y="938686"/>
            <a:ext cx="8995036" cy="762679"/>
          </a:xfrm>
        </p:spPr>
        <p:txBody>
          <a:bodyPr>
            <a:noAutofit/>
          </a:bodyPr>
          <a:lstStyle/>
          <a:p>
            <a:r>
              <a:rPr lang="en-ZA"/>
              <a:t>Phase 3: Evaluation of solution.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61A899CA-66EF-4ED7-8BD8-DCCA911C26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3229217"/>
              </p:ext>
            </p:extLst>
          </p:nvPr>
        </p:nvGraphicFramePr>
        <p:xfrm>
          <a:off x="787399" y="1584794"/>
          <a:ext cx="10690225" cy="46826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5625">
                  <a:extLst>
                    <a:ext uri="{9D8B030D-6E8A-4147-A177-3AD203B41FA5}">
                      <a16:colId xmlns:a16="http://schemas.microsoft.com/office/drawing/2014/main" val="1840610609"/>
                    </a:ext>
                  </a:extLst>
                </a:gridCol>
                <a:gridCol w="6884600">
                  <a:extLst>
                    <a:ext uri="{9D8B030D-6E8A-4147-A177-3AD203B41FA5}">
                      <a16:colId xmlns:a16="http://schemas.microsoft.com/office/drawing/2014/main" val="3696788938"/>
                    </a:ext>
                  </a:extLst>
                </a:gridCol>
              </a:tblGrid>
              <a:tr h="694112">
                <a:tc>
                  <a:txBody>
                    <a:bodyPr/>
                    <a:lstStyle/>
                    <a:p>
                      <a:pPr algn="ctr"/>
                      <a:r>
                        <a:rPr lang="en-ZA" sz="2300" dirty="0"/>
                        <a:t>The Solution</a:t>
                      </a:r>
                      <a:endParaRPr lang="en-ZA" sz="23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3195" marR="153195" marT="76598" marB="7659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300"/>
                        <a:t>Evaluation of the solution</a:t>
                      </a:r>
                      <a:endParaRPr lang="en-ZA" sz="23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3195" marR="153195" marT="76598" marB="76598" anchor="ctr"/>
                </a:tc>
                <a:extLst>
                  <a:ext uri="{0D108BD9-81ED-4DB2-BD59-A6C34878D82A}">
                    <a16:rowId xmlns:a16="http://schemas.microsoft.com/office/drawing/2014/main" val="4185102408"/>
                  </a:ext>
                </a:extLst>
              </a:tr>
              <a:tr h="79770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ZA" sz="23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3195" marR="153195" marT="76598" marB="76598"/>
                </a:tc>
                <a:tc>
                  <a:txBody>
                    <a:bodyPr/>
                    <a:lstStyle/>
                    <a:p>
                      <a:endParaRPr lang="en-ZA" sz="23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3195" marR="153195" marT="76598" marB="76598"/>
                </a:tc>
                <a:extLst>
                  <a:ext uri="{0D108BD9-81ED-4DB2-BD59-A6C34878D82A}">
                    <a16:rowId xmlns:a16="http://schemas.microsoft.com/office/drawing/2014/main" val="3923814725"/>
                  </a:ext>
                </a:extLst>
              </a:tr>
              <a:tr h="797709">
                <a:tc>
                  <a:txBody>
                    <a:bodyPr/>
                    <a:lstStyle/>
                    <a:p>
                      <a:endParaRPr lang="en-ZA" sz="23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3195" marR="153195" marT="76598" marB="76598"/>
                </a:tc>
                <a:tc>
                  <a:txBody>
                    <a:bodyPr/>
                    <a:lstStyle/>
                    <a:p>
                      <a:endParaRPr lang="en-ZA" sz="23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3195" marR="153195" marT="76598" marB="76598"/>
                </a:tc>
                <a:extLst>
                  <a:ext uri="{0D108BD9-81ED-4DB2-BD59-A6C34878D82A}">
                    <a16:rowId xmlns:a16="http://schemas.microsoft.com/office/drawing/2014/main" val="2786718917"/>
                  </a:ext>
                </a:extLst>
              </a:tr>
              <a:tr h="797709">
                <a:tc>
                  <a:txBody>
                    <a:bodyPr/>
                    <a:lstStyle/>
                    <a:p>
                      <a:endParaRPr lang="en-ZA" sz="23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3195" marR="153195" marT="76598" marB="76598"/>
                </a:tc>
                <a:tc>
                  <a:txBody>
                    <a:bodyPr/>
                    <a:lstStyle/>
                    <a:p>
                      <a:endParaRPr lang="en-ZA" sz="23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3195" marR="153195" marT="76598" marB="76598"/>
                </a:tc>
                <a:extLst>
                  <a:ext uri="{0D108BD9-81ED-4DB2-BD59-A6C34878D82A}">
                    <a16:rowId xmlns:a16="http://schemas.microsoft.com/office/drawing/2014/main" val="1145280226"/>
                  </a:ext>
                </a:extLst>
              </a:tr>
              <a:tr h="797709">
                <a:tc>
                  <a:txBody>
                    <a:bodyPr/>
                    <a:lstStyle/>
                    <a:p>
                      <a:endParaRPr lang="en-ZA" sz="23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3195" marR="153195" marT="76598" marB="76598"/>
                </a:tc>
                <a:tc>
                  <a:txBody>
                    <a:bodyPr/>
                    <a:lstStyle/>
                    <a:p>
                      <a:endParaRPr lang="en-ZA" sz="23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3195" marR="153195" marT="76598" marB="76598"/>
                </a:tc>
                <a:extLst>
                  <a:ext uri="{0D108BD9-81ED-4DB2-BD59-A6C34878D82A}">
                    <a16:rowId xmlns:a16="http://schemas.microsoft.com/office/drawing/2014/main" val="3040967071"/>
                  </a:ext>
                </a:extLst>
              </a:tr>
              <a:tr h="797709">
                <a:tc>
                  <a:txBody>
                    <a:bodyPr/>
                    <a:lstStyle/>
                    <a:p>
                      <a:endParaRPr lang="en-ZA" sz="23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3195" marR="153195" marT="76598" marB="76598"/>
                </a:tc>
                <a:tc>
                  <a:txBody>
                    <a:bodyPr/>
                    <a:lstStyle/>
                    <a:p>
                      <a:endParaRPr lang="en-ZA" sz="23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53195" marR="153195" marT="76598" marB="76598"/>
                </a:tc>
                <a:extLst>
                  <a:ext uri="{0D108BD9-81ED-4DB2-BD59-A6C34878D82A}">
                    <a16:rowId xmlns:a16="http://schemas.microsoft.com/office/drawing/2014/main" val="337922603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58053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A16B5-1960-47B6-9D67-8E0053153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1514" y="938686"/>
            <a:ext cx="9074412" cy="762679"/>
          </a:xfrm>
        </p:spPr>
        <p:txBody>
          <a:bodyPr>
            <a:noAutofit/>
          </a:bodyPr>
          <a:lstStyle/>
          <a:p>
            <a:r>
              <a:rPr lang="en-ZA" dirty="0"/>
              <a:t>Phase 4: Report and panel evaluation. </a:t>
            </a:r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ADCBC9C8-A147-4A83-ACFE-A8FBBFC061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24671820"/>
              </p:ext>
            </p:extLst>
          </p:nvPr>
        </p:nvGraphicFramePr>
        <p:xfrm>
          <a:off x="644525" y="1551432"/>
          <a:ext cx="10728325" cy="4696969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5127625">
                  <a:extLst>
                    <a:ext uri="{9D8B030D-6E8A-4147-A177-3AD203B41FA5}">
                      <a16:colId xmlns:a16="http://schemas.microsoft.com/office/drawing/2014/main" val="1840610609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3696788938"/>
                    </a:ext>
                  </a:extLst>
                </a:gridCol>
              </a:tblGrid>
              <a:tr h="858909">
                <a:tc>
                  <a:txBody>
                    <a:bodyPr/>
                    <a:lstStyle/>
                    <a:p>
                      <a:pPr algn="ctr"/>
                      <a:r>
                        <a:rPr lang="en-ZA" sz="2400" b="1" kern="1200" cap="none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Action</a:t>
                      </a:r>
                    </a:p>
                  </a:txBody>
                  <a:tcPr marL="100841" marR="260741" marT="28812" marB="21608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400" b="1" kern="1200" cap="none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100841" marR="260741" marT="28812" marB="21608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102408"/>
                  </a:ext>
                </a:extLst>
              </a:tr>
              <a:tr h="73878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1900" cap="none" spc="0">
                          <a:solidFill>
                            <a:schemeClr val="tx1"/>
                          </a:solidFill>
                        </a:rPr>
                        <a:t>Final Report</a:t>
                      </a:r>
                    </a:p>
                  </a:txBody>
                  <a:tcPr marL="100841" marR="260741" marT="28812" marB="216088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900" cap="none" spc="0">
                          <a:solidFill>
                            <a:schemeClr val="tx1"/>
                          </a:solidFill>
                        </a:rPr>
                        <a:t>Completed</a:t>
                      </a:r>
                    </a:p>
                  </a:txBody>
                  <a:tcPr marL="100841" marR="260741" marT="28812" marB="216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3814725"/>
                  </a:ext>
                </a:extLst>
              </a:tr>
              <a:tr h="738782">
                <a:tc>
                  <a:txBody>
                    <a:bodyPr/>
                    <a:lstStyle/>
                    <a:p>
                      <a:r>
                        <a:rPr lang="en-ZA" sz="1900" cap="none" spc="0">
                          <a:solidFill>
                            <a:schemeClr val="tx1"/>
                          </a:solidFill>
                        </a:rPr>
                        <a:t>Panel evaluation</a:t>
                      </a:r>
                    </a:p>
                  </a:txBody>
                  <a:tcPr marL="100841" marR="260741" marT="28812" marB="216088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900" cap="none" spc="0">
                          <a:solidFill>
                            <a:schemeClr val="tx1"/>
                          </a:solidFill>
                        </a:rPr>
                        <a:t>Today</a:t>
                      </a:r>
                    </a:p>
                  </a:txBody>
                  <a:tcPr marL="100841" marR="260741" marT="28812" marB="216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718917"/>
                  </a:ext>
                </a:extLst>
              </a:tr>
              <a:tr h="786832">
                <a:tc>
                  <a:txBody>
                    <a:bodyPr/>
                    <a:lstStyle/>
                    <a:p>
                      <a:endParaRPr lang="en-ZA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0841" marR="260741" marT="28812" marB="216088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0841" marR="260741" marT="28812" marB="216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280226"/>
                  </a:ext>
                </a:extLst>
              </a:tr>
              <a:tr h="786832">
                <a:tc>
                  <a:txBody>
                    <a:bodyPr/>
                    <a:lstStyle/>
                    <a:p>
                      <a:endParaRPr lang="en-ZA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0841" marR="260741" marT="28812" marB="216088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0841" marR="260741" marT="28812" marB="216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0967071"/>
                  </a:ext>
                </a:extLst>
              </a:tr>
              <a:tr h="786832">
                <a:tc>
                  <a:txBody>
                    <a:bodyPr/>
                    <a:lstStyle/>
                    <a:p>
                      <a:endParaRPr lang="en-ZA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00841" marR="260741" marT="28812" marB="216088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ZA" sz="19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0841" marR="260741" marT="28812" marB="216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536468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68874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11583-63FD-4FED-A262-A290F5360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1514" y="938686"/>
            <a:ext cx="7992682" cy="762679"/>
          </a:xfrm>
        </p:spPr>
        <p:txBody>
          <a:bodyPr>
            <a:noAutofit/>
          </a:bodyPr>
          <a:lstStyle/>
          <a:p>
            <a:r>
              <a:rPr lang="en-ZA" dirty="0"/>
              <a:t>Course Assessment Outcomes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58C74E0-D284-4A6D-BFF0-DAC4198C61EE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441253986"/>
              </p:ext>
            </p:extLst>
          </p:nvPr>
        </p:nvGraphicFramePr>
        <p:xfrm>
          <a:off x="674692" y="1648268"/>
          <a:ext cx="10764833" cy="4638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9233">
                  <a:extLst>
                    <a:ext uri="{9D8B030D-6E8A-4147-A177-3AD203B41FA5}">
                      <a16:colId xmlns:a16="http://schemas.microsoft.com/office/drawing/2014/main" val="1549568368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1672858518"/>
                    </a:ext>
                  </a:extLst>
                </a:gridCol>
              </a:tblGrid>
              <a:tr h="927646">
                <a:tc>
                  <a:txBody>
                    <a:bodyPr/>
                    <a:lstStyle/>
                    <a:p>
                      <a:pPr algn="ctr"/>
                      <a:r>
                        <a:rPr lang="en-ZA" sz="3100"/>
                        <a:t>Phase Assessment</a:t>
                      </a:r>
                      <a:endParaRPr lang="en-ZA" sz="3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204748" marR="204748" marT="102374" marB="10237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3100"/>
                        <a:t>Results / Mark Received</a:t>
                      </a:r>
                      <a:endParaRPr lang="en-ZA" sz="3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204748" marR="204748" marT="102374" marB="102374" anchor="ctr"/>
                </a:tc>
                <a:extLst>
                  <a:ext uri="{0D108BD9-81ED-4DB2-BD59-A6C34878D82A}">
                    <a16:rowId xmlns:a16="http://schemas.microsoft.com/office/drawing/2014/main" val="394633814"/>
                  </a:ext>
                </a:extLst>
              </a:tr>
              <a:tr h="927646">
                <a:tc>
                  <a:txBody>
                    <a:bodyPr/>
                    <a:lstStyle/>
                    <a:p>
                      <a:pPr algn="l"/>
                      <a:r>
                        <a:rPr lang="en-ZA" sz="3100" dirty="0"/>
                        <a:t>Phase 1</a:t>
                      </a:r>
                      <a:endParaRPr lang="en-ZA" sz="3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204748" marR="204748" marT="102374" marB="102374" anchor="ctr"/>
                </a:tc>
                <a:tc>
                  <a:txBody>
                    <a:bodyPr/>
                    <a:lstStyle/>
                    <a:p>
                      <a:pPr algn="l"/>
                      <a:endParaRPr lang="en-ZA" sz="3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204748" marR="204748" marT="102374" marB="102374" anchor="ctr"/>
                </a:tc>
                <a:extLst>
                  <a:ext uri="{0D108BD9-81ED-4DB2-BD59-A6C34878D82A}">
                    <a16:rowId xmlns:a16="http://schemas.microsoft.com/office/drawing/2014/main" val="1658005894"/>
                  </a:ext>
                </a:extLst>
              </a:tr>
              <a:tr h="927646">
                <a:tc>
                  <a:txBody>
                    <a:bodyPr/>
                    <a:lstStyle/>
                    <a:p>
                      <a:pPr algn="l"/>
                      <a:r>
                        <a:rPr lang="en-ZA" sz="3100"/>
                        <a:t>Phase 2</a:t>
                      </a:r>
                      <a:endParaRPr lang="en-ZA" sz="3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204748" marR="204748" marT="102374" marB="102374" anchor="ctr"/>
                </a:tc>
                <a:tc>
                  <a:txBody>
                    <a:bodyPr/>
                    <a:lstStyle/>
                    <a:p>
                      <a:pPr algn="l"/>
                      <a:endParaRPr lang="en-ZA" sz="3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204748" marR="204748" marT="102374" marB="102374" anchor="ctr"/>
                </a:tc>
                <a:extLst>
                  <a:ext uri="{0D108BD9-81ED-4DB2-BD59-A6C34878D82A}">
                    <a16:rowId xmlns:a16="http://schemas.microsoft.com/office/drawing/2014/main" val="1858522165"/>
                  </a:ext>
                </a:extLst>
              </a:tr>
              <a:tr h="927646">
                <a:tc>
                  <a:txBody>
                    <a:bodyPr/>
                    <a:lstStyle/>
                    <a:p>
                      <a:pPr algn="l"/>
                      <a:r>
                        <a:rPr lang="en-ZA" sz="3100"/>
                        <a:t>Phase 3</a:t>
                      </a:r>
                      <a:endParaRPr lang="en-ZA" sz="3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204748" marR="204748" marT="102374" marB="102374" anchor="ctr"/>
                </a:tc>
                <a:tc>
                  <a:txBody>
                    <a:bodyPr/>
                    <a:lstStyle/>
                    <a:p>
                      <a:pPr algn="l"/>
                      <a:endParaRPr lang="en-ZA" sz="3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204748" marR="204748" marT="102374" marB="102374" anchor="ctr"/>
                </a:tc>
                <a:extLst>
                  <a:ext uri="{0D108BD9-81ED-4DB2-BD59-A6C34878D82A}">
                    <a16:rowId xmlns:a16="http://schemas.microsoft.com/office/drawing/2014/main" val="3009639410"/>
                  </a:ext>
                </a:extLst>
              </a:tr>
              <a:tr h="927646">
                <a:tc>
                  <a:txBody>
                    <a:bodyPr/>
                    <a:lstStyle/>
                    <a:p>
                      <a:pPr algn="l"/>
                      <a:r>
                        <a:rPr lang="en-ZA" sz="3100"/>
                        <a:t>Phase 4</a:t>
                      </a:r>
                      <a:endParaRPr lang="en-ZA" sz="31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204748" marR="204748" marT="102374" marB="102374" anchor="ctr"/>
                </a:tc>
                <a:tc>
                  <a:txBody>
                    <a:bodyPr/>
                    <a:lstStyle/>
                    <a:p>
                      <a:pPr algn="l"/>
                      <a:endParaRPr lang="en-ZA" sz="31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204748" marR="204748" marT="102374" marB="102374" anchor="ctr"/>
                </a:tc>
                <a:extLst>
                  <a:ext uri="{0D108BD9-81ED-4DB2-BD59-A6C34878D82A}">
                    <a16:rowId xmlns:a16="http://schemas.microsoft.com/office/drawing/2014/main" val="385610587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963691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648A2-9D15-D30D-D00D-F6A8AC1A22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Reflection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3F7F3-CF6E-8040-D66F-6CE11CA211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Reflecting on myself</a:t>
            </a:r>
          </a:p>
        </p:txBody>
      </p:sp>
    </p:spTree>
    <p:extLst>
      <p:ext uri="{BB962C8B-B14F-4D97-AF65-F5344CB8AC3E}">
        <p14:creationId xmlns:p14="http://schemas.microsoft.com/office/powerpoint/2010/main" val="3337458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9D60EF-9EBC-B9A8-966E-844E1935A960}"/>
              </a:ext>
            </a:extLst>
          </p:cNvPr>
          <p:cNvSpPr txBox="1"/>
          <p:nvPr/>
        </p:nvSpPr>
        <p:spPr>
          <a:xfrm>
            <a:off x="704850" y="545068"/>
            <a:ext cx="10782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800" dirty="0">
                <a:solidFill>
                  <a:srgbClr val="002060"/>
                </a:solidFill>
                <a:latin typeface="Montserrat ExtraBold" panose="00000900000000000000" pitchFamily="2" charset="0"/>
              </a:rPr>
              <a:t>What skills have you learned during this programme?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3EC9BA-7E42-6066-B2C4-48B97B7A036A}"/>
              </a:ext>
            </a:extLst>
          </p:cNvPr>
          <p:cNvSpPr txBox="1"/>
          <p:nvPr/>
        </p:nvSpPr>
        <p:spPr>
          <a:xfrm>
            <a:off x="704850" y="1381125"/>
            <a:ext cx="1055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Your text here</a:t>
            </a:r>
          </a:p>
        </p:txBody>
      </p:sp>
    </p:spTree>
    <p:extLst>
      <p:ext uri="{BB962C8B-B14F-4D97-AF65-F5344CB8AC3E}">
        <p14:creationId xmlns:p14="http://schemas.microsoft.com/office/powerpoint/2010/main" val="5377627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9D60EF-9EBC-B9A8-966E-844E1935A960}"/>
              </a:ext>
            </a:extLst>
          </p:cNvPr>
          <p:cNvSpPr txBox="1"/>
          <p:nvPr/>
        </p:nvSpPr>
        <p:spPr>
          <a:xfrm>
            <a:off x="704850" y="539234"/>
            <a:ext cx="10782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800" dirty="0">
                <a:solidFill>
                  <a:srgbClr val="002060"/>
                </a:solidFill>
                <a:latin typeface="Montserrat ExtraBold" panose="00000900000000000000" pitchFamily="2" charset="0"/>
              </a:rPr>
              <a:t>My previous knowledge and experience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3EC9BA-7E42-6066-B2C4-48B97B7A036A}"/>
              </a:ext>
            </a:extLst>
          </p:cNvPr>
          <p:cNvSpPr txBox="1"/>
          <p:nvPr/>
        </p:nvSpPr>
        <p:spPr>
          <a:xfrm>
            <a:off x="704850" y="1381125"/>
            <a:ext cx="1055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766417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9D60EF-9EBC-B9A8-966E-844E1935A960}"/>
              </a:ext>
            </a:extLst>
          </p:cNvPr>
          <p:cNvSpPr txBox="1"/>
          <p:nvPr/>
        </p:nvSpPr>
        <p:spPr>
          <a:xfrm>
            <a:off x="704850" y="539234"/>
            <a:ext cx="10782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800" dirty="0">
                <a:solidFill>
                  <a:srgbClr val="002060"/>
                </a:solidFill>
                <a:latin typeface="Montserrat ExtraBold" panose="00000900000000000000" pitchFamily="2" charset="0"/>
              </a:rPr>
              <a:t>How has this programme phase benefitted you?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3EC9BA-7E42-6066-B2C4-48B97B7A036A}"/>
              </a:ext>
            </a:extLst>
          </p:cNvPr>
          <p:cNvSpPr txBox="1"/>
          <p:nvPr/>
        </p:nvSpPr>
        <p:spPr>
          <a:xfrm>
            <a:off x="704850" y="1381125"/>
            <a:ext cx="1055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59251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648A2-9D15-D30D-D00D-F6A8AC1A22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Closure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3F7F3-CF6E-8040-D66F-6CE11CA211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My final thoughts</a:t>
            </a:r>
          </a:p>
        </p:txBody>
      </p:sp>
    </p:spTree>
    <p:extLst>
      <p:ext uri="{BB962C8B-B14F-4D97-AF65-F5344CB8AC3E}">
        <p14:creationId xmlns:p14="http://schemas.microsoft.com/office/powerpoint/2010/main" val="2215672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9D60EF-9EBC-B9A8-966E-844E1935A960}"/>
              </a:ext>
            </a:extLst>
          </p:cNvPr>
          <p:cNvSpPr txBox="1"/>
          <p:nvPr/>
        </p:nvSpPr>
        <p:spPr>
          <a:xfrm>
            <a:off x="704850" y="539234"/>
            <a:ext cx="10782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2800" dirty="0">
                <a:solidFill>
                  <a:srgbClr val="002060"/>
                </a:solidFill>
                <a:latin typeface="Montserrat ExtraBold" panose="00000900000000000000" pitchFamily="2" charset="0"/>
              </a:rPr>
              <a:t>Report and Attitude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3EC9BA-7E42-6066-B2C4-48B97B7A036A}"/>
              </a:ext>
            </a:extLst>
          </p:cNvPr>
          <p:cNvSpPr txBox="1"/>
          <p:nvPr/>
        </p:nvSpPr>
        <p:spPr>
          <a:xfrm>
            <a:off x="704850" y="1381125"/>
            <a:ext cx="1055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ZA" dirty="0"/>
              <a:t>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90449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D5B0-93C0-C8E3-476C-0FDA73D1ED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Questions and Answers</a:t>
            </a:r>
          </a:p>
        </p:txBody>
      </p:sp>
    </p:spTree>
    <p:extLst>
      <p:ext uri="{BB962C8B-B14F-4D97-AF65-F5344CB8AC3E}">
        <p14:creationId xmlns:p14="http://schemas.microsoft.com/office/powerpoint/2010/main" val="27922504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D099E6F-1729-0419-6623-8D7737FEB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312" y="1247775"/>
            <a:ext cx="9106837" cy="482165"/>
          </a:xfrm>
        </p:spPr>
        <p:txBody>
          <a:bodyPr>
            <a:normAutofit/>
          </a:bodyPr>
          <a:lstStyle/>
          <a:p>
            <a:r>
              <a:rPr lang="en-ZA" dirty="0"/>
              <a:t>Presented by: </a:t>
            </a:r>
            <a:r>
              <a:rPr lang="en-ZA" i="1" dirty="0"/>
              <a:t>Add your name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770D3-A64A-A086-0AF1-64B2AA8AEF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4687" y="4922044"/>
            <a:ext cx="6164263" cy="1640681"/>
          </a:xfrm>
        </p:spPr>
        <p:txBody>
          <a:bodyPr>
            <a:noAutofit/>
          </a:bodyPr>
          <a:lstStyle/>
          <a:p>
            <a:pPr>
              <a:lnSpc>
                <a:spcPct val="250000"/>
              </a:lnSpc>
            </a:pPr>
            <a:r>
              <a:rPr lang="en-ZA" sz="1800" b="1" dirty="0">
                <a:solidFill>
                  <a:srgbClr val="002060"/>
                </a:solidFill>
                <a:latin typeface="Montserrat ExtraBold" panose="00000900000000000000" pitchFamily="2" charset="0"/>
              </a:rPr>
              <a:t>Email: </a:t>
            </a:r>
            <a:r>
              <a:rPr lang="en-ZA" sz="1800" i="1" dirty="0">
                <a:solidFill>
                  <a:srgbClr val="002060"/>
                </a:solidFill>
                <a:latin typeface="Montserrat ExtraBold" panose="00000900000000000000" pitchFamily="2" charset="0"/>
              </a:rPr>
              <a:t>Add your email address here</a:t>
            </a:r>
          </a:p>
          <a:p>
            <a:pPr>
              <a:lnSpc>
                <a:spcPct val="250000"/>
              </a:lnSpc>
            </a:pPr>
            <a:r>
              <a:rPr lang="en-ZA" sz="1800" b="1" dirty="0">
                <a:solidFill>
                  <a:srgbClr val="002060"/>
                </a:solidFill>
                <a:latin typeface="Montserrat ExtraBold" panose="00000900000000000000" pitchFamily="2" charset="0"/>
              </a:rPr>
              <a:t>Contact number: </a:t>
            </a:r>
            <a:r>
              <a:rPr lang="en-ZA" sz="1800" i="1" dirty="0">
                <a:solidFill>
                  <a:srgbClr val="002060"/>
                </a:solidFill>
                <a:latin typeface="Montserrat ExtraBold" panose="00000900000000000000" pitchFamily="2" charset="0"/>
              </a:rPr>
              <a:t>Add your contact number here</a:t>
            </a:r>
          </a:p>
        </p:txBody>
      </p:sp>
    </p:spTree>
    <p:extLst>
      <p:ext uri="{BB962C8B-B14F-4D97-AF65-F5344CB8AC3E}">
        <p14:creationId xmlns:p14="http://schemas.microsoft.com/office/powerpoint/2010/main" val="24306941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overs, Sections and General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UDY powerpoint template_v3" id="{53A39A84-5BBA-4E8A-BB09-631BD653CC24}" vid="{85E3B9B0-5DAC-4191-9B29-112B6F328362}"/>
    </a:ext>
  </a:extLst>
</a:theme>
</file>

<file path=ppt/theme/theme2.xml><?xml version="1.0" encoding="utf-8"?>
<a:theme xmlns:a="http://schemas.openxmlformats.org/drawingml/2006/main" name="Steps and Roadmap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STUDY powerpoint template_v3" id="{53A39A84-5BBA-4E8A-BB09-631BD653CC24}" vid="{BAB3AF8F-2A8C-444A-98A0-16573A62CF2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04062F764011488613869218AC0090" ma:contentTypeVersion="20" ma:contentTypeDescription="Create a new document." ma:contentTypeScope="" ma:versionID="5655ece7efba920bd3f8515850e4e9d6">
  <xsd:schema xmlns:xsd="http://www.w3.org/2001/XMLSchema" xmlns:xs="http://www.w3.org/2001/XMLSchema" xmlns:p="http://schemas.microsoft.com/office/2006/metadata/properties" xmlns:ns2="b41ab9ec-18da-4e4d-8092-be7c94ea6c86" xmlns:ns3="7203b863-3c95-40c5-a724-57da8f3da539" targetNamespace="http://schemas.microsoft.com/office/2006/metadata/properties" ma:root="true" ma:fieldsID="ca3a9e05cc6125801ddd54403be34c81" ns2:_="" ns3:_="">
    <xsd:import namespace="b41ab9ec-18da-4e4d-8092-be7c94ea6c86"/>
    <xsd:import namespace="7203b863-3c95-40c5-a724-57da8f3da53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1ab9ec-18da-4e4d-8092-be7c94ea6c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b8c84508-a598-460a-a194-6eb8cbd2fa3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03b863-3c95-40c5-a724-57da8f3da539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09932d3b-3779-4b98-b413-38e6075e6a5c}" ma:internalName="TaxCatchAll" ma:showField="CatchAllData" ma:web="7203b863-3c95-40c5-a724-57da8f3da5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41ab9ec-18da-4e4d-8092-be7c94ea6c86">
      <Terms xmlns="http://schemas.microsoft.com/office/infopath/2007/PartnerControls"/>
    </lcf76f155ced4ddcb4097134ff3c332f>
    <TaxCatchAll xmlns="7203b863-3c95-40c5-a724-57da8f3da53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6E7906-232E-4466-A009-102CF006E2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1ab9ec-18da-4e4d-8092-be7c94ea6c86"/>
    <ds:schemaRef ds:uri="7203b863-3c95-40c5-a724-57da8f3da53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5DA0D8-C247-4442-BD89-D588CF82C7A1}">
  <ds:schemaRefs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purl.org/dc/dcmitype/"/>
    <ds:schemaRef ds:uri="http://www.w3.org/XML/1998/namespace"/>
    <ds:schemaRef ds:uri="b41ab9ec-18da-4e4d-8092-be7c94ea6c86"/>
    <ds:schemaRef ds:uri="http://schemas.microsoft.com/office/infopath/2007/PartnerControls"/>
    <ds:schemaRef ds:uri="7203b863-3c95-40c5-a724-57da8f3da539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AB6EAB4-6DE9-40DF-BD7A-1028BB2927F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eSTUDY powerpoint template_v3</Template>
  <TotalTime>58</TotalTime>
  <Words>1227</Words>
  <Application>Microsoft Office PowerPoint</Application>
  <PresentationFormat>Widescreen</PresentationFormat>
  <Paragraphs>167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Arial</vt:lpstr>
      <vt:lpstr>Arial Black</vt:lpstr>
      <vt:lpstr>Calibri</vt:lpstr>
      <vt:lpstr>Calibri Light</vt:lpstr>
      <vt:lpstr>Montserrat ExtraBold</vt:lpstr>
      <vt:lpstr>Open Sans</vt:lpstr>
      <vt:lpstr>Poppins Medium</vt:lpstr>
      <vt:lpstr>Poppins SemiBold</vt:lpstr>
      <vt:lpstr>Wingdings</vt:lpstr>
      <vt:lpstr>Covers, Sections and General Content</vt:lpstr>
      <vt:lpstr>Steps and Roadmaps</vt:lpstr>
      <vt:lpstr>Programme Experience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did you learn from your mentor during this phase?</vt:lpstr>
      <vt:lpstr>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Reflection</vt:lpstr>
      <vt:lpstr>PowerPoint Presentation</vt:lpstr>
      <vt:lpstr>PowerPoint Presentation</vt:lpstr>
      <vt:lpstr>PowerPoint Presentation</vt:lpstr>
      <vt:lpstr>Closure</vt:lpstr>
      <vt:lpstr>PowerPoint Presentation</vt:lpstr>
      <vt:lpstr>Questions and Answers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Lizeth Visser</dc:creator>
  <cp:lastModifiedBy>Lizeth Visser</cp:lastModifiedBy>
  <cp:revision>2</cp:revision>
  <dcterms:created xsi:type="dcterms:W3CDTF">2022-09-02T06:43:45Z</dcterms:created>
  <dcterms:modified xsi:type="dcterms:W3CDTF">2022-09-02T13:01:08Z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0x0101006604062F764011488613869218AC0090</vt:lpwstr>
  </property>
  <property fmtid="{D5CDD505-2E9C-101B-9397-08002B2CF9AE}" pid="3" name="MediaServiceImageTags">
    <vt:lpwstr/>
  </property>
</Properties>
</file>